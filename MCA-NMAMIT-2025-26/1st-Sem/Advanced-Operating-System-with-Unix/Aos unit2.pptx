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3" r:id="rId4"/>
    <p:sldId id="284" r:id="rId5"/>
    <p:sldId id="285" r:id="rId6"/>
    <p:sldId id="294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58" r:id="rId15"/>
    <p:sldId id="295" r:id="rId16"/>
    <p:sldId id="297" r:id="rId17"/>
    <p:sldId id="298" r:id="rId18"/>
    <p:sldId id="296" r:id="rId19"/>
    <p:sldId id="299" r:id="rId20"/>
    <p:sldId id="301" r:id="rId21"/>
    <p:sldId id="307" r:id="rId22"/>
    <p:sldId id="302" r:id="rId23"/>
    <p:sldId id="306" r:id="rId24"/>
    <p:sldId id="303" r:id="rId25"/>
    <p:sldId id="305" r:id="rId26"/>
    <p:sldId id="308" r:id="rId27"/>
    <p:sldId id="309" r:id="rId28"/>
    <p:sldId id="310" r:id="rId29"/>
    <p:sldId id="311" r:id="rId30"/>
    <p:sldId id="259" r:id="rId31"/>
    <p:sldId id="312" r:id="rId32"/>
    <p:sldId id="313" r:id="rId33"/>
    <p:sldId id="314" r:id="rId34"/>
    <p:sldId id="315" r:id="rId35"/>
    <p:sldId id="316" r:id="rId36"/>
    <p:sldId id="317" r:id="rId37"/>
    <p:sldId id="319" r:id="rId38"/>
    <p:sldId id="320" r:id="rId39"/>
    <p:sldId id="260" r:id="rId40"/>
    <p:sldId id="321" r:id="rId41"/>
    <p:sldId id="328" r:id="rId42"/>
    <p:sldId id="327" r:id="rId43"/>
    <p:sldId id="329" r:id="rId44"/>
    <p:sldId id="330" r:id="rId45"/>
    <p:sldId id="323" r:id="rId46"/>
    <p:sldId id="322" r:id="rId47"/>
    <p:sldId id="333" r:id="rId48"/>
    <p:sldId id="331" r:id="rId49"/>
    <p:sldId id="332" r:id="rId50"/>
    <p:sldId id="324" r:id="rId51"/>
    <p:sldId id="334" r:id="rId52"/>
    <p:sldId id="335" r:id="rId53"/>
    <p:sldId id="325" r:id="rId54"/>
    <p:sldId id="326" r:id="rId55"/>
    <p:sldId id="336" r:id="rId56"/>
    <p:sldId id="261" r:id="rId57"/>
    <p:sldId id="337" r:id="rId58"/>
    <p:sldId id="340" r:id="rId59"/>
    <p:sldId id="338" r:id="rId60"/>
    <p:sldId id="342" r:id="rId61"/>
    <p:sldId id="341" r:id="rId62"/>
    <p:sldId id="339" r:id="rId63"/>
    <p:sldId id="343" r:id="rId64"/>
    <p:sldId id="344" r:id="rId65"/>
    <p:sldId id="345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A8C257-B739-4B42-B4B3-B2382302E954}" v="230" dt="2025-09-26T05:12:25.8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2" autoAdjust="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60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hath Kumar" userId="aa7f7cccaded4c37" providerId="LiveId" clId="{A9A8C257-B739-4B42-B4B3-B2382302E954}"/>
    <pc:docChg chg="undo custSel addSld delSld modSld">
      <pc:chgData name="Arhath Kumar" userId="aa7f7cccaded4c37" providerId="LiveId" clId="{A9A8C257-B739-4B42-B4B3-B2382302E954}" dt="2025-09-23T08:11:21.952" v="1929" actId="20577"/>
      <pc:docMkLst>
        <pc:docMk/>
      </pc:docMkLst>
      <pc:sldChg chg="addSp modSp mod setBg">
        <pc:chgData name="Arhath Kumar" userId="aa7f7cccaded4c37" providerId="LiveId" clId="{A9A8C257-B739-4B42-B4B3-B2382302E954}" dt="2025-09-05T11:05:52.633" v="90" actId="1076"/>
        <pc:sldMkLst>
          <pc:docMk/>
          <pc:sldMk cId="0" sldId="256"/>
        </pc:sldMkLst>
        <pc:spChg chg="mod">
          <ac:chgData name="Arhath Kumar" userId="aa7f7cccaded4c37" providerId="LiveId" clId="{A9A8C257-B739-4B42-B4B3-B2382302E954}" dt="2025-09-05T11:05:52.633" v="90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rhath Kumar" userId="aa7f7cccaded4c37" providerId="LiveId" clId="{A9A8C257-B739-4B42-B4B3-B2382302E954}" dt="2025-09-05T10:55:45.680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rhath Kumar" userId="aa7f7cccaded4c37" providerId="LiveId" clId="{A9A8C257-B739-4B42-B4B3-B2382302E954}" dt="2025-09-05T10:55:45.680" v="0" actId="26606"/>
          <ac:spMkLst>
            <pc:docMk/>
            <pc:sldMk cId="0" sldId="256"/>
            <ac:spMk id="8" creationId="{1EADCAF8-8823-4E89-8612-21029831A4B2}"/>
          </ac:spMkLst>
        </pc:spChg>
        <pc:spChg chg="add">
          <ac:chgData name="Arhath Kumar" userId="aa7f7cccaded4c37" providerId="LiveId" clId="{A9A8C257-B739-4B42-B4B3-B2382302E954}" dt="2025-09-05T10:55:45.680" v="0" actId="26606"/>
          <ac:spMkLst>
            <pc:docMk/>
            <pc:sldMk cId="0" sldId="256"/>
            <ac:spMk id="10" creationId="{28CA07B2-0819-4B62-9425-7A52BBDD7070}"/>
          </ac:spMkLst>
        </pc:spChg>
        <pc:grpChg chg="add">
          <ac:chgData name="Arhath Kumar" userId="aa7f7cccaded4c37" providerId="LiveId" clId="{A9A8C257-B739-4B42-B4B3-B2382302E954}" dt="2025-09-05T10:55:45.680" v="0" actId="26606"/>
          <ac:grpSpMkLst>
            <pc:docMk/>
            <pc:sldMk cId="0" sldId="256"/>
            <ac:grpSpMk id="12" creationId="{DA02BEE4-A5D4-40AF-882D-49D34B086FFF}"/>
          </ac:grpSpMkLst>
        </pc:grpChg>
      </pc:sldChg>
      <pc:sldChg chg="modSp mod">
        <pc:chgData name="Arhath Kumar" userId="aa7f7cccaded4c37" providerId="LiveId" clId="{A9A8C257-B739-4B42-B4B3-B2382302E954}" dt="2025-09-23T08:11:21.952" v="1929" actId="20577"/>
        <pc:sldMkLst>
          <pc:docMk/>
          <pc:sldMk cId="0" sldId="261"/>
        </pc:sldMkLst>
        <pc:spChg chg="mod">
          <ac:chgData name="Arhath Kumar" userId="aa7f7cccaded4c37" providerId="LiveId" clId="{A9A8C257-B739-4B42-B4B3-B2382302E954}" dt="2025-09-23T08:11:21.952" v="1929" actId="20577"/>
          <ac:spMkLst>
            <pc:docMk/>
            <pc:sldMk cId="0" sldId="261"/>
            <ac:spMk id="3" creationId="{00000000-0000-0000-0000-000000000000}"/>
          </ac:spMkLst>
        </pc:spChg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62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63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64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65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66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67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68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69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70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71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72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73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74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75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76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77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78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79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80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81"/>
        </pc:sldMkLst>
      </pc:sldChg>
      <pc:sldChg chg="del">
        <pc:chgData name="Arhath Kumar" userId="aa7f7cccaded4c37" providerId="LiveId" clId="{A9A8C257-B739-4B42-B4B3-B2382302E954}" dt="2025-09-23T08:11:08.515" v="1927" actId="47"/>
        <pc:sldMkLst>
          <pc:docMk/>
          <pc:sldMk cId="0" sldId="282"/>
        </pc:sldMkLst>
      </pc:sldChg>
      <pc:sldChg chg="addSp modSp mod setBg">
        <pc:chgData name="Arhath Kumar" userId="aa7f7cccaded4c37" providerId="LiveId" clId="{A9A8C257-B739-4B42-B4B3-B2382302E954}" dt="2025-09-05T10:56:42.558" v="9" actId="1076"/>
        <pc:sldMkLst>
          <pc:docMk/>
          <pc:sldMk cId="105524196" sldId="283"/>
        </pc:sldMkLst>
        <pc:spChg chg="mod">
          <ac:chgData name="Arhath Kumar" userId="aa7f7cccaded4c37" providerId="LiveId" clId="{A9A8C257-B739-4B42-B4B3-B2382302E954}" dt="2025-09-05T10:56:42.558" v="9" actId="1076"/>
          <ac:spMkLst>
            <pc:docMk/>
            <pc:sldMk cId="105524196" sldId="283"/>
            <ac:spMk id="4" creationId="{4D980EBE-66C5-82F7-1F28-9D37A595D57D}"/>
          </ac:spMkLst>
        </pc:spChg>
        <pc:spChg chg="add">
          <ac:chgData name="Arhath Kumar" userId="aa7f7cccaded4c37" providerId="LiveId" clId="{A9A8C257-B739-4B42-B4B3-B2382302E954}" dt="2025-09-05T10:56:17.954" v="3" actId="26606"/>
          <ac:spMkLst>
            <pc:docMk/>
            <pc:sldMk cId="105524196" sldId="283"/>
            <ac:spMk id="9" creationId="{D038248A-211C-4EEC-8401-C761B929FB52}"/>
          </ac:spMkLst>
        </pc:spChg>
        <pc:spChg chg="add">
          <ac:chgData name="Arhath Kumar" userId="aa7f7cccaded4c37" providerId="LiveId" clId="{A9A8C257-B739-4B42-B4B3-B2382302E954}" dt="2025-09-05T10:56:17.954" v="3" actId="26606"/>
          <ac:spMkLst>
            <pc:docMk/>
            <pc:sldMk cId="105524196" sldId="283"/>
            <ac:spMk id="11" creationId="{C30A849F-66D9-40C8-BEC8-35AFF8F4568F}"/>
          </ac:spMkLst>
        </pc:spChg>
        <pc:grpChg chg="add">
          <ac:chgData name="Arhath Kumar" userId="aa7f7cccaded4c37" providerId="LiveId" clId="{A9A8C257-B739-4B42-B4B3-B2382302E954}" dt="2025-09-05T10:56:17.954" v="3" actId="26606"/>
          <ac:grpSpMkLst>
            <pc:docMk/>
            <pc:sldMk cId="105524196" sldId="283"/>
            <ac:grpSpMk id="13" creationId="{04542298-A2B1-480F-A11C-A40EDD19B857}"/>
          </ac:grpSpMkLst>
        </pc:grpChg>
        <pc:grpChg chg="add">
          <ac:chgData name="Arhath Kumar" userId="aa7f7cccaded4c37" providerId="LiveId" clId="{A9A8C257-B739-4B42-B4B3-B2382302E954}" dt="2025-09-05T10:56:17.954" v="3" actId="26606"/>
          <ac:grpSpMkLst>
            <pc:docMk/>
            <pc:sldMk cId="105524196" sldId="283"/>
            <ac:grpSpMk id="19" creationId="{2A5C9C35-2375-49EB-B99C-17C87D42FE7C}"/>
          </ac:grpSpMkLst>
        </pc:grpChg>
      </pc:sldChg>
      <pc:sldChg chg="addSp modSp mod setBg">
        <pc:chgData name="Arhath Kumar" userId="aa7f7cccaded4c37" providerId="LiveId" clId="{A9A8C257-B739-4B42-B4B3-B2382302E954}" dt="2025-09-05T10:57:30.744" v="19" actId="14100"/>
        <pc:sldMkLst>
          <pc:docMk/>
          <pc:sldMk cId="1720029996" sldId="284"/>
        </pc:sldMkLst>
        <pc:spChg chg="mod">
          <ac:chgData name="Arhath Kumar" userId="aa7f7cccaded4c37" providerId="LiveId" clId="{A9A8C257-B739-4B42-B4B3-B2382302E954}" dt="2025-09-05T10:57:30.744" v="19" actId="14100"/>
          <ac:spMkLst>
            <pc:docMk/>
            <pc:sldMk cId="1720029996" sldId="284"/>
            <ac:spMk id="3" creationId="{2825CD5D-0AD7-BE4C-DE4E-14F78495E241}"/>
          </ac:spMkLst>
        </pc:spChg>
        <pc:spChg chg="add">
          <ac:chgData name="Arhath Kumar" userId="aa7f7cccaded4c37" providerId="LiveId" clId="{A9A8C257-B739-4B42-B4B3-B2382302E954}" dt="2025-09-05T10:57:01.600" v="10" actId="26606"/>
          <ac:spMkLst>
            <pc:docMk/>
            <pc:sldMk cId="1720029996" sldId="284"/>
            <ac:spMk id="8" creationId="{D038248A-211C-4EEC-8401-C761B929FB52}"/>
          </ac:spMkLst>
        </pc:spChg>
        <pc:spChg chg="add">
          <ac:chgData name="Arhath Kumar" userId="aa7f7cccaded4c37" providerId="LiveId" clId="{A9A8C257-B739-4B42-B4B3-B2382302E954}" dt="2025-09-05T10:57:01.600" v="10" actId="26606"/>
          <ac:spMkLst>
            <pc:docMk/>
            <pc:sldMk cId="1720029996" sldId="284"/>
            <ac:spMk id="10" creationId="{C30A849F-66D9-40C8-BEC8-35AFF8F4568F}"/>
          </ac:spMkLst>
        </pc:spChg>
        <pc:grpChg chg="add">
          <ac:chgData name="Arhath Kumar" userId="aa7f7cccaded4c37" providerId="LiveId" clId="{A9A8C257-B739-4B42-B4B3-B2382302E954}" dt="2025-09-05T10:57:01.600" v="10" actId="26606"/>
          <ac:grpSpMkLst>
            <pc:docMk/>
            <pc:sldMk cId="1720029996" sldId="284"/>
            <ac:grpSpMk id="12" creationId="{04542298-A2B1-480F-A11C-A40EDD19B857}"/>
          </ac:grpSpMkLst>
        </pc:grpChg>
        <pc:grpChg chg="add">
          <ac:chgData name="Arhath Kumar" userId="aa7f7cccaded4c37" providerId="LiveId" clId="{A9A8C257-B739-4B42-B4B3-B2382302E954}" dt="2025-09-05T10:57:01.600" v="10" actId="26606"/>
          <ac:grpSpMkLst>
            <pc:docMk/>
            <pc:sldMk cId="1720029996" sldId="284"/>
            <ac:grpSpMk id="18" creationId="{2A5C9C35-2375-49EB-B99C-17C87D42FE7C}"/>
          </ac:grpSpMkLst>
        </pc:grpChg>
      </pc:sldChg>
      <pc:sldChg chg="addSp modSp mod setBg">
        <pc:chgData name="Arhath Kumar" userId="aa7f7cccaded4c37" providerId="LiveId" clId="{A9A8C257-B739-4B42-B4B3-B2382302E954}" dt="2025-09-05T10:57:53.911" v="23" actId="255"/>
        <pc:sldMkLst>
          <pc:docMk/>
          <pc:sldMk cId="1096893056" sldId="285"/>
        </pc:sldMkLst>
        <pc:spChg chg="mod">
          <ac:chgData name="Arhath Kumar" userId="aa7f7cccaded4c37" providerId="LiveId" clId="{A9A8C257-B739-4B42-B4B3-B2382302E954}" dt="2025-09-05T10:57:53.911" v="23" actId="255"/>
          <ac:spMkLst>
            <pc:docMk/>
            <pc:sldMk cId="1096893056" sldId="285"/>
            <ac:spMk id="4" creationId="{D93FA7D8-E4AF-828E-B25A-1D2AA3333125}"/>
          </ac:spMkLst>
        </pc:spChg>
        <pc:spChg chg="add">
          <ac:chgData name="Arhath Kumar" userId="aa7f7cccaded4c37" providerId="LiveId" clId="{A9A8C257-B739-4B42-B4B3-B2382302E954}" dt="2025-09-05T10:57:40.836" v="20" actId="26606"/>
          <ac:spMkLst>
            <pc:docMk/>
            <pc:sldMk cId="1096893056" sldId="285"/>
            <ac:spMk id="9" creationId="{D038248A-211C-4EEC-8401-C761B929FB52}"/>
          </ac:spMkLst>
        </pc:spChg>
        <pc:spChg chg="add">
          <ac:chgData name="Arhath Kumar" userId="aa7f7cccaded4c37" providerId="LiveId" clId="{A9A8C257-B739-4B42-B4B3-B2382302E954}" dt="2025-09-05T10:57:40.836" v="20" actId="26606"/>
          <ac:spMkLst>
            <pc:docMk/>
            <pc:sldMk cId="1096893056" sldId="285"/>
            <ac:spMk id="11" creationId="{C30A849F-66D9-40C8-BEC8-35AFF8F4568F}"/>
          </ac:spMkLst>
        </pc:spChg>
        <pc:grpChg chg="add">
          <ac:chgData name="Arhath Kumar" userId="aa7f7cccaded4c37" providerId="LiveId" clId="{A9A8C257-B739-4B42-B4B3-B2382302E954}" dt="2025-09-05T10:57:40.836" v="20" actId="26606"/>
          <ac:grpSpMkLst>
            <pc:docMk/>
            <pc:sldMk cId="1096893056" sldId="285"/>
            <ac:grpSpMk id="13" creationId="{04542298-A2B1-480F-A11C-A40EDD19B857}"/>
          </ac:grpSpMkLst>
        </pc:grpChg>
        <pc:grpChg chg="add">
          <ac:chgData name="Arhath Kumar" userId="aa7f7cccaded4c37" providerId="LiveId" clId="{A9A8C257-B739-4B42-B4B3-B2382302E954}" dt="2025-09-05T10:57:40.836" v="20" actId="26606"/>
          <ac:grpSpMkLst>
            <pc:docMk/>
            <pc:sldMk cId="1096893056" sldId="285"/>
            <ac:grpSpMk id="19" creationId="{2A5C9C35-2375-49EB-B99C-17C87D42FE7C}"/>
          </ac:grpSpMkLst>
        </pc:grpChg>
      </pc:sldChg>
      <pc:sldChg chg="addSp delSp del mod">
        <pc:chgData name="Arhath Kumar" userId="aa7f7cccaded4c37" providerId="LiveId" clId="{A9A8C257-B739-4B42-B4B3-B2382302E954}" dt="2025-09-05T11:00:10.945" v="36" actId="47"/>
        <pc:sldMkLst>
          <pc:docMk/>
          <pc:sldMk cId="1544433042" sldId="286"/>
        </pc:sldMkLst>
        <pc:spChg chg="add del">
          <ac:chgData name="Arhath Kumar" userId="aa7f7cccaded4c37" providerId="LiveId" clId="{A9A8C257-B739-4B42-B4B3-B2382302E954}" dt="2025-09-05T10:58:42.229" v="25" actId="26606"/>
          <ac:spMkLst>
            <pc:docMk/>
            <pc:sldMk cId="1544433042" sldId="286"/>
            <ac:spMk id="4" creationId="{230C727C-0AE2-B3BF-1FC9-B39F7242CAF4}"/>
          </ac:spMkLst>
        </pc:spChg>
        <pc:graphicFrameChg chg="add del">
          <ac:chgData name="Arhath Kumar" userId="aa7f7cccaded4c37" providerId="LiveId" clId="{A9A8C257-B739-4B42-B4B3-B2382302E954}" dt="2025-09-05T10:58:42.229" v="25" actId="26606"/>
          <ac:graphicFrameMkLst>
            <pc:docMk/>
            <pc:sldMk cId="1544433042" sldId="286"/>
            <ac:graphicFrameMk id="11" creationId="{E4BAE084-14F9-7A30-7A40-0476993A46FA}"/>
          </ac:graphicFrameMkLst>
        </pc:graphicFrameChg>
      </pc:sldChg>
      <pc:sldChg chg="addSp modSp mod setBg">
        <pc:chgData name="Arhath Kumar" userId="aa7f7cccaded4c37" providerId="LiveId" clId="{A9A8C257-B739-4B42-B4B3-B2382302E954}" dt="2025-09-05T11:00:48.969" v="44" actId="14100"/>
        <pc:sldMkLst>
          <pc:docMk/>
          <pc:sldMk cId="3332218060" sldId="287"/>
        </pc:sldMkLst>
        <pc:spChg chg="mod">
          <ac:chgData name="Arhath Kumar" userId="aa7f7cccaded4c37" providerId="LiveId" clId="{A9A8C257-B739-4B42-B4B3-B2382302E954}" dt="2025-09-05T11:00:48.969" v="44" actId="14100"/>
          <ac:spMkLst>
            <pc:docMk/>
            <pc:sldMk cId="3332218060" sldId="287"/>
            <ac:spMk id="4" creationId="{40930B46-94E8-11B4-28F5-F70DAB6AD4BC}"/>
          </ac:spMkLst>
        </pc:spChg>
        <pc:spChg chg="add">
          <ac:chgData name="Arhath Kumar" userId="aa7f7cccaded4c37" providerId="LiveId" clId="{A9A8C257-B739-4B42-B4B3-B2382302E954}" dt="2025-09-05T11:00:29.098" v="37" actId="26606"/>
          <ac:spMkLst>
            <pc:docMk/>
            <pc:sldMk cId="3332218060" sldId="287"/>
            <ac:spMk id="9" creationId="{D038248A-211C-4EEC-8401-C761B929FB52}"/>
          </ac:spMkLst>
        </pc:spChg>
        <pc:spChg chg="add">
          <ac:chgData name="Arhath Kumar" userId="aa7f7cccaded4c37" providerId="LiveId" clId="{A9A8C257-B739-4B42-B4B3-B2382302E954}" dt="2025-09-05T11:00:29.098" v="37" actId="26606"/>
          <ac:spMkLst>
            <pc:docMk/>
            <pc:sldMk cId="3332218060" sldId="287"/>
            <ac:spMk id="11" creationId="{C30A849F-66D9-40C8-BEC8-35AFF8F4568F}"/>
          </ac:spMkLst>
        </pc:spChg>
        <pc:grpChg chg="add">
          <ac:chgData name="Arhath Kumar" userId="aa7f7cccaded4c37" providerId="LiveId" clId="{A9A8C257-B739-4B42-B4B3-B2382302E954}" dt="2025-09-05T11:00:29.098" v="37" actId="26606"/>
          <ac:grpSpMkLst>
            <pc:docMk/>
            <pc:sldMk cId="3332218060" sldId="287"/>
            <ac:grpSpMk id="13" creationId="{04542298-A2B1-480F-A11C-A40EDD19B857}"/>
          </ac:grpSpMkLst>
        </pc:grpChg>
        <pc:grpChg chg="add">
          <ac:chgData name="Arhath Kumar" userId="aa7f7cccaded4c37" providerId="LiveId" clId="{A9A8C257-B739-4B42-B4B3-B2382302E954}" dt="2025-09-05T11:00:29.098" v="37" actId="26606"/>
          <ac:grpSpMkLst>
            <pc:docMk/>
            <pc:sldMk cId="3332218060" sldId="287"/>
            <ac:grpSpMk id="19" creationId="{2A5C9C35-2375-49EB-B99C-17C87D42FE7C}"/>
          </ac:grpSpMkLst>
        </pc:grpChg>
      </pc:sldChg>
      <pc:sldChg chg="addSp modSp mod setBg">
        <pc:chgData name="Arhath Kumar" userId="aa7f7cccaded4c37" providerId="LiveId" clId="{A9A8C257-B739-4B42-B4B3-B2382302E954}" dt="2025-09-08T06:36:54.380" v="93" actId="1076"/>
        <pc:sldMkLst>
          <pc:docMk/>
          <pc:sldMk cId="3190681726" sldId="288"/>
        </pc:sldMkLst>
        <pc:spChg chg="mod">
          <ac:chgData name="Arhath Kumar" userId="aa7f7cccaded4c37" providerId="LiveId" clId="{A9A8C257-B739-4B42-B4B3-B2382302E954}" dt="2025-09-05T11:01:18.572" v="48" actId="255"/>
          <ac:spMkLst>
            <pc:docMk/>
            <pc:sldMk cId="3190681726" sldId="288"/>
            <ac:spMk id="4" creationId="{916579C8-4B1B-81C1-A6CB-F9E318C08A6C}"/>
          </ac:spMkLst>
        </pc:spChg>
        <pc:spChg chg="add">
          <ac:chgData name="Arhath Kumar" userId="aa7f7cccaded4c37" providerId="LiveId" clId="{A9A8C257-B739-4B42-B4B3-B2382302E954}" dt="2025-09-05T11:00:59.794" v="45" actId="26606"/>
          <ac:spMkLst>
            <pc:docMk/>
            <pc:sldMk cId="3190681726" sldId="288"/>
            <ac:spMk id="10" creationId="{B6FACB3C-9069-4791-BC5C-0DB7CD19B853}"/>
          </ac:spMkLst>
        </pc:spChg>
        <pc:spChg chg="add">
          <ac:chgData name="Arhath Kumar" userId="aa7f7cccaded4c37" providerId="LiveId" clId="{A9A8C257-B739-4B42-B4B3-B2382302E954}" dt="2025-09-05T11:00:59.794" v="45" actId="26606"/>
          <ac:spMkLst>
            <pc:docMk/>
            <pc:sldMk cId="3190681726" sldId="288"/>
            <ac:spMk id="12" creationId="{71F2038E-D777-4B76-81DD-DD13EE91B9DD}"/>
          </ac:spMkLst>
        </pc:spChg>
        <pc:grpChg chg="add">
          <ac:chgData name="Arhath Kumar" userId="aa7f7cccaded4c37" providerId="LiveId" clId="{A9A8C257-B739-4B42-B4B3-B2382302E954}" dt="2025-09-05T11:00:59.794" v="45" actId="26606"/>
          <ac:grpSpMkLst>
            <pc:docMk/>
            <pc:sldMk cId="3190681726" sldId="288"/>
            <ac:grpSpMk id="14" creationId="{DD354807-230F-4402-B1B9-F733A8F1F190}"/>
          </ac:grpSpMkLst>
        </pc:grpChg>
        <pc:graphicFrameChg chg="mod modGraphic">
          <ac:chgData name="Arhath Kumar" userId="aa7f7cccaded4c37" providerId="LiveId" clId="{A9A8C257-B739-4B42-B4B3-B2382302E954}" dt="2025-09-08T06:36:54.380" v="93" actId="1076"/>
          <ac:graphicFrameMkLst>
            <pc:docMk/>
            <pc:sldMk cId="3190681726" sldId="288"/>
            <ac:graphicFrameMk id="5" creationId="{38C86BD0-9363-3E8A-F95A-77085E6C984C}"/>
          </ac:graphicFrameMkLst>
        </pc:graphicFrameChg>
      </pc:sldChg>
      <pc:sldChg chg="addSp modSp mod setBg">
        <pc:chgData name="Arhath Kumar" userId="aa7f7cccaded4c37" providerId="LiveId" clId="{A9A8C257-B739-4B42-B4B3-B2382302E954}" dt="2025-09-08T06:37:30.061" v="95" actId="2710"/>
        <pc:sldMkLst>
          <pc:docMk/>
          <pc:sldMk cId="537774081" sldId="289"/>
        </pc:sldMkLst>
        <pc:spChg chg="mod">
          <ac:chgData name="Arhath Kumar" userId="aa7f7cccaded4c37" providerId="LiveId" clId="{A9A8C257-B739-4B42-B4B3-B2382302E954}" dt="2025-09-08T06:37:30.061" v="95" actId="2710"/>
          <ac:spMkLst>
            <pc:docMk/>
            <pc:sldMk cId="537774081" sldId="289"/>
            <ac:spMk id="3" creationId="{A1B8FE8D-0FF9-4750-E783-5E8AFCEBD00E}"/>
          </ac:spMkLst>
        </pc:spChg>
        <pc:spChg chg="add">
          <ac:chgData name="Arhath Kumar" userId="aa7f7cccaded4c37" providerId="LiveId" clId="{A9A8C257-B739-4B42-B4B3-B2382302E954}" dt="2025-09-05T11:01:30.397" v="50" actId="26606"/>
          <ac:spMkLst>
            <pc:docMk/>
            <pc:sldMk cId="537774081" sldId="289"/>
            <ac:spMk id="8" creationId="{D038248A-211C-4EEC-8401-C761B929FB52}"/>
          </ac:spMkLst>
        </pc:spChg>
        <pc:spChg chg="add">
          <ac:chgData name="Arhath Kumar" userId="aa7f7cccaded4c37" providerId="LiveId" clId="{A9A8C257-B739-4B42-B4B3-B2382302E954}" dt="2025-09-05T11:01:30.397" v="50" actId="26606"/>
          <ac:spMkLst>
            <pc:docMk/>
            <pc:sldMk cId="537774081" sldId="289"/>
            <ac:spMk id="10" creationId="{C30A849F-66D9-40C8-BEC8-35AFF8F4568F}"/>
          </ac:spMkLst>
        </pc:spChg>
        <pc:grpChg chg="add">
          <ac:chgData name="Arhath Kumar" userId="aa7f7cccaded4c37" providerId="LiveId" clId="{A9A8C257-B739-4B42-B4B3-B2382302E954}" dt="2025-09-05T11:01:30.397" v="50" actId="26606"/>
          <ac:grpSpMkLst>
            <pc:docMk/>
            <pc:sldMk cId="537774081" sldId="289"/>
            <ac:grpSpMk id="12" creationId="{04542298-A2B1-480F-A11C-A40EDD19B857}"/>
          </ac:grpSpMkLst>
        </pc:grpChg>
        <pc:grpChg chg="add">
          <ac:chgData name="Arhath Kumar" userId="aa7f7cccaded4c37" providerId="LiveId" clId="{A9A8C257-B739-4B42-B4B3-B2382302E954}" dt="2025-09-05T11:01:30.397" v="50" actId="26606"/>
          <ac:grpSpMkLst>
            <pc:docMk/>
            <pc:sldMk cId="537774081" sldId="289"/>
            <ac:grpSpMk id="18" creationId="{2A5C9C35-2375-49EB-B99C-17C87D42FE7C}"/>
          </ac:grpSpMkLst>
        </pc:grpChg>
      </pc:sldChg>
      <pc:sldChg chg="addSp modSp mod setBg">
        <pc:chgData name="Arhath Kumar" userId="aa7f7cccaded4c37" providerId="LiveId" clId="{A9A8C257-B739-4B42-B4B3-B2382302E954}" dt="2025-09-05T11:02:33.276" v="65" actId="27636"/>
        <pc:sldMkLst>
          <pc:docMk/>
          <pc:sldMk cId="3855952299" sldId="290"/>
        </pc:sldMkLst>
        <pc:spChg chg="mod">
          <ac:chgData name="Arhath Kumar" userId="aa7f7cccaded4c37" providerId="LiveId" clId="{A9A8C257-B739-4B42-B4B3-B2382302E954}" dt="2025-09-05T11:02:33.276" v="65" actId="27636"/>
          <ac:spMkLst>
            <pc:docMk/>
            <pc:sldMk cId="3855952299" sldId="290"/>
            <ac:spMk id="3" creationId="{A1B8FE8D-0FF9-4750-E783-5E8AFCEBD00E}"/>
          </ac:spMkLst>
        </pc:spChg>
        <pc:spChg chg="add">
          <ac:chgData name="Arhath Kumar" userId="aa7f7cccaded4c37" providerId="LiveId" clId="{A9A8C257-B739-4B42-B4B3-B2382302E954}" dt="2025-09-05T11:02:11.405" v="57" actId="26606"/>
          <ac:spMkLst>
            <pc:docMk/>
            <pc:sldMk cId="3855952299" sldId="290"/>
            <ac:spMk id="11" creationId="{B6FACB3C-9069-4791-BC5C-0DB7CD19B853}"/>
          </ac:spMkLst>
        </pc:spChg>
        <pc:spChg chg="add">
          <ac:chgData name="Arhath Kumar" userId="aa7f7cccaded4c37" providerId="LiveId" clId="{A9A8C257-B739-4B42-B4B3-B2382302E954}" dt="2025-09-05T11:02:11.405" v="57" actId="26606"/>
          <ac:spMkLst>
            <pc:docMk/>
            <pc:sldMk cId="3855952299" sldId="290"/>
            <ac:spMk id="13" creationId="{71F2038E-D777-4B76-81DD-DD13EE91B9DD}"/>
          </ac:spMkLst>
        </pc:spChg>
        <pc:grpChg chg="add">
          <ac:chgData name="Arhath Kumar" userId="aa7f7cccaded4c37" providerId="LiveId" clId="{A9A8C257-B739-4B42-B4B3-B2382302E954}" dt="2025-09-05T11:02:11.405" v="57" actId="26606"/>
          <ac:grpSpMkLst>
            <pc:docMk/>
            <pc:sldMk cId="3855952299" sldId="290"/>
            <ac:grpSpMk id="15" creationId="{DD354807-230F-4402-B1B9-F733A8F1F190}"/>
          </ac:grpSpMkLst>
        </pc:grpChg>
        <pc:graphicFrameChg chg="mod modGraphic">
          <ac:chgData name="Arhath Kumar" userId="aa7f7cccaded4c37" providerId="LiveId" clId="{A9A8C257-B739-4B42-B4B3-B2382302E954}" dt="2025-09-05T11:02:11.405" v="57" actId="26606"/>
          <ac:graphicFrameMkLst>
            <pc:docMk/>
            <pc:sldMk cId="3855952299" sldId="290"/>
            <ac:graphicFrameMk id="6" creationId="{0864BC34-8847-C825-A5FD-7C2B12EF8E71}"/>
          </ac:graphicFrameMkLst>
        </pc:graphicFrameChg>
      </pc:sldChg>
      <pc:sldChg chg="addSp modSp mod setBg">
        <pc:chgData name="Arhath Kumar" userId="aa7f7cccaded4c37" providerId="LiveId" clId="{A9A8C257-B739-4B42-B4B3-B2382302E954}" dt="2025-09-08T06:38:28.509" v="97" actId="1076"/>
        <pc:sldMkLst>
          <pc:docMk/>
          <pc:sldMk cId="1876671214" sldId="291"/>
        </pc:sldMkLst>
        <pc:spChg chg="mod ord">
          <ac:chgData name="Arhath Kumar" userId="aa7f7cccaded4c37" providerId="LiveId" clId="{A9A8C257-B739-4B42-B4B3-B2382302E954}" dt="2025-09-08T06:38:28.509" v="97" actId="1076"/>
          <ac:spMkLst>
            <pc:docMk/>
            <pc:sldMk cId="1876671214" sldId="291"/>
            <ac:spMk id="6" creationId="{FE238E90-B34E-FDA3-C8F0-AE9E81E67685}"/>
          </ac:spMkLst>
        </pc:spChg>
        <pc:spChg chg="mod">
          <ac:chgData name="Arhath Kumar" userId="aa7f7cccaded4c37" providerId="LiveId" clId="{A9A8C257-B739-4B42-B4B3-B2382302E954}" dt="2025-09-05T11:02:41.633" v="67" actId="27636"/>
          <ac:spMkLst>
            <pc:docMk/>
            <pc:sldMk cId="1876671214" sldId="291"/>
            <ac:spMk id="8" creationId="{E0D2D117-D509-4B3F-DD29-37035BA0B7DA}"/>
          </ac:spMkLst>
        </pc:spChg>
        <pc:spChg chg="add">
          <ac:chgData name="Arhath Kumar" userId="aa7f7cccaded4c37" providerId="LiveId" clId="{A9A8C257-B739-4B42-B4B3-B2382302E954}" dt="2025-09-05T11:02:41.617" v="66" actId="26606"/>
          <ac:spMkLst>
            <pc:docMk/>
            <pc:sldMk cId="1876671214" sldId="291"/>
            <ac:spMk id="13" creationId="{6314D791-4D8A-4854-B8FC-6959656D09AD}"/>
          </ac:spMkLst>
        </pc:spChg>
        <pc:spChg chg="add">
          <ac:chgData name="Arhath Kumar" userId="aa7f7cccaded4c37" providerId="LiveId" clId="{A9A8C257-B739-4B42-B4B3-B2382302E954}" dt="2025-09-05T11:02:41.617" v="66" actId="26606"/>
          <ac:spMkLst>
            <pc:docMk/>
            <pc:sldMk cId="1876671214" sldId="291"/>
            <ac:spMk id="15" creationId="{15076E76-3EB3-4269-8135-07CAB20E59A5}"/>
          </ac:spMkLst>
        </pc:spChg>
        <pc:grpChg chg="add">
          <ac:chgData name="Arhath Kumar" userId="aa7f7cccaded4c37" providerId="LiveId" clId="{A9A8C257-B739-4B42-B4B3-B2382302E954}" dt="2025-09-05T11:02:41.617" v="66" actId="26606"/>
          <ac:grpSpMkLst>
            <pc:docMk/>
            <pc:sldMk cId="1876671214" sldId="291"/>
            <ac:grpSpMk id="17" creationId="{5EB3C7E5-50E1-4F9E-AEA3-A6D2190394F1}"/>
          </ac:grpSpMkLst>
        </pc:grpChg>
        <pc:grpChg chg="add">
          <ac:chgData name="Arhath Kumar" userId="aa7f7cccaded4c37" providerId="LiveId" clId="{A9A8C257-B739-4B42-B4B3-B2382302E954}" dt="2025-09-05T11:02:41.617" v="66" actId="26606"/>
          <ac:grpSpMkLst>
            <pc:docMk/>
            <pc:sldMk cId="1876671214" sldId="291"/>
            <ac:grpSpMk id="23" creationId="{B988F9A4-0578-4C59-8B4A-346E02CF3A3F}"/>
          </ac:grpSpMkLst>
        </pc:grpChg>
      </pc:sldChg>
      <pc:sldChg chg="addSp delSp modSp mod setBg">
        <pc:chgData name="Arhath Kumar" userId="aa7f7cccaded4c37" providerId="LiveId" clId="{A9A8C257-B739-4B42-B4B3-B2382302E954}" dt="2025-09-05T11:03:23.107" v="74" actId="255"/>
        <pc:sldMkLst>
          <pc:docMk/>
          <pc:sldMk cId="3972946766" sldId="292"/>
        </pc:sldMkLst>
        <pc:spChg chg="mod">
          <ac:chgData name="Arhath Kumar" userId="aa7f7cccaded4c37" providerId="LiveId" clId="{A9A8C257-B739-4B42-B4B3-B2382302E954}" dt="2025-09-05T11:03:23.107" v="74" actId="255"/>
          <ac:spMkLst>
            <pc:docMk/>
            <pc:sldMk cId="3972946766" sldId="292"/>
            <ac:spMk id="4" creationId="{3FEE3296-A8A6-C078-B101-43BECA7137D8}"/>
          </ac:spMkLst>
        </pc:spChg>
        <pc:spChg chg="add">
          <ac:chgData name="Arhath Kumar" userId="aa7f7cccaded4c37" providerId="LiveId" clId="{A9A8C257-B739-4B42-B4B3-B2382302E954}" dt="2025-09-05T11:03:06.518" v="69" actId="26606"/>
          <ac:spMkLst>
            <pc:docMk/>
            <pc:sldMk cId="3972946766" sldId="292"/>
            <ac:spMk id="11" creationId="{EDDBB197-D710-4A4F-A9CA-FD2177498BE8}"/>
          </ac:spMkLst>
        </pc:spChg>
        <pc:spChg chg="add">
          <ac:chgData name="Arhath Kumar" userId="aa7f7cccaded4c37" providerId="LiveId" clId="{A9A8C257-B739-4B42-B4B3-B2382302E954}" dt="2025-09-05T11:03:06.518" v="69" actId="26606"/>
          <ac:spMkLst>
            <pc:docMk/>
            <pc:sldMk cId="3972946766" sldId="292"/>
            <ac:spMk id="13" creationId="{975D1CFA-2CDB-4B64-BD9F-85744E8DA12F}"/>
          </ac:spMkLst>
        </pc:spChg>
        <pc:grpChg chg="add">
          <ac:chgData name="Arhath Kumar" userId="aa7f7cccaded4c37" providerId="LiveId" clId="{A9A8C257-B739-4B42-B4B3-B2382302E954}" dt="2025-09-05T11:03:06.518" v="69" actId="26606"/>
          <ac:grpSpMkLst>
            <pc:docMk/>
            <pc:sldMk cId="3972946766" sldId="292"/>
            <ac:grpSpMk id="15" creationId="{25EE5136-01F1-466C-962D-BA9B4C6757AA}"/>
          </ac:grpSpMkLst>
        </pc:grpChg>
        <pc:picChg chg="add del">
          <ac:chgData name="Arhath Kumar" userId="aa7f7cccaded4c37" providerId="LiveId" clId="{A9A8C257-B739-4B42-B4B3-B2382302E954}" dt="2025-09-05T11:03:09.819" v="70" actId="478"/>
          <ac:picMkLst>
            <pc:docMk/>
            <pc:sldMk cId="3972946766" sldId="292"/>
            <ac:picMk id="8" creationId="{92D97634-52A1-83C4-1064-BBFDED6ACFD6}"/>
          </ac:picMkLst>
        </pc:picChg>
      </pc:sldChg>
      <pc:sldChg chg="addSp delSp modSp add mod">
        <pc:chgData name="Arhath Kumar" userId="aa7f7cccaded4c37" providerId="LiveId" clId="{A9A8C257-B739-4B42-B4B3-B2382302E954}" dt="2025-09-05T11:04:44.848" v="78" actId="1076"/>
        <pc:sldMkLst>
          <pc:docMk/>
          <pc:sldMk cId="3032854966" sldId="294"/>
        </pc:sldMkLst>
        <pc:spChg chg="mod">
          <ac:chgData name="Arhath Kumar" userId="aa7f7cccaded4c37" providerId="LiveId" clId="{A9A8C257-B739-4B42-B4B3-B2382302E954}" dt="2025-09-05T10:59:09.175" v="27" actId="6549"/>
          <ac:spMkLst>
            <pc:docMk/>
            <pc:sldMk cId="3032854966" sldId="294"/>
            <ac:spMk id="4" creationId="{D93FA7D8-E4AF-828E-B25A-1D2AA3333125}"/>
          </ac:spMkLst>
        </pc:spChg>
        <pc:spChg chg="add del">
          <ac:chgData name="Arhath Kumar" userId="aa7f7cccaded4c37" providerId="LiveId" clId="{A9A8C257-B739-4B42-B4B3-B2382302E954}" dt="2025-09-05T10:59:41.053" v="31" actId="478"/>
          <ac:spMkLst>
            <pc:docMk/>
            <pc:sldMk cId="3032854966" sldId="294"/>
            <ac:spMk id="18" creationId="{F3A160D9-3503-3B40-EE1B-2DE7F7624BE8}"/>
          </ac:spMkLst>
        </pc:spChg>
        <pc:spChg chg="add mod">
          <ac:chgData name="Arhath Kumar" userId="aa7f7cccaded4c37" providerId="LiveId" clId="{A9A8C257-B739-4B42-B4B3-B2382302E954}" dt="2025-09-05T11:04:42.786" v="77" actId="207"/>
          <ac:spMkLst>
            <pc:docMk/>
            <pc:sldMk cId="3032854966" sldId="294"/>
            <ac:spMk id="24" creationId="{45C10CD7-C935-AC2F-D465-5AF94597E5BF}"/>
          </ac:spMkLst>
        </pc:spChg>
        <pc:spChg chg="add mod">
          <ac:chgData name="Arhath Kumar" userId="aa7f7cccaded4c37" providerId="LiveId" clId="{A9A8C257-B739-4B42-B4B3-B2382302E954}" dt="2025-09-05T11:04:29.617" v="76" actId="207"/>
          <ac:spMkLst>
            <pc:docMk/>
            <pc:sldMk cId="3032854966" sldId="294"/>
            <ac:spMk id="25" creationId="{576EA5D2-43FE-8DB2-CB61-5FED66224C31}"/>
          </ac:spMkLst>
        </pc:spChg>
        <pc:picChg chg="add mod">
          <ac:chgData name="Arhath Kumar" userId="aa7f7cccaded4c37" providerId="LiveId" clId="{A9A8C257-B739-4B42-B4B3-B2382302E954}" dt="2025-09-05T11:04:44.848" v="78" actId="1076"/>
          <ac:picMkLst>
            <pc:docMk/>
            <pc:sldMk cId="3032854966" sldId="294"/>
            <ac:picMk id="3" creationId="{EE76CAFC-0C7D-CB0C-6CA3-CE8A5CE0B1DC}"/>
          </ac:picMkLst>
        </pc:picChg>
      </pc:sldChg>
      <pc:sldChg chg="addSp delSp modSp new mod setBg">
        <pc:chgData name="Arhath Kumar" userId="aa7f7cccaded4c37" providerId="LiveId" clId="{A9A8C257-B739-4B42-B4B3-B2382302E954}" dt="2025-09-08T06:45:05.280" v="123" actId="5793"/>
        <pc:sldMkLst>
          <pc:docMk/>
          <pc:sldMk cId="2850817122" sldId="295"/>
        </pc:sldMkLst>
        <pc:spChg chg="del mod">
          <ac:chgData name="Arhath Kumar" userId="aa7f7cccaded4c37" providerId="LiveId" clId="{A9A8C257-B739-4B42-B4B3-B2382302E954}" dt="2025-09-08T06:43:02.358" v="100" actId="478"/>
          <ac:spMkLst>
            <pc:docMk/>
            <pc:sldMk cId="2850817122" sldId="295"/>
            <ac:spMk id="2" creationId="{F4458852-3358-1D38-7F4D-6DDC921FE8BC}"/>
          </ac:spMkLst>
        </pc:spChg>
        <pc:spChg chg="mod">
          <ac:chgData name="Arhath Kumar" userId="aa7f7cccaded4c37" providerId="LiveId" clId="{A9A8C257-B739-4B42-B4B3-B2382302E954}" dt="2025-09-08T06:45:05.280" v="123" actId="5793"/>
          <ac:spMkLst>
            <pc:docMk/>
            <pc:sldMk cId="2850817122" sldId="295"/>
            <ac:spMk id="3" creationId="{FAEE250E-79BB-CAAC-F035-7E6BC2A3D9C3}"/>
          </ac:spMkLst>
        </pc:spChg>
        <pc:spChg chg="add">
          <ac:chgData name="Arhath Kumar" userId="aa7f7cccaded4c37" providerId="LiveId" clId="{A9A8C257-B739-4B42-B4B3-B2382302E954}" dt="2025-09-08T06:42:58.252" v="99" actId="26606"/>
          <ac:spMkLst>
            <pc:docMk/>
            <pc:sldMk cId="2850817122" sldId="295"/>
            <ac:spMk id="8" creationId="{D038248A-211C-4EEC-8401-C761B929FB52}"/>
          </ac:spMkLst>
        </pc:spChg>
        <pc:spChg chg="add">
          <ac:chgData name="Arhath Kumar" userId="aa7f7cccaded4c37" providerId="LiveId" clId="{A9A8C257-B739-4B42-B4B3-B2382302E954}" dt="2025-09-08T06:42:58.252" v="99" actId="26606"/>
          <ac:spMkLst>
            <pc:docMk/>
            <pc:sldMk cId="2850817122" sldId="295"/>
            <ac:spMk id="10" creationId="{C30A849F-66D9-40C8-BEC8-35AFF8F4568F}"/>
          </ac:spMkLst>
        </pc:spChg>
        <pc:grpChg chg="add">
          <ac:chgData name="Arhath Kumar" userId="aa7f7cccaded4c37" providerId="LiveId" clId="{A9A8C257-B739-4B42-B4B3-B2382302E954}" dt="2025-09-08T06:42:58.252" v="99" actId="26606"/>
          <ac:grpSpMkLst>
            <pc:docMk/>
            <pc:sldMk cId="2850817122" sldId="295"/>
            <ac:grpSpMk id="12" creationId="{04542298-A2B1-480F-A11C-A40EDD19B857}"/>
          </ac:grpSpMkLst>
        </pc:grpChg>
        <pc:grpChg chg="add">
          <ac:chgData name="Arhath Kumar" userId="aa7f7cccaded4c37" providerId="LiveId" clId="{A9A8C257-B739-4B42-B4B3-B2382302E954}" dt="2025-09-08T06:42:58.252" v="99" actId="26606"/>
          <ac:grpSpMkLst>
            <pc:docMk/>
            <pc:sldMk cId="2850817122" sldId="295"/>
            <ac:grpSpMk id="18" creationId="{2A5C9C35-2375-49EB-B99C-17C87D42FE7C}"/>
          </ac:grpSpMkLst>
        </pc:grpChg>
      </pc:sldChg>
      <pc:sldChg chg="addSp delSp modSp new mod setBg">
        <pc:chgData name="Arhath Kumar" userId="aa7f7cccaded4c37" providerId="LiveId" clId="{A9A8C257-B739-4B42-B4B3-B2382302E954}" dt="2025-09-08T07:28:01.389" v="265" actId="2710"/>
        <pc:sldMkLst>
          <pc:docMk/>
          <pc:sldMk cId="2537862027" sldId="296"/>
        </pc:sldMkLst>
        <pc:spChg chg="del">
          <ac:chgData name="Arhath Kumar" userId="aa7f7cccaded4c37" providerId="LiveId" clId="{A9A8C257-B739-4B42-B4B3-B2382302E954}" dt="2025-09-08T07:21:14.436" v="217" actId="478"/>
          <ac:spMkLst>
            <pc:docMk/>
            <pc:sldMk cId="2537862027" sldId="296"/>
            <ac:spMk id="2" creationId="{40EA0D5E-44DB-6375-295B-F51ACEF3F618}"/>
          </ac:spMkLst>
        </pc:spChg>
        <pc:spChg chg="mod ord">
          <ac:chgData name="Arhath Kumar" userId="aa7f7cccaded4c37" providerId="LiveId" clId="{A9A8C257-B739-4B42-B4B3-B2382302E954}" dt="2025-09-08T07:28:01.389" v="265" actId="2710"/>
          <ac:spMkLst>
            <pc:docMk/>
            <pc:sldMk cId="2537862027" sldId="296"/>
            <ac:spMk id="3" creationId="{C4C2D912-70FD-F476-03B6-8FFC4F24F852}"/>
          </ac:spMkLst>
        </pc:spChg>
        <pc:spChg chg="add del mod">
          <ac:chgData name="Arhath Kumar" userId="aa7f7cccaded4c37" providerId="LiveId" clId="{A9A8C257-B739-4B42-B4B3-B2382302E954}" dt="2025-09-08T07:26:04.384" v="245" actId="478"/>
          <ac:spMkLst>
            <pc:docMk/>
            <pc:sldMk cId="2537862027" sldId="296"/>
            <ac:spMk id="5" creationId="{F23350D7-F79D-F8D0-5E16-AFF286795B15}"/>
          </ac:spMkLst>
        </pc:spChg>
        <pc:spChg chg="add">
          <ac:chgData name="Arhath Kumar" userId="aa7f7cccaded4c37" providerId="LiveId" clId="{A9A8C257-B739-4B42-B4B3-B2382302E954}" dt="2025-09-08T07:27:09.265" v="256" actId="26606"/>
          <ac:spMkLst>
            <pc:docMk/>
            <pc:sldMk cId="2537862027" sldId="296"/>
            <ac:spMk id="9" creationId="{A440A548-C0D4-4418-940E-EDC2F1D9A599}"/>
          </ac:spMkLst>
        </pc:spChg>
        <pc:spChg chg="add">
          <ac:chgData name="Arhath Kumar" userId="aa7f7cccaded4c37" providerId="LiveId" clId="{A9A8C257-B739-4B42-B4B3-B2382302E954}" dt="2025-09-08T07:27:09.265" v="256" actId="26606"/>
          <ac:spMkLst>
            <pc:docMk/>
            <pc:sldMk cId="2537862027" sldId="296"/>
            <ac:spMk id="11" creationId="{E708B267-8CD2-4684-A57B-9F1070769203}"/>
          </ac:spMkLst>
        </pc:spChg>
        <pc:grpChg chg="add">
          <ac:chgData name="Arhath Kumar" userId="aa7f7cccaded4c37" providerId="LiveId" clId="{A9A8C257-B739-4B42-B4B3-B2382302E954}" dt="2025-09-08T07:27:09.265" v="256" actId="26606"/>
          <ac:grpSpMkLst>
            <pc:docMk/>
            <pc:sldMk cId="2537862027" sldId="296"/>
            <ac:grpSpMk id="13" creationId="{41E5AB36-9328-47E9-95AD-E38AC1C0E18D}"/>
          </ac:grpSpMkLst>
        </pc:grpChg>
        <pc:picChg chg="add mod">
          <ac:chgData name="Arhath Kumar" userId="aa7f7cccaded4c37" providerId="LiveId" clId="{A9A8C257-B739-4B42-B4B3-B2382302E954}" dt="2025-09-08T07:27:23.514" v="260" actId="14100"/>
          <ac:picMkLst>
            <pc:docMk/>
            <pc:sldMk cId="2537862027" sldId="296"/>
            <ac:picMk id="4" creationId="{6067FF0A-D499-DF3C-28BA-9291228DAE9F}"/>
          </ac:picMkLst>
        </pc:picChg>
      </pc:sldChg>
      <pc:sldChg chg="modSp add mod">
        <pc:chgData name="Arhath Kumar" userId="aa7f7cccaded4c37" providerId="LiveId" clId="{A9A8C257-B739-4B42-B4B3-B2382302E954}" dt="2025-09-08T06:47:29.905" v="150" actId="27636"/>
        <pc:sldMkLst>
          <pc:docMk/>
          <pc:sldMk cId="3152167968" sldId="297"/>
        </pc:sldMkLst>
        <pc:spChg chg="mod">
          <ac:chgData name="Arhath Kumar" userId="aa7f7cccaded4c37" providerId="LiveId" clId="{A9A8C257-B739-4B42-B4B3-B2382302E954}" dt="2025-09-08T06:47:29.905" v="150" actId="27636"/>
          <ac:spMkLst>
            <pc:docMk/>
            <pc:sldMk cId="3152167968" sldId="297"/>
            <ac:spMk id="3" creationId="{FAEE250E-79BB-CAAC-F035-7E6BC2A3D9C3}"/>
          </ac:spMkLst>
        </pc:spChg>
      </pc:sldChg>
      <pc:sldChg chg="addSp delSp modSp add mod">
        <pc:chgData name="Arhath Kumar" userId="aa7f7cccaded4c37" providerId="LiveId" clId="{A9A8C257-B739-4B42-B4B3-B2382302E954}" dt="2025-09-08T07:08:43.984" v="216" actId="207"/>
        <pc:sldMkLst>
          <pc:docMk/>
          <pc:sldMk cId="1957890761" sldId="298"/>
        </pc:sldMkLst>
        <pc:spChg chg="del mod">
          <ac:chgData name="Arhath Kumar" userId="aa7f7cccaded4c37" providerId="LiveId" clId="{A9A8C257-B739-4B42-B4B3-B2382302E954}" dt="2025-09-08T06:48:08.293" v="154" actId="3680"/>
          <ac:spMkLst>
            <pc:docMk/>
            <pc:sldMk cId="1957890761" sldId="298"/>
            <ac:spMk id="3" creationId="{FAEE250E-79BB-CAAC-F035-7E6BC2A3D9C3}"/>
          </ac:spMkLst>
        </pc:spChg>
        <pc:spChg chg="add mod">
          <ac:chgData name="Arhath Kumar" userId="aa7f7cccaded4c37" providerId="LiveId" clId="{A9A8C257-B739-4B42-B4B3-B2382302E954}" dt="2025-09-08T06:51:01.123" v="170" actId="5793"/>
          <ac:spMkLst>
            <pc:docMk/>
            <pc:sldMk cId="1957890761" sldId="298"/>
            <ac:spMk id="5" creationId="{6567AC40-32F4-E514-F4FC-D4433A8EAD1A}"/>
          </ac:spMkLst>
        </pc:spChg>
        <pc:graphicFrameChg chg="add del mod ord modGraphic">
          <ac:chgData name="Arhath Kumar" userId="aa7f7cccaded4c37" providerId="LiveId" clId="{A9A8C257-B739-4B42-B4B3-B2382302E954}" dt="2025-09-08T06:50:11.140" v="164" actId="478"/>
          <ac:graphicFrameMkLst>
            <pc:docMk/>
            <pc:sldMk cId="1957890761" sldId="298"/>
            <ac:graphicFrameMk id="2" creationId="{1007A12E-2A50-E3D8-DC29-7B5F3763F190}"/>
          </ac:graphicFrameMkLst>
        </pc:graphicFrameChg>
        <pc:graphicFrameChg chg="add del mod modGraphic">
          <ac:chgData name="Arhath Kumar" userId="aa7f7cccaded4c37" providerId="LiveId" clId="{A9A8C257-B739-4B42-B4B3-B2382302E954}" dt="2025-09-08T06:58:48.780" v="179" actId="478"/>
          <ac:graphicFrameMkLst>
            <pc:docMk/>
            <pc:sldMk cId="1957890761" sldId="298"/>
            <ac:graphicFrameMk id="6" creationId="{EAA506C8-F17E-BA3B-69B9-4FC247D95C63}"/>
          </ac:graphicFrameMkLst>
        </pc:graphicFrameChg>
        <pc:graphicFrameChg chg="add mod modGraphic">
          <ac:chgData name="Arhath Kumar" userId="aa7f7cccaded4c37" providerId="LiveId" clId="{A9A8C257-B739-4B42-B4B3-B2382302E954}" dt="2025-09-08T07:08:43.984" v="216" actId="207"/>
          <ac:graphicFrameMkLst>
            <pc:docMk/>
            <pc:sldMk cId="1957890761" sldId="298"/>
            <ac:graphicFrameMk id="7" creationId="{0DF7F0FB-C10B-F992-77FA-312DC7D308F9}"/>
          </ac:graphicFrameMkLst>
        </pc:graphicFrameChg>
      </pc:sldChg>
      <pc:sldChg chg="addSp delSp modSp new mod setBg">
        <pc:chgData name="Arhath Kumar" userId="aa7f7cccaded4c37" providerId="LiveId" clId="{A9A8C257-B739-4B42-B4B3-B2382302E954}" dt="2025-09-08T07:33:58.609" v="299" actId="14734"/>
        <pc:sldMkLst>
          <pc:docMk/>
          <pc:sldMk cId="20600221" sldId="299"/>
        </pc:sldMkLst>
        <pc:spChg chg="del">
          <ac:chgData name="Arhath Kumar" userId="aa7f7cccaded4c37" providerId="LiveId" clId="{A9A8C257-B739-4B42-B4B3-B2382302E954}" dt="2025-09-08T07:28:13.688" v="267" actId="478"/>
          <ac:spMkLst>
            <pc:docMk/>
            <pc:sldMk cId="20600221" sldId="299"/>
            <ac:spMk id="2" creationId="{3CA6E679-4FB2-B10C-88EC-A47F6B0C0C5F}"/>
          </ac:spMkLst>
        </pc:spChg>
        <pc:spChg chg="del mod">
          <ac:chgData name="Arhath Kumar" userId="aa7f7cccaded4c37" providerId="LiveId" clId="{A9A8C257-B739-4B42-B4B3-B2382302E954}" dt="2025-09-08T07:29:13.373" v="272" actId="3680"/>
          <ac:spMkLst>
            <pc:docMk/>
            <pc:sldMk cId="20600221" sldId="299"/>
            <ac:spMk id="3" creationId="{F6133E65-5EA9-7FF0-CE0E-FC3B02CE8AEC}"/>
          </ac:spMkLst>
        </pc:spChg>
        <pc:spChg chg="add del">
          <ac:chgData name="Arhath Kumar" userId="aa7f7cccaded4c37" providerId="LiveId" clId="{A9A8C257-B739-4B42-B4B3-B2382302E954}" dt="2025-09-08T07:28:42.483" v="270" actId="26606"/>
          <ac:spMkLst>
            <pc:docMk/>
            <pc:sldMk cId="20600221" sldId="299"/>
            <ac:spMk id="8" creationId="{FA3C7DEA-BCC2-4295-8850-147993296189}"/>
          </ac:spMkLst>
        </pc:spChg>
        <pc:spChg chg="add del">
          <ac:chgData name="Arhath Kumar" userId="aa7f7cccaded4c37" providerId="LiveId" clId="{A9A8C257-B739-4B42-B4B3-B2382302E954}" dt="2025-09-08T07:28:42.483" v="270" actId="26606"/>
          <ac:spMkLst>
            <pc:docMk/>
            <pc:sldMk cId="20600221" sldId="299"/>
            <ac:spMk id="10" creationId="{C289949D-B9F6-468A-86FE-2694DC5AE773}"/>
          </ac:spMkLst>
        </pc:spChg>
        <pc:spChg chg="add">
          <ac:chgData name="Arhath Kumar" userId="aa7f7cccaded4c37" providerId="LiveId" clId="{A9A8C257-B739-4B42-B4B3-B2382302E954}" dt="2025-09-08T07:28:42.483" v="270" actId="26606"/>
          <ac:spMkLst>
            <pc:docMk/>
            <pc:sldMk cId="20600221" sldId="299"/>
            <ac:spMk id="21" creationId="{D038248A-211C-4EEC-8401-C761B929FB52}"/>
          </ac:spMkLst>
        </pc:spChg>
        <pc:spChg chg="add">
          <ac:chgData name="Arhath Kumar" userId="aa7f7cccaded4c37" providerId="LiveId" clId="{A9A8C257-B739-4B42-B4B3-B2382302E954}" dt="2025-09-08T07:28:42.483" v="270" actId="26606"/>
          <ac:spMkLst>
            <pc:docMk/>
            <pc:sldMk cId="20600221" sldId="299"/>
            <ac:spMk id="23" creationId="{C30A849F-66D9-40C8-BEC8-35AFF8F4568F}"/>
          </ac:spMkLst>
        </pc:spChg>
        <pc:grpChg chg="add del">
          <ac:chgData name="Arhath Kumar" userId="aa7f7cccaded4c37" providerId="LiveId" clId="{A9A8C257-B739-4B42-B4B3-B2382302E954}" dt="2025-09-08T07:28:42.483" v="270" actId="26606"/>
          <ac:grpSpMkLst>
            <pc:docMk/>
            <pc:sldMk cId="20600221" sldId="299"/>
            <ac:grpSpMk id="12" creationId="{E4DF0958-0C87-4C28-9554-2FADC788C2B1}"/>
          </ac:grpSpMkLst>
        </pc:grpChg>
        <pc:grpChg chg="add">
          <ac:chgData name="Arhath Kumar" userId="aa7f7cccaded4c37" providerId="LiveId" clId="{A9A8C257-B739-4B42-B4B3-B2382302E954}" dt="2025-09-08T07:28:42.483" v="270" actId="26606"/>
          <ac:grpSpMkLst>
            <pc:docMk/>
            <pc:sldMk cId="20600221" sldId="299"/>
            <ac:grpSpMk id="25" creationId="{04542298-A2B1-480F-A11C-A40EDD19B857}"/>
          </ac:grpSpMkLst>
        </pc:grpChg>
        <pc:grpChg chg="add">
          <ac:chgData name="Arhath Kumar" userId="aa7f7cccaded4c37" providerId="LiveId" clId="{A9A8C257-B739-4B42-B4B3-B2382302E954}" dt="2025-09-08T07:28:42.483" v="270" actId="26606"/>
          <ac:grpSpMkLst>
            <pc:docMk/>
            <pc:sldMk cId="20600221" sldId="299"/>
            <ac:grpSpMk id="31" creationId="{2A5C9C35-2375-49EB-B99C-17C87D42FE7C}"/>
          </ac:grpSpMkLst>
        </pc:grpChg>
        <pc:graphicFrameChg chg="add mod ord modGraphic">
          <ac:chgData name="Arhath Kumar" userId="aa7f7cccaded4c37" providerId="LiveId" clId="{A9A8C257-B739-4B42-B4B3-B2382302E954}" dt="2025-09-08T07:33:58.609" v="299" actId="14734"/>
          <ac:graphicFrameMkLst>
            <pc:docMk/>
            <pc:sldMk cId="20600221" sldId="299"/>
            <ac:graphicFrameMk id="4" creationId="{0FE9DC14-D558-A965-3F83-B3C3058037EB}"/>
          </ac:graphicFrameMkLst>
        </pc:graphicFrameChg>
      </pc:sldChg>
      <pc:sldChg chg="addSp delSp modSp new mod setBg">
        <pc:chgData name="Arhath Kumar" userId="aa7f7cccaded4c37" providerId="LiveId" clId="{A9A8C257-B739-4B42-B4B3-B2382302E954}" dt="2025-09-16T04:46:36.375" v="339" actId="255"/>
        <pc:sldMkLst>
          <pc:docMk/>
          <pc:sldMk cId="3809404654" sldId="312"/>
        </pc:sldMkLst>
        <pc:spChg chg="del">
          <ac:chgData name="Arhath Kumar" userId="aa7f7cccaded4c37" providerId="LiveId" clId="{A9A8C257-B739-4B42-B4B3-B2382302E954}" dt="2025-09-16T04:43:25.322" v="301" actId="478"/>
          <ac:spMkLst>
            <pc:docMk/>
            <pc:sldMk cId="3809404654" sldId="312"/>
            <ac:spMk id="2" creationId="{93CB522E-3AC3-4785-7293-5BF75FC385F4}"/>
          </ac:spMkLst>
        </pc:spChg>
        <pc:spChg chg="del mod">
          <ac:chgData name="Arhath Kumar" userId="aa7f7cccaded4c37" providerId="LiveId" clId="{A9A8C257-B739-4B42-B4B3-B2382302E954}" dt="2025-09-16T04:44:06.649" v="307"/>
          <ac:spMkLst>
            <pc:docMk/>
            <pc:sldMk cId="3809404654" sldId="312"/>
            <ac:spMk id="3" creationId="{72A1D4F3-CA92-0261-FE1C-EC13DD360DB1}"/>
          </ac:spMkLst>
        </pc:spChg>
        <pc:spChg chg="add mod">
          <ac:chgData name="Arhath Kumar" userId="aa7f7cccaded4c37" providerId="LiveId" clId="{A9A8C257-B739-4B42-B4B3-B2382302E954}" dt="2025-09-16T04:46:36.375" v="339" actId="255"/>
          <ac:spMkLst>
            <pc:docMk/>
            <pc:sldMk cId="3809404654" sldId="312"/>
            <ac:spMk id="4" creationId="{51397183-0850-415F-26CB-645756DB1E8B}"/>
          </ac:spMkLst>
        </pc:spChg>
        <pc:spChg chg="add">
          <ac:chgData name="Arhath Kumar" userId="aa7f7cccaded4c37" providerId="LiveId" clId="{A9A8C257-B739-4B42-B4B3-B2382302E954}" dt="2025-09-16T04:43:50.186" v="302" actId="26606"/>
          <ac:spMkLst>
            <pc:docMk/>
            <pc:sldMk cId="3809404654" sldId="312"/>
            <ac:spMk id="8" creationId="{4BC99CB9-DDAD-44A2-8A1C-E3AF4E72DF5C}"/>
          </ac:spMkLst>
        </pc:spChg>
        <pc:grpChg chg="add">
          <ac:chgData name="Arhath Kumar" userId="aa7f7cccaded4c37" providerId="LiveId" clId="{A9A8C257-B739-4B42-B4B3-B2382302E954}" dt="2025-09-16T04:43:50.186" v="302" actId="26606"/>
          <ac:grpSpMkLst>
            <pc:docMk/>
            <pc:sldMk cId="3809404654" sldId="312"/>
            <ac:grpSpMk id="10" creationId="{05545017-2445-4AB3-95A6-48F17C802612}"/>
          </ac:grpSpMkLst>
        </pc:grpChg>
        <pc:grpChg chg="add">
          <ac:chgData name="Arhath Kumar" userId="aa7f7cccaded4c37" providerId="LiveId" clId="{A9A8C257-B739-4B42-B4B3-B2382302E954}" dt="2025-09-16T04:43:50.186" v="302" actId="26606"/>
          <ac:grpSpMkLst>
            <pc:docMk/>
            <pc:sldMk cId="3809404654" sldId="312"/>
            <ac:grpSpMk id="16" creationId="{06B7259D-F2AD-42FE-B984-6D1D74321C5D}"/>
          </ac:grpSpMkLst>
        </pc:grpChg>
      </pc:sldChg>
      <pc:sldChg chg="addSp modSp add mod">
        <pc:chgData name="Arhath Kumar" userId="aa7f7cccaded4c37" providerId="LiveId" clId="{A9A8C257-B739-4B42-B4B3-B2382302E954}" dt="2025-09-16T04:53:58.047" v="409" actId="1076"/>
        <pc:sldMkLst>
          <pc:docMk/>
          <pc:sldMk cId="1413442237" sldId="313"/>
        </pc:sldMkLst>
        <pc:spChg chg="add mod">
          <ac:chgData name="Arhath Kumar" userId="aa7f7cccaded4c37" providerId="LiveId" clId="{A9A8C257-B739-4B42-B4B3-B2382302E954}" dt="2025-09-16T04:53:58.047" v="409" actId="1076"/>
          <ac:spMkLst>
            <pc:docMk/>
            <pc:sldMk cId="1413442237" sldId="313"/>
            <ac:spMk id="3" creationId="{F2B24076-EC29-D175-C108-B79E8F6F904F}"/>
          </ac:spMkLst>
        </pc:spChg>
        <pc:spChg chg="mod">
          <ac:chgData name="Arhath Kumar" userId="aa7f7cccaded4c37" providerId="LiveId" clId="{A9A8C257-B739-4B42-B4B3-B2382302E954}" dt="2025-09-16T04:53:51.581" v="407" actId="1076"/>
          <ac:spMkLst>
            <pc:docMk/>
            <pc:sldMk cId="1413442237" sldId="313"/>
            <ac:spMk id="4" creationId="{51397183-0850-415F-26CB-645756DB1E8B}"/>
          </ac:spMkLst>
        </pc:spChg>
        <pc:graphicFrameChg chg="add mod modGraphic">
          <ac:chgData name="Arhath Kumar" userId="aa7f7cccaded4c37" providerId="LiveId" clId="{A9A8C257-B739-4B42-B4B3-B2382302E954}" dt="2025-09-16T04:53:54.960" v="408" actId="1076"/>
          <ac:graphicFrameMkLst>
            <pc:docMk/>
            <pc:sldMk cId="1413442237" sldId="313"/>
            <ac:graphicFrameMk id="2" creationId="{A1A17FBA-E42B-0858-AB80-30E8825E4CD3}"/>
          </ac:graphicFrameMkLst>
        </pc:graphicFrameChg>
      </pc:sldChg>
      <pc:sldChg chg="addSp delSp modSp add mod">
        <pc:chgData name="Arhath Kumar" userId="aa7f7cccaded4c37" providerId="LiveId" clId="{A9A8C257-B739-4B42-B4B3-B2382302E954}" dt="2025-09-16T04:56:44.811" v="420" actId="1076"/>
        <pc:sldMkLst>
          <pc:docMk/>
          <pc:sldMk cId="905979627" sldId="314"/>
        </pc:sldMkLst>
        <pc:spChg chg="del">
          <ac:chgData name="Arhath Kumar" userId="aa7f7cccaded4c37" providerId="LiveId" clId="{A9A8C257-B739-4B42-B4B3-B2382302E954}" dt="2025-09-16T04:54:53.409" v="415" actId="478"/>
          <ac:spMkLst>
            <pc:docMk/>
            <pc:sldMk cId="905979627" sldId="314"/>
            <ac:spMk id="3" creationId="{F2B24076-EC29-D175-C108-B79E8F6F904F}"/>
          </ac:spMkLst>
        </pc:spChg>
        <pc:spChg chg="del">
          <ac:chgData name="Arhath Kumar" userId="aa7f7cccaded4c37" providerId="LiveId" clId="{A9A8C257-B739-4B42-B4B3-B2382302E954}" dt="2025-09-16T04:54:40.383" v="412" actId="478"/>
          <ac:spMkLst>
            <pc:docMk/>
            <pc:sldMk cId="905979627" sldId="314"/>
            <ac:spMk id="4" creationId="{51397183-0850-415F-26CB-645756DB1E8B}"/>
          </ac:spMkLst>
        </pc:spChg>
        <pc:spChg chg="add del mod">
          <ac:chgData name="Arhath Kumar" userId="aa7f7cccaded4c37" providerId="LiveId" clId="{A9A8C257-B739-4B42-B4B3-B2382302E954}" dt="2025-09-16T04:56:14.054" v="416"/>
          <ac:spMkLst>
            <pc:docMk/>
            <pc:sldMk cId="905979627" sldId="314"/>
            <ac:spMk id="5" creationId="{DCA3A54F-A158-C1B7-C88A-B98A22440B1F}"/>
          </ac:spMkLst>
        </pc:spChg>
        <pc:spChg chg="add mod">
          <ac:chgData name="Arhath Kumar" userId="aa7f7cccaded4c37" providerId="LiveId" clId="{A9A8C257-B739-4B42-B4B3-B2382302E954}" dt="2025-09-16T04:56:44.811" v="420" actId="1076"/>
          <ac:spMkLst>
            <pc:docMk/>
            <pc:sldMk cId="905979627" sldId="314"/>
            <ac:spMk id="7" creationId="{302B9CD7-FD7C-0D2E-AA79-05FA9F0B7EDA}"/>
          </ac:spMkLst>
        </pc:spChg>
        <pc:graphicFrameChg chg="del modGraphic">
          <ac:chgData name="Arhath Kumar" userId="aa7f7cccaded4c37" providerId="LiveId" clId="{A9A8C257-B739-4B42-B4B3-B2382302E954}" dt="2025-09-16T04:54:43.663" v="413" actId="478"/>
          <ac:graphicFrameMkLst>
            <pc:docMk/>
            <pc:sldMk cId="905979627" sldId="314"/>
            <ac:graphicFrameMk id="2" creationId="{A1A17FBA-E42B-0858-AB80-30E8825E4CD3}"/>
          </ac:graphicFrameMkLst>
        </pc:graphicFrameChg>
        <pc:picChg chg="add mod">
          <ac:chgData name="Arhath Kumar" userId="aa7f7cccaded4c37" providerId="LiveId" clId="{A9A8C257-B739-4B42-B4B3-B2382302E954}" dt="2025-09-16T04:56:23.717" v="417" actId="1076"/>
          <ac:picMkLst>
            <pc:docMk/>
            <pc:sldMk cId="905979627" sldId="314"/>
            <ac:picMk id="6" creationId="{7A4BCB18-A7B3-1947-B398-787C6A97EB97}"/>
          </ac:picMkLst>
        </pc:picChg>
      </pc:sldChg>
      <pc:sldChg chg="addSp delSp modSp add mod">
        <pc:chgData name="Arhath Kumar" userId="aa7f7cccaded4c37" providerId="LiveId" clId="{A9A8C257-B739-4B42-B4B3-B2382302E954}" dt="2025-09-16T05:41:16.560" v="917" actId="1076"/>
        <pc:sldMkLst>
          <pc:docMk/>
          <pc:sldMk cId="2430653555" sldId="315"/>
        </pc:sldMkLst>
        <pc:spChg chg="add del mod">
          <ac:chgData name="Arhath Kumar" userId="aa7f7cccaded4c37" providerId="LiveId" clId="{A9A8C257-B739-4B42-B4B3-B2382302E954}" dt="2025-09-16T04:57:14.298" v="423"/>
          <ac:spMkLst>
            <pc:docMk/>
            <pc:sldMk cId="2430653555" sldId="315"/>
            <ac:spMk id="3" creationId="{892759E7-E6A5-8232-F319-B9108B3074F2}"/>
          </ac:spMkLst>
        </pc:spChg>
        <pc:spChg chg="add mod">
          <ac:chgData name="Arhath Kumar" userId="aa7f7cccaded4c37" providerId="LiveId" clId="{A9A8C257-B739-4B42-B4B3-B2382302E954}" dt="2025-09-16T05:40:55.882" v="914" actId="1076"/>
          <ac:spMkLst>
            <pc:docMk/>
            <pc:sldMk cId="2430653555" sldId="315"/>
            <ac:spMk id="4" creationId="{9D50E92F-BA62-1376-B942-03459AE0EA9C}"/>
          </ac:spMkLst>
        </pc:spChg>
        <pc:spChg chg="add del mod">
          <ac:chgData name="Arhath Kumar" userId="aa7f7cccaded4c37" providerId="LiveId" clId="{A9A8C257-B739-4B42-B4B3-B2382302E954}" dt="2025-09-16T05:35:37.687" v="874"/>
          <ac:spMkLst>
            <pc:docMk/>
            <pc:sldMk cId="2430653555" sldId="315"/>
            <ac:spMk id="5" creationId="{AC3C8FD7-FF07-8461-F8F2-F70427666B74}"/>
          </ac:spMkLst>
        </pc:spChg>
        <pc:spChg chg="del mod">
          <ac:chgData name="Arhath Kumar" userId="aa7f7cccaded4c37" providerId="LiveId" clId="{A9A8C257-B739-4B42-B4B3-B2382302E954}" dt="2025-09-16T04:57:37.908" v="429" actId="478"/>
          <ac:spMkLst>
            <pc:docMk/>
            <pc:sldMk cId="2430653555" sldId="315"/>
            <ac:spMk id="7" creationId="{302B9CD7-FD7C-0D2E-AA79-05FA9F0B7EDA}"/>
          </ac:spMkLst>
        </pc:spChg>
        <pc:spChg chg="add del mod">
          <ac:chgData name="Arhath Kumar" userId="aa7f7cccaded4c37" providerId="LiveId" clId="{A9A8C257-B739-4B42-B4B3-B2382302E954}" dt="2025-09-16T05:35:37.687" v="872" actId="478"/>
          <ac:spMkLst>
            <pc:docMk/>
            <pc:sldMk cId="2430653555" sldId="315"/>
            <ac:spMk id="9" creationId="{803D5865-4EC2-0A87-61AA-00D4743C2810}"/>
          </ac:spMkLst>
        </pc:spChg>
        <pc:spChg chg="add mod">
          <ac:chgData name="Arhath Kumar" userId="aa7f7cccaded4c37" providerId="LiveId" clId="{A9A8C257-B739-4B42-B4B3-B2382302E954}" dt="2025-09-16T05:41:16.560" v="917" actId="1076"/>
          <ac:spMkLst>
            <pc:docMk/>
            <pc:sldMk cId="2430653555" sldId="315"/>
            <ac:spMk id="15" creationId="{2628BEA8-63CB-9A69-2886-2A532FA75160}"/>
          </ac:spMkLst>
        </pc:spChg>
        <pc:spChg chg="add mod">
          <ac:chgData name="Arhath Kumar" userId="aa7f7cccaded4c37" providerId="LiveId" clId="{A9A8C257-B739-4B42-B4B3-B2382302E954}" dt="2025-09-16T05:41:10.996" v="916" actId="207"/>
          <ac:spMkLst>
            <pc:docMk/>
            <pc:sldMk cId="2430653555" sldId="315"/>
            <ac:spMk id="21" creationId="{0ADA71D8-F65E-208F-9E1C-C7A36A4DAD05}"/>
          </ac:spMkLst>
        </pc:spChg>
        <pc:picChg chg="del">
          <ac:chgData name="Arhath Kumar" userId="aa7f7cccaded4c37" providerId="LiveId" clId="{A9A8C257-B739-4B42-B4B3-B2382302E954}" dt="2025-09-16T04:56:56.449" v="422" actId="478"/>
          <ac:picMkLst>
            <pc:docMk/>
            <pc:sldMk cId="2430653555" sldId="315"/>
            <ac:picMk id="6" creationId="{7A4BCB18-A7B3-1947-B398-787C6A97EB97}"/>
          </ac:picMkLst>
        </pc:picChg>
      </pc:sldChg>
      <pc:sldChg chg="addSp delSp modSp add mod">
        <pc:chgData name="Arhath Kumar" userId="aa7f7cccaded4c37" providerId="LiveId" clId="{A9A8C257-B739-4B42-B4B3-B2382302E954}" dt="2025-09-16T05:33:34.801" v="868" actId="255"/>
        <pc:sldMkLst>
          <pc:docMk/>
          <pc:sldMk cId="1848456573" sldId="316"/>
        </pc:sldMkLst>
        <pc:spChg chg="add del mod">
          <ac:chgData name="Arhath Kumar" userId="aa7f7cccaded4c37" providerId="LiveId" clId="{A9A8C257-B739-4B42-B4B3-B2382302E954}" dt="2025-09-16T04:59:27.561" v="441" actId="478"/>
          <ac:spMkLst>
            <pc:docMk/>
            <pc:sldMk cId="1848456573" sldId="316"/>
            <ac:spMk id="2" creationId="{D54CC35C-A14F-B42D-DF68-9E35437CFC72}"/>
          </ac:spMkLst>
        </pc:spChg>
        <pc:spChg chg="add del mod">
          <ac:chgData name="Arhath Kumar" userId="aa7f7cccaded4c37" providerId="LiveId" clId="{A9A8C257-B739-4B42-B4B3-B2382302E954}" dt="2025-09-16T05:30:41.189" v="821" actId="478"/>
          <ac:spMkLst>
            <pc:docMk/>
            <pc:sldMk cId="1848456573" sldId="316"/>
            <ac:spMk id="3" creationId="{062CA5AF-FF5B-3421-F2EE-59ACA7ED4F36}"/>
          </ac:spMkLst>
        </pc:spChg>
        <pc:spChg chg="mod">
          <ac:chgData name="Arhath Kumar" userId="aa7f7cccaded4c37" providerId="LiveId" clId="{A9A8C257-B739-4B42-B4B3-B2382302E954}" dt="2025-09-16T05:33:34.801" v="868" actId="255"/>
          <ac:spMkLst>
            <pc:docMk/>
            <pc:sldMk cId="1848456573" sldId="316"/>
            <ac:spMk id="4" creationId="{9D50E92F-BA62-1376-B942-03459AE0EA9C}"/>
          </ac:spMkLst>
        </pc:spChg>
      </pc:sldChg>
      <pc:sldChg chg="addSp delSp modSp add mod">
        <pc:chgData name="Arhath Kumar" userId="aa7f7cccaded4c37" providerId="LiveId" clId="{A9A8C257-B739-4B42-B4B3-B2382302E954}" dt="2025-09-16T05:38:40.885" v="895" actId="207"/>
        <pc:sldMkLst>
          <pc:docMk/>
          <pc:sldMk cId="2256263235" sldId="317"/>
        </pc:sldMkLst>
        <pc:spChg chg="add del mod">
          <ac:chgData name="Arhath Kumar" userId="aa7f7cccaded4c37" providerId="LiveId" clId="{A9A8C257-B739-4B42-B4B3-B2382302E954}" dt="2025-09-16T05:05:09.883" v="563"/>
          <ac:spMkLst>
            <pc:docMk/>
            <pc:sldMk cId="2256263235" sldId="317"/>
            <ac:spMk id="2" creationId="{5581D92C-941C-714A-3615-89BB49508EA9}"/>
          </ac:spMkLst>
        </pc:spChg>
        <pc:spChg chg="add del mod">
          <ac:chgData name="Arhath Kumar" userId="aa7f7cccaded4c37" providerId="LiveId" clId="{A9A8C257-B739-4B42-B4B3-B2382302E954}" dt="2025-09-16T05:05:09.883" v="561" actId="478"/>
          <ac:spMkLst>
            <pc:docMk/>
            <pc:sldMk cId="2256263235" sldId="317"/>
            <ac:spMk id="3" creationId="{3FF6E328-7373-AA58-CC27-6E82DBAD0F6E}"/>
          </ac:spMkLst>
        </pc:spChg>
        <pc:spChg chg="mod">
          <ac:chgData name="Arhath Kumar" userId="aa7f7cccaded4c37" providerId="LiveId" clId="{A9A8C257-B739-4B42-B4B3-B2382302E954}" dt="2025-09-16T05:38:40.885" v="895" actId="207"/>
          <ac:spMkLst>
            <pc:docMk/>
            <pc:sldMk cId="2256263235" sldId="317"/>
            <ac:spMk id="4" creationId="{9D50E92F-BA62-1376-B942-03459AE0EA9C}"/>
          </ac:spMkLst>
        </pc:spChg>
      </pc:sldChg>
      <pc:sldChg chg="delSp modSp new del mod">
        <pc:chgData name="Arhath Kumar" userId="aa7f7cccaded4c37" providerId="LiveId" clId="{A9A8C257-B739-4B42-B4B3-B2382302E954}" dt="2025-09-16T05:38:50.028" v="896" actId="47"/>
        <pc:sldMkLst>
          <pc:docMk/>
          <pc:sldMk cId="2177432087" sldId="318"/>
        </pc:sldMkLst>
        <pc:spChg chg="del">
          <ac:chgData name="Arhath Kumar" userId="aa7f7cccaded4c37" providerId="LiveId" clId="{A9A8C257-B739-4B42-B4B3-B2382302E954}" dt="2025-09-16T05:09:05.143" v="641" actId="478"/>
          <ac:spMkLst>
            <pc:docMk/>
            <pc:sldMk cId="2177432087" sldId="318"/>
            <ac:spMk id="2" creationId="{0BB24EBA-4154-EBE6-A4D5-A745C9133B42}"/>
          </ac:spMkLst>
        </pc:spChg>
        <pc:spChg chg="mod">
          <ac:chgData name="Arhath Kumar" userId="aa7f7cccaded4c37" providerId="LiveId" clId="{A9A8C257-B739-4B42-B4B3-B2382302E954}" dt="2025-09-16T05:09:08.523" v="642" actId="14100"/>
          <ac:spMkLst>
            <pc:docMk/>
            <pc:sldMk cId="2177432087" sldId="318"/>
            <ac:spMk id="3" creationId="{AF3DA878-2B14-225A-B6BB-83A030839087}"/>
          </ac:spMkLst>
        </pc:spChg>
      </pc:sldChg>
      <pc:sldChg chg="addSp delSp modSp add mod">
        <pc:chgData name="Arhath Kumar" userId="aa7f7cccaded4c37" providerId="LiveId" clId="{A9A8C257-B739-4B42-B4B3-B2382302E954}" dt="2025-09-16T05:38:16.752" v="890" actId="1076"/>
        <pc:sldMkLst>
          <pc:docMk/>
          <pc:sldMk cId="122701937" sldId="319"/>
        </pc:sldMkLst>
        <pc:spChg chg="add del mod">
          <ac:chgData name="Arhath Kumar" userId="aa7f7cccaded4c37" providerId="LiveId" clId="{A9A8C257-B739-4B42-B4B3-B2382302E954}" dt="2025-09-16T05:21:11.946" v="711"/>
          <ac:spMkLst>
            <pc:docMk/>
            <pc:sldMk cId="122701937" sldId="319"/>
            <ac:spMk id="2" creationId="{63876C3E-9365-68A3-5F3E-8DE5E5B8045C}"/>
          </ac:spMkLst>
        </pc:spChg>
        <pc:spChg chg="add del mod">
          <ac:chgData name="Arhath Kumar" userId="aa7f7cccaded4c37" providerId="LiveId" clId="{A9A8C257-B739-4B42-B4B3-B2382302E954}" dt="2025-09-16T05:22:29.644" v="721"/>
          <ac:spMkLst>
            <pc:docMk/>
            <pc:sldMk cId="122701937" sldId="319"/>
            <ac:spMk id="3" creationId="{B61A630A-1AB2-497F-4BEA-4500A8634575}"/>
          </ac:spMkLst>
        </pc:spChg>
        <pc:spChg chg="mod">
          <ac:chgData name="Arhath Kumar" userId="aa7f7cccaded4c37" providerId="LiveId" clId="{A9A8C257-B739-4B42-B4B3-B2382302E954}" dt="2025-09-16T05:38:11.311" v="889" actId="113"/>
          <ac:spMkLst>
            <pc:docMk/>
            <pc:sldMk cId="122701937" sldId="319"/>
            <ac:spMk id="4" creationId="{9D50E92F-BA62-1376-B942-03459AE0EA9C}"/>
          </ac:spMkLst>
        </pc:spChg>
        <pc:spChg chg="add del mod">
          <ac:chgData name="Arhath Kumar" userId="aa7f7cccaded4c37" providerId="LiveId" clId="{A9A8C257-B739-4B42-B4B3-B2382302E954}" dt="2025-09-16T05:22:29.644" v="719" actId="478"/>
          <ac:spMkLst>
            <pc:docMk/>
            <pc:sldMk cId="122701937" sldId="319"/>
            <ac:spMk id="5" creationId="{CB853222-4C28-162B-C384-734A8AD9FD11}"/>
          </ac:spMkLst>
        </pc:spChg>
        <pc:spChg chg="add mod">
          <ac:chgData name="Arhath Kumar" userId="aa7f7cccaded4c37" providerId="LiveId" clId="{A9A8C257-B739-4B42-B4B3-B2382302E954}" dt="2025-09-16T05:38:16.752" v="890" actId="1076"/>
          <ac:spMkLst>
            <pc:docMk/>
            <pc:sldMk cId="122701937" sldId="319"/>
            <ac:spMk id="6" creationId="{6994585F-FBCC-47E4-1A87-0212EA3AA179}"/>
          </ac:spMkLst>
        </pc:spChg>
      </pc:sldChg>
      <pc:sldChg chg="addSp delSp modSp add mod">
        <pc:chgData name="Arhath Kumar" userId="aa7f7cccaded4c37" providerId="LiveId" clId="{A9A8C257-B739-4B42-B4B3-B2382302E954}" dt="2025-09-16T05:38:00.602" v="888" actId="1076"/>
        <pc:sldMkLst>
          <pc:docMk/>
          <pc:sldMk cId="1041213724" sldId="320"/>
        </pc:sldMkLst>
        <pc:spChg chg="add del mod">
          <ac:chgData name="Arhath Kumar" userId="aa7f7cccaded4c37" providerId="LiveId" clId="{A9A8C257-B739-4B42-B4B3-B2382302E954}" dt="2025-09-16T05:26:09.058" v="760"/>
          <ac:spMkLst>
            <pc:docMk/>
            <pc:sldMk cId="1041213724" sldId="320"/>
            <ac:spMk id="2" creationId="{A7A6CB29-2593-2741-6C95-7ED11D1D06E6}"/>
          </ac:spMkLst>
        </pc:spChg>
        <pc:spChg chg="add del mod">
          <ac:chgData name="Arhath Kumar" userId="aa7f7cccaded4c37" providerId="LiveId" clId="{A9A8C257-B739-4B42-B4B3-B2382302E954}" dt="2025-09-16T05:26:09.058" v="762"/>
          <ac:spMkLst>
            <pc:docMk/>
            <pc:sldMk cId="1041213724" sldId="320"/>
            <ac:spMk id="3" creationId="{825FC363-922A-3023-4A33-21154F432EF6}"/>
          </ac:spMkLst>
        </pc:spChg>
        <pc:spChg chg="mod">
          <ac:chgData name="Arhath Kumar" userId="aa7f7cccaded4c37" providerId="LiveId" clId="{A9A8C257-B739-4B42-B4B3-B2382302E954}" dt="2025-09-16T05:29:07.154" v="814" actId="255"/>
          <ac:spMkLst>
            <pc:docMk/>
            <pc:sldMk cId="1041213724" sldId="320"/>
            <ac:spMk id="4" creationId="{9D50E92F-BA62-1376-B942-03459AE0EA9C}"/>
          </ac:spMkLst>
        </pc:spChg>
        <pc:spChg chg="add del mod">
          <ac:chgData name="Arhath Kumar" userId="aa7f7cccaded4c37" providerId="LiveId" clId="{A9A8C257-B739-4B42-B4B3-B2382302E954}" dt="2025-09-16T05:26:09.058" v="758" actId="478"/>
          <ac:spMkLst>
            <pc:docMk/>
            <pc:sldMk cId="1041213724" sldId="320"/>
            <ac:spMk id="5" creationId="{85180ED1-278D-14A7-61CC-E53A644B0C71}"/>
          </ac:spMkLst>
        </pc:spChg>
        <pc:spChg chg="add del mod">
          <ac:chgData name="Arhath Kumar" userId="aa7f7cccaded4c37" providerId="LiveId" clId="{A9A8C257-B739-4B42-B4B3-B2382302E954}" dt="2025-09-16T05:26:09.058" v="764"/>
          <ac:spMkLst>
            <pc:docMk/>
            <pc:sldMk cId="1041213724" sldId="320"/>
            <ac:spMk id="6" creationId="{36B82BC5-02E2-CCE0-3F8A-275CD6121940}"/>
          </ac:spMkLst>
        </pc:spChg>
        <pc:spChg chg="add mod">
          <ac:chgData name="Arhath Kumar" userId="aa7f7cccaded4c37" providerId="LiveId" clId="{A9A8C257-B739-4B42-B4B3-B2382302E954}" dt="2025-09-16T05:38:00.602" v="888" actId="1076"/>
          <ac:spMkLst>
            <pc:docMk/>
            <pc:sldMk cId="1041213724" sldId="320"/>
            <ac:spMk id="7" creationId="{06736730-A748-5896-631B-39377C48CFD9}"/>
          </ac:spMkLst>
        </pc:spChg>
        <pc:spChg chg="add del mod">
          <ac:chgData name="Arhath Kumar" userId="aa7f7cccaded4c37" providerId="LiveId" clId="{A9A8C257-B739-4B42-B4B3-B2382302E954}" dt="2025-09-16T05:26:54.453" v="770" actId="478"/>
          <ac:spMkLst>
            <pc:docMk/>
            <pc:sldMk cId="1041213724" sldId="320"/>
            <ac:spMk id="9" creationId="{E36CF1BA-20AF-49DF-0759-5FE3EB3D56D9}"/>
          </ac:spMkLst>
        </pc:spChg>
      </pc:sldChg>
      <pc:sldChg chg="addSp delSp modSp new mod setBg">
        <pc:chgData name="Arhath Kumar" userId="aa7f7cccaded4c37" providerId="LiveId" clId="{A9A8C257-B739-4B42-B4B3-B2382302E954}" dt="2025-09-17T04:12:25.539" v="1169" actId="255"/>
        <pc:sldMkLst>
          <pc:docMk/>
          <pc:sldMk cId="675103560" sldId="321"/>
        </pc:sldMkLst>
        <pc:spChg chg="add del mod">
          <ac:chgData name="Arhath Kumar" userId="aa7f7cccaded4c37" providerId="LiveId" clId="{A9A8C257-B739-4B42-B4B3-B2382302E954}" dt="2025-09-17T04:10:55.727" v="1163"/>
          <ac:spMkLst>
            <pc:docMk/>
            <pc:sldMk cId="675103560" sldId="321"/>
            <ac:spMk id="2" creationId="{3C4FFF34-4BD9-10C5-C076-E0883E598F58}"/>
          </ac:spMkLst>
        </pc:spChg>
        <pc:spChg chg="del mod">
          <ac:chgData name="Arhath Kumar" userId="aa7f7cccaded4c37" providerId="LiveId" clId="{A9A8C257-B739-4B42-B4B3-B2382302E954}" dt="2025-09-16T05:43:25.914" v="920" actId="478"/>
          <ac:spMkLst>
            <pc:docMk/>
            <pc:sldMk cId="675103560" sldId="321"/>
            <ac:spMk id="2" creationId="{D89FE001-E01A-BC17-3992-4A57F72C25AE}"/>
          </ac:spMkLst>
        </pc:spChg>
        <pc:spChg chg="del mod">
          <ac:chgData name="Arhath Kumar" userId="aa7f7cccaded4c37" providerId="LiveId" clId="{A9A8C257-B739-4B42-B4B3-B2382302E954}" dt="2025-09-16T05:43:29.508" v="921" actId="478"/>
          <ac:spMkLst>
            <pc:docMk/>
            <pc:sldMk cId="675103560" sldId="321"/>
            <ac:spMk id="3" creationId="{3A946B7F-55E6-EB02-22AD-33B2C2280EA6}"/>
          </ac:spMkLst>
        </pc:spChg>
        <pc:spChg chg="add mod">
          <ac:chgData name="Arhath Kumar" userId="aa7f7cccaded4c37" providerId="LiveId" clId="{A9A8C257-B739-4B42-B4B3-B2382302E954}" dt="2025-09-17T04:12:25.539" v="1169" actId="255"/>
          <ac:spMkLst>
            <pc:docMk/>
            <pc:sldMk cId="675103560" sldId="321"/>
            <ac:spMk id="4" creationId="{0A3DD11E-656E-1B8C-EEDD-0F5E5FA5CD45}"/>
          </ac:spMkLst>
        </pc:spChg>
        <pc:spChg chg="add">
          <ac:chgData name="Arhath Kumar" userId="aa7f7cccaded4c37" providerId="LiveId" clId="{A9A8C257-B739-4B42-B4B3-B2382302E954}" dt="2025-09-16T05:43:22.705" v="919" actId="26606"/>
          <ac:spMkLst>
            <pc:docMk/>
            <pc:sldMk cId="675103560" sldId="321"/>
            <ac:spMk id="8" creationId="{4BC99CB9-DDAD-44A2-8A1C-E3AF4E72DF5C}"/>
          </ac:spMkLst>
        </pc:spChg>
        <pc:grpChg chg="add">
          <ac:chgData name="Arhath Kumar" userId="aa7f7cccaded4c37" providerId="LiveId" clId="{A9A8C257-B739-4B42-B4B3-B2382302E954}" dt="2025-09-16T05:43:22.705" v="919" actId="26606"/>
          <ac:grpSpMkLst>
            <pc:docMk/>
            <pc:sldMk cId="675103560" sldId="321"/>
            <ac:grpSpMk id="10" creationId="{05545017-2445-4AB3-95A6-48F17C802612}"/>
          </ac:grpSpMkLst>
        </pc:grpChg>
        <pc:grpChg chg="add">
          <ac:chgData name="Arhath Kumar" userId="aa7f7cccaded4c37" providerId="LiveId" clId="{A9A8C257-B739-4B42-B4B3-B2382302E954}" dt="2025-09-16T05:43:22.705" v="919" actId="26606"/>
          <ac:grpSpMkLst>
            <pc:docMk/>
            <pc:sldMk cId="675103560" sldId="321"/>
            <ac:grpSpMk id="16" creationId="{06B7259D-F2AD-42FE-B984-6D1D74321C5D}"/>
          </ac:grpSpMkLst>
        </pc:grpChg>
      </pc:sldChg>
      <pc:sldChg chg="addSp delSp modSp new mod setBg">
        <pc:chgData name="Arhath Kumar" userId="aa7f7cccaded4c37" providerId="LiveId" clId="{A9A8C257-B739-4B42-B4B3-B2382302E954}" dt="2025-09-19T04:29:13.801" v="1500" actId="27636"/>
        <pc:sldMkLst>
          <pc:docMk/>
          <pc:sldMk cId="1624493719" sldId="322"/>
        </pc:sldMkLst>
        <pc:spChg chg="del mod">
          <ac:chgData name="Arhath Kumar" userId="aa7f7cccaded4c37" providerId="LiveId" clId="{A9A8C257-B739-4B42-B4B3-B2382302E954}" dt="2025-09-16T05:54:05.772" v="1011" actId="478"/>
          <ac:spMkLst>
            <pc:docMk/>
            <pc:sldMk cId="1624493719" sldId="322"/>
            <ac:spMk id="2" creationId="{B59F750C-F934-DF3A-11E5-A1AC62E384FE}"/>
          </ac:spMkLst>
        </pc:spChg>
        <pc:spChg chg="mod">
          <ac:chgData name="Arhath Kumar" userId="aa7f7cccaded4c37" providerId="LiveId" clId="{A9A8C257-B739-4B42-B4B3-B2382302E954}" dt="2025-09-19T04:29:13.801" v="1500" actId="27636"/>
          <ac:spMkLst>
            <pc:docMk/>
            <pc:sldMk cId="1624493719" sldId="322"/>
            <ac:spMk id="3" creationId="{846B0317-CE3F-2B9F-5891-06CDF51BB51A}"/>
          </ac:spMkLst>
        </pc:spChg>
        <pc:spChg chg="add del mod">
          <ac:chgData name="Arhath Kumar" userId="aa7f7cccaded4c37" providerId="LiveId" clId="{A9A8C257-B739-4B42-B4B3-B2382302E954}" dt="2025-09-18T04:45:05.219" v="1481"/>
          <ac:spMkLst>
            <pc:docMk/>
            <pc:sldMk cId="1624493719" sldId="322"/>
            <ac:spMk id="4" creationId="{25351394-F6C1-02AA-8FB6-98DEDC58157B}"/>
          </ac:spMkLst>
        </pc:spChg>
        <pc:spChg chg="add mod">
          <ac:chgData name="Arhath Kumar" userId="aa7f7cccaded4c37" providerId="LiveId" clId="{A9A8C257-B739-4B42-B4B3-B2382302E954}" dt="2025-09-18T04:48:14.504" v="1493" actId="123"/>
          <ac:spMkLst>
            <pc:docMk/>
            <pc:sldMk cId="1624493719" sldId="322"/>
            <ac:spMk id="5" creationId="{DFABAF3F-C354-D3D3-6B5E-A5AF1F83BEE4}"/>
          </ac:spMkLst>
        </pc:spChg>
        <pc:spChg chg="add">
          <ac:chgData name="Arhath Kumar" userId="aa7f7cccaded4c37" providerId="LiveId" clId="{A9A8C257-B739-4B42-B4B3-B2382302E954}" dt="2025-09-16T05:53:54.836" v="1010" actId="26606"/>
          <ac:spMkLst>
            <pc:docMk/>
            <pc:sldMk cId="1624493719" sldId="322"/>
            <ac:spMk id="8" creationId="{4BC99CB9-DDAD-44A2-8A1C-E3AF4E72DF5C}"/>
          </ac:spMkLst>
        </pc:spChg>
        <pc:spChg chg="add del mod">
          <ac:chgData name="Arhath Kumar" userId="aa7f7cccaded4c37" providerId="LiveId" clId="{A9A8C257-B739-4B42-B4B3-B2382302E954}" dt="2025-09-16T05:57:16.867" v="1051"/>
          <ac:spMkLst>
            <pc:docMk/>
            <pc:sldMk cId="1624493719" sldId="322"/>
            <ac:spMk id="9" creationId="{0EC9F0F5-F19F-509C-224F-B4ABA26FB259}"/>
          </ac:spMkLst>
        </pc:spChg>
        <pc:grpChg chg="add">
          <ac:chgData name="Arhath Kumar" userId="aa7f7cccaded4c37" providerId="LiveId" clId="{A9A8C257-B739-4B42-B4B3-B2382302E954}" dt="2025-09-16T05:53:54.836" v="1010" actId="26606"/>
          <ac:grpSpMkLst>
            <pc:docMk/>
            <pc:sldMk cId="1624493719" sldId="322"/>
            <ac:grpSpMk id="10" creationId="{05545017-2445-4AB3-95A6-48F17C802612}"/>
          </ac:grpSpMkLst>
        </pc:grpChg>
        <pc:grpChg chg="add">
          <ac:chgData name="Arhath Kumar" userId="aa7f7cccaded4c37" providerId="LiveId" clId="{A9A8C257-B739-4B42-B4B3-B2382302E954}" dt="2025-09-16T05:53:54.836" v="1010" actId="26606"/>
          <ac:grpSpMkLst>
            <pc:docMk/>
            <pc:sldMk cId="1624493719" sldId="322"/>
            <ac:grpSpMk id="16" creationId="{06B7259D-F2AD-42FE-B984-6D1D74321C5D}"/>
          </ac:grpSpMkLst>
        </pc:grpChg>
        <pc:graphicFrameChg chg="add del mod modGraphic">
          <ac:chgData name="Arhath Kumar" userId="aa7f7cccaded4c37" providerId="LiveId" clId="{A9A8C257-B739-4B42-B4B3-B2382302E954}" dt="2025-09-16T05:56:36.258" v="1039" actId="478"/>
          <ac:graphicFrameMkLst>
            <pc:docMk/>
            <pc:sldMk cId="1624493719" sldId="322"/>
            <ac:graphicFrameMk id="4" creationId="{E2BC0E4A-E3B6-64F8-B792-EEF830C81861}"/>
          </ac:graphicFrameMkLst>
        </pc:graphicFrameChg>
        <pc:graphicFrameChg chg="add del mod modGraphic">
          <ac:chgData name="Arhath Kumar" userId="aa7f7cccaded4c37" providerId="LiveId" clId="{A9A8C257-B739-4B42-B4B3-B2382302E954}" dt="2025-09-16T05:56:02.970" v="1032" actId="478"/>
          <ac:graphicFrameMkLst>
            <pc:docMk/>
            <pc:sldMk cId="1624493719" sldId="322"/>
            <ac:graphicFrameMk id="5" creationId="{4D59D6C6-D74F-FBD8-2433-E72155E129BE}"/>
          </ac:graphicFrameMkLst>
        </pc:graphicFrameChg>
        <pc:graphicFrameChg chg="add del mod modGraphic">
          <ac:chgData name="Arhath Kumar" userId="aa7f7cccaded4c37" providerId="LiveId" clId="{A9A8C257-B739-4B42-B4B3-B2382302E954}" dt="2025-09-18T04:39:28.998" v="1436" actId="478"/>
          <ac:graphicFrameMkLst>
            <pc:docMk/>
            <pc:sldMk cId="1624493719" sldId="322"/>
            <ac:graphicFrameMk id="6" creationId="{6B57E398-6F0E-1443-C33B-3C786A51F012}"/>
          </ac:graphicFrameMkLst>
        </pc:graphicFrameChg>
        <pc:graphicFrameChg chg="add del mod">
          <ac:chgData name="Arhath Kumar" userId="aa7f7cccaded4c37" providerId="LiveId" clId="{A9A8C257-B739-4B42-B4B3-B2382302E954}" dt="2025-09-16T05:57:16.867" v="1051"/>
          <ac:graphicFrameMkLst>
            <pc:docMk/>
            <pc:sldMk cId="1624493719" sldId="322"/>
            <ac:graphicFrameMk id="7" creationId="{7F412175-2162-83DC-C43A-B348B1D9271C}"/>
          </ac:graphicFrameMkLst>
        </pc:graphicFrameChg>
        <pc:picChg chg="add mod">
          <ac:chgData name="Arhath Kumar" userId="aa7f7cccaded4c37" providerId="LiveId" clId="{A9A8C257-B739-4B42-B4B3-B2382302E954}" dt="2025-09-18T04:43:58.625" v="1469" actId="14100"/>
          <ac:picMkLst>
            <pc:docMk/>
            <pc:sldMk cId="1624493719" sldId="322"/>
            <ac:picMk id="2" creationId="{004FBDBD-2653-1B72-5585-2233784C7EC4}"/>
          </ac:picMkLst>
        </pc:picChg>
      </pc:sldChg>
      <pc:sldChg chg="addSp delSp modSp add mod">
        <pc:chgData name="Arhath Kumar" userId="aa7f7cccaded4c37" providerId="LiveId" clId="{A9A8C257-B739-4B42-B4B3-B2382302E954}" dt="2025-09-17T05:39:01.051" v="1298" actId="113"/>
        <pc:sldMkLst>
          <pc:docMk/>
          <pc:sldMk cId="1981508356" sldId="323"/>
        </pc:sldMkLst>
        <pc:spChg chg="mod">
          <ac:chgData name="Arhath Kumar" userId="aa7f7cccaded4c37" providerId="LiveId" clId="{A9A8C257-B739-4B42-B4B3-B2382302E954}" dt="2025-09-16T05:52:29.298" v="1005" actId="207"/>
          <ac:spMkLst>
            <pc:docMk/>
            <pc:sldMk cId="1981508356" sldId="323"/>
            <ac:spMk id="4" creationId="{0A3DD11E-656E-1B8C-EEDD-0F5E5FA5CD45}"/>
          </ac:spMkLst>
        </pc:spChg>
        <pc:spChg chg="add del mod">
          <ac:chgData name="Arhath Kumar" userId="aa7f7cccaded4c37" providerId="LiveId" clId="{A9A8C257-B739-4B42-B4B3-B2382302E954}" dt="2025-09-16T05:51:54.194" v="998"/>
          <ac:spMkLst>
            <pc:docMk/>
            <pc:sldMk cId="1981508356" sldId="323"/>
            <ac:spMk id="5" creationId="{8051CB38-A1D6-2AE1-92FC-3CDA7FCE549C}"/>
          </ac:spMkLst>
        </pc:spChg>
        <pc:spChg chg="add del mod">
          <ac:chgData name="Arhath Kumar" userId="aa7f7cccaded4c37" providerId="LiveId" clId="{A9A8C257-B739-4B42-B4B3-B2382302E954}" dt="2025-09-16T05:51:54.194" v="996" actId="478"/>
          <ac:spMkLst>
            <pc:docMk/>
            <pc:sldMk cId="1981508356" sldId="323"/>
            <ac:spMk id="6" creationId="{C5EE62C2-C2AA-23D0-3204-E8E6085F0451}"/>
          </ac:spMkLst>
        </pc:spChg>
        <pc:spChg chg="add mod">
          <ac:chgData name="Arhath Kumar" userId="aa7f7cccaded4c37" providerId="LiveId" clId="{A9A8C257-B739-4B42-B4B3-B2382302E954}" dt="2025-09-17T05:38:33.620" v="1288" actId="14100"/>
          <ac:spMkLst>
            <pc:docMk/>
            <pc:sldMk cId="1981508356" sldId="323"/>
            <ac:spMk id="7" creationId="{59042FE7-1232-CF8D-B127-FFAA5143214D}"/>
          </ac:spMkLst>
        </pc:spChg>
        <pc:spChg chg="add del mod">
          <ac:chgData name="Arhath Kumar" userId="aa7f7cccaded4c37" providerId="LiveId" clId="{A9A8C257-B739-4B42-B4B3-B2382302E954}" dt="2025-09-16T05:50:57.861" v="987" actId="478"/>
          <ac:spMkLst>
            <pc:docMk/>
            <pc:sldMk cId="1981508356" sldId="323"/>
            <ac:spMk id="15" creationId="{7E49C019-1F5D-BD3A-958B-4ABB0BD95622}"/>
          </ac:spMkLst>
        </pc:spChg>
        <pc:graphicFrameChg chg="add mod modGraphic">
          <ac:chgData name="Arhath Kumar" userId="aa7f7cccaded4c37" providerId="LiveId" clId="{A9A8C257-B739-4B42-B4B3-B2382302E954}" dt="2025-09-17T05:39:01.051" v="1298" actId="113"/>
          <ac:graphicFrameMkLst>
            <pc:docMk/>
            <pc:sldMk cId="1981508356" sldId="323"/>
            <ac:graphicFrameMk id="3" creationId="{F6BA5089-4783-85D6-AAB9-2E394BB7B810}"/>
          </ac:graphicFrameMkLst>
        </pc:graphicFrameChg>
      </pc:sldChg>
      <pc:sldChg chg="addSp delSp modSp new mod setBg">
        <pc:chgData name="Arhath Kumar" userId="aa7f7cccaded4c37" providerId="LiveId" clId="{A9A8C257-B739-4B42-B4B3-B2382302E954}" dt="2025-09-16T10:56:33.360" v="1145" actId="5793"/>
        <pc:sldMkLst>
          <pc:docMk/>
          <pc:sldMk cId="3127082241" sldId="324"/>
        </pc:sldMkLst>
        <pc:spChg chg="del">
          <ac:chgData name="Arhath Kumar" userId="aa7f7cccaded4c37" providerId="LiveId" clId="{A9A8C257-B739-4B42-B4B3-B2382302E954}" dt="2025-09-16T05:58:37.484" v="1079" actId="478"/>
          <ac:spMkLst>
            <pc:docMk/>
            <pc:sldMk cId="3127082241" sldId="324"/>
            <ac:spMk id="2" creationId="{74F11DD5-E0E9-6B23-B8CA-73F09523C36C}"/>
          </ac:spMkLst>
        </pc:spChg>
        <pc:spChg chg="mod">
          <ac:chgData name="Arhath Kumar" userId="aa7f7cccaded4c37" providerId="LiveId" clId="{A9A8C257-B739-4B42-B4B3-B2382302E954}" dt="2025-09-16T10:56:33.360" v="1145" actId="5793"/>
          <ac:spMkLst>
            <pc:docMk/>
            <pc:sldMk cId="3127082241" sldId="324"/>
            <ac:spMk id="3" creationId="{BF60BC24-9B91-5EAB-C3F5-B19B5034FA32}"/>
          </ac:spMkLst>
        </pc:spChg>
        <pc:spChg chg="add">
          <ac:chgData name="Arhath Kumar" userId="aa7f7cccaded4c37" providerId="LiveId" clId="{A9A8C257-B739-4B42-B4B3-B2382302E954}" dt="2025-09-16T05:58:42.018" v="1080" actId="26606"/>
          <ac:spMkLst>
            <pc:docMk/>
            <pc:sldMk cId="3127082241" sldId="324"/>
            <ac:spMk id="8" creationId="{4BC99CB9-DDAD-44A2-8A1C-E3AF4E72DF5C}"/>
          </ac:spMkLst>
        </pc:spChg>
        <pc:grpChg chg="add">
          <ac:chgData name="Arhath Kumar" userId="aa7f7cccaded4c37" providerId="LiveId" clId="{A9A8C257-B739-4B42-B4B3-B2382302E954}" dt="2025-09-16T05:58:42.018" v="1080" actId="26606"/>
          <ac:grpSpMkLst>
            <pc:docMk/>
            <pc:sldMk cId="3127082241" sldId="324"/>
            <ac:grpSpMk id="10" creationId="{05545017-2445-4AB3-95A6-48F17C802612}"/>
          </ac:grpSpMkLst>
        </pc:grpChg>
        <pc:grpChg chg="add">
          <ac:chgData name="Arhath Kumar" userId="aa7f7cccaded4c37" providerId="LiveId" clId="{A9A8C257-B739-4B42-B4B3-B2382302E954}" dt="2025-09-16T05:58:42.018" v="1080" actId="26606"/>
          <ac:grpSpMkLst>
            <pc:docMk/>
            <pc:sldMk cId="3127082241" sldId="324"/>
            <ac:grpSpMk id="16" creationId="{06B7259D-F2AD-42FE-B984-6D1D74321C5D}"/>
          </ac:grpSpMkLst>
        </pc:grpChg>
      </pc:sldChg>
      <pc:sldChg chg="addSp delSp modSp new mod setBg">
        <pc:chgData name="Arhath Kumar" userId="aa7f7cccaded4c37" providerId="LiveId" clId="{A9A8C257-B739-4B42-B4B3-B2382302E954}" dt="2025-09-16T10:57:59.934" v="1148" actId="5793"/>
        <pc:sldMkLst>
          <pc:docMk/>
          <pc:sldMk cId="382039065" sldId="325"/>
        </pc:sldMkLst>
        <pc:spChg chg="del">
          <ac:chgData name="Arhath Kumar" userId="aa7f7cccaded4c37" providerId="LiveId" clId="{A9A8C257-B739-4B42-B4B3-B2382302E954}" dt="2025-09-16T06:00:12.865" v="1097" actId="478"/>
          <ac:spMkLst>
            <pc:docMk/>
            <pc:sldMk cId="382039065" sldId="325"/>
            <ac:spMk id="2" creationId="{288ED3E6-5FBC-8C83-DF56-ED35C63792DB}"/>
          </ac:spMkLst>
        </pc:spChg>
        <pc:spChg chg="mod">
          <ac:chgData name="Arhath Kumar" userId="aa7f7cccaded4c37" providerId="LiveId" clId="{A9A8C257-B739-4B42-B4B3-B2382302E954}" dt="2025-09-16T10:57:59.934" v="1148" actId="5793"/>
          <ac:spMkLst>
            <pc:docMk/>
            <pc:sldMk cId="382039065" sldId="325"/>
            <ac:spMk id="3" creationId="{C29F1C8B-4EC3-9DDC-62A1-18EE7D67F944}"/>
          </ac:spMkLst>
        </pc:spChg>
        <pc:spChg chg="add">
          <ac:chgData name="Arhath Kumar" userId="aa7f7cccaded4c37" providerId="LiveId" clId="{A9A8C257-B739-4B42-B4B3-B2382302E954}" dt="2025-09-16T06:00:22.619" v="1099" actId="26606"/>
          <ac:spMkLst>
            <pc:docMk/>
            <pc:sldMk cId="382039065" sldId="325"/>
            <ac:spMk id="8" creationId="{D038248A-211C-4EEC-8401-C761B929FB52}"/>
          </ac:spMkLst>
        </pc:spChg>
        <pc:spChg chg="add">
          <ac:chgData name="Arhath Kumar" userId="aa7f7cccaded4c37" providerId="LiveId" clId="{A9A8C257-B739-4B42-B4B3-B2382302E954}" dt="2025-09-16T06:00:22.619" v="1099" actId="26606"/>
          <ac:spMkLst>
            <pc:docMk/>
            <pc:sldMk cId="382039065" sldId="325"/>
            <ac:spMk id="10" creationId="{C30A849F-66D9-40C8-BEC8-35AFF8F4568F}"/>
          </ac:spMkLst>
        </pc:spChg>
        <pc:grpChg chg="add">
          <ac:chgData name="Arhath Kumar" userId="aa7f7cccaded4c37" providerId="LiveId" clId="{A9A8C257-B739-4B42-B4B3-B2382302E954}" dt="2025-09-16T06:00:22.619" v="1099" actId="26606"/>
          <ac:grpSpMkLst>
            <pc:docMk/>
            <pc:sldMk cId="382039065" sldId="325"/>
            <ac:grpSpMk id="12" creationId="{04542298-A2B1-480F-A11C-A40EDD19B857}"/>
          </ac:grpSpMkLst>
        </pc:grpChg>
        <pc:grpChg chg="add">
          <ac:chgData name="Arhath Kumar" userId="aa7f7cccaded4c37" providerId="LiveId" clId="{A9A8C257-B739-4B42-B4B3-B2382302E954}" dt="2025-09-16T06:00:22.619" v="1099" actId="26606"/>
          <ac:grpSpMkLst>
            <pc:docMk/>
            <pc:sldMk cId="382039065" sldId="325"/>
            <ac:grpSpMk id="18" creationId="{2A5C9C35-2375-49EB-B99C-17C87D42FE7C}"/>
          </ac:grpSpMkLst>
        </pc:grpChg>
      </pc:sldChg>
      <pc:sldChg chg="addSp delSp modSp new mod setBg">
        <pc:chgData name="Arhath Kumar" userId="aa7f7cccaded4c37" providerId="LiveId" clId="{A9A8C257-B739-4B42-B4B3-B2382302E954}" dt="2025-09-19T10:01:22.464" v="1614" actId="255"/>
        <pc:sldMkLst>
          <pc:docMk/>
          <pc:sldMk cId="2531025814" sldId="326"/>
        </pc:sldMkLst>
        <pc:spChg chg="del">
          <ac:chgData name="Arhath Kumar" userId="aa7f7cccaded4c37" providerId="LiveId" clId="{A9A8C257-B739-4B42-B4B3-B2382302E954}" dt="2025-09-16T06:02:00.642" v="1113" actId="478"/>
          <ac:spMkLst>
            <pc:docMk/>
            <pc:sldMk cId="2531025814" sldId="326"/>
            <ac:spMk id="2" creationId="{A0A92E5E-CD2F-A840-DFCA-7D0EE801690C}"/>
          </ac:spMkLst>
        </pc:spChg>
        <pc:spChg chg="del mod">
          <ac:chgData name="Arhath Kumar" userId="aa7f7cccaded4c37" providerId="LiveId" clId="{A9A8C257-B739-4B42-B4B3-B2382302E954}" dt="2025-09-16T06:02:22.386" v="1119"/>
          <ac:spMkLst>
            <pc:docMk/>
            <pc:sldMk cId="2531025814" sldId="326"/>
            <ac:spMk id="3" creationId="{830F6D4C-E1C2-1AA2-A854-8A8373984F77}"/>
          </ac:spMkLst>
        </pc:spChg>
        <pc:spChg chg="add mod">
          <ac:chgData name="Arhath Kumar" userId="aa7f7cccaded4c37" providerId="LiveId" clId="{A9A8C257-B739-4B42-B4B3-B2382302E954}" dt="2025-09-19T10:01:22.464" v="1614" actId="255"/>
          <ac:spMkLst>
            <pc:docMk/>
            <pc:sldMk cId="2531025814" sldId="326"/>
            <ac:spMk id="4" creationId="{0109197A-BE51-E050-4D06-D0910B781D0C}"/>
          </ac:spMkLst>
        </pc:spChg>
        <pc:spChg chg="add">
          <ac:chgData name="Arhath Kumar" userId="aa7f7cccaded4c37" providerId="LiveId" clId="{A9A8C257-B739-4B42-B4B3-B2382302E954}" dt="2025-09-16T06:02:09.964" v="1115" actId="26606"/>
          <ac:spMkLst>
            <pc:docMk/>
            <pc:sldMk cId="2531025814" sldId="326"/>
            <ac:spMk id="8" creationId="{D038248A-211C-4EEC-8401-C761B929FB52}"/>
          </ac:spMkLst>
        </pc:spChg>
        <pc:spChg chg="add">
          <ac:chgData name="Arhath Kumar" userId="aa7f7cccaded4c37" providerId="LiveId" clId="{A9A8C257-B739-4B42-B4B3-B2382302E954}" dt="2025-09-16T06:02:09.964" v="1115" actId="26606"/>
          <ac:spMkLst>
            <pc:docMk/>
            <pc:sldMk cId="2531025814" sldId="326"/>
            <ac:spMk id="10" creationId="{C30A849F-66D9-40C8-BEC8-35AFF8F4568F}"/>
          </ac:spMkLst>
        </pc:spChg>
        <pc:grpChg chg="add">
          <ac:chgData name="Arhath Kumar" userId="aa7f7cccaded4c37" providerId="LiveId" clId="{A9A8C257-B739-4B42-B4B3-B2382302E954}" dt="2025-09-16T06:02:09.964" v="1115" actId="26606"/>
          <ac:grpSpMkLst>
            <pc:docMk/>
            <pc:sldMk cId="2531025814" sldId="326"/>
            <ac:grpSpMk id="12" creationId="{04542298-A2B1-480F-A11C-A40EDD19B857}"/>
          </ac:grpSpMkLst>
        </pc:grpChg>
        <pc:grpChg chg="add">
          <ac:chgData name="Arhath Kumar" userId="aa7f7cccaded4c37" providerId="LiveId" clId="{A9A8C257-B739-4B42-B4B3-B2382302E954}" dt="2025-09-16T06:02:09.964" v="1115" actId="26606"/>
          <ac:grpSpMkLst>
            <pc:docMk/>
            <pc:sldMk cId="2531025814" sldId="326"/>
            <ac:grpSpMk id="18" creationId="{2A5C9C35-2375-49EB-B99C-17C87D42FE7C}"/>
          </ac:grpSpMkLst>
        </pc:grpChg>
      </pc:sldChg>
      <pc:sldChg chg="addSp delSp modSp add mod">
        <pc:chgData name="Arhath Kumar" userId="aa7f7cccaded4c37" providerId="LiveId" clId="{A9A8C257-B739-4B42-B4B3-B2382302E954}" dt="2025-09-17T04:29:44.301" v="1213" actId="14100"/>
        <pc:sldMkLst>
          <pc:docMk/>
          <pc:sldMk cId="2032654066" sldId="327"/>
        </pc:sldMkLst>
        <pc:spChg chg="mod">
          <ac:chgData name="Arhath Kumar" userId="aa7f7cccaded4c37" providerId="LiveId" clId="{A9A8C257-B739-4B42-B4B3-B2382302E954}" dt="2025-09-17T04:29:44.301" v="1213" actId="14100"/>
          <ac:spMkLst>
            <pc:docMk/>
            <pc:sldMk cId="2032654066" sldId="327"/>
            <ac:spMk id="4" creationId="{0A3DD11E-656E-1B8C-EEDD-0F5E5FA5CD45}"/>
          </ac:spMkLst>
        </pc:spChg>
        <pc:picChg chg="add del mod">
          <ac:chgData name="Arhath Kumar" userId="aa7f7cccaded4c37" providerId="LiveId" clId="{A9A8C257-B739-4B42-B4B3-B2382302E954}" dt="2025-09-17T04:29:00.887" v="1203" actId="21"/>
          <ac:picMkLst>
            <pc:docMk/>
            <pc:sldMk cId="2032654066" sldId="327"/>
            <ac:picMk id="2" creationId="{185C54D9-2C4D-7F85-6140-BBEBF675C67F}"/>
          </ac:picMkLst>
        </pc:picChg>
      </pc:sldChg>
      <pc:sldChg chg="addSp delSp modSp new mod setBg">
        <pc:chgData name="Arhath Kumar" userId="aa7f7cccaded4c37" providerId="LiveId" clId="{A9A8C257-B739-4B42-B4B3-B2382302E954}" dt="2025-09-17T04:35:20.544" v="1220" actId="1076"/>
        <pc:sldMkLst>
          <pc:docMk/>
          <pc:sldMk cId="2870509211" sldId="328"/>
        </pc:sldMkLst>
        <pc:spChg chg="del mod">
          <ac:chgData name="Arhath Kumar" userId="aa7f7cccaded4c37" providerId="LiveId" clId="{A9A8C257-B739-4B42-B4B3-B2382302E954}" dt="2025-09-17T04:25:46.816" v="1189" actId="478"/>
          <ac:spMkLst>
            <pc:docMk/>
            <pc:sldMk cId="2870509211" sldId="328"/>
            <ac:spMk id="2" creationId="{2ACC7EF6-CE92-61CF-93D2-DD5A2CD8F2BE}"/>
          </ac:spMkLst>
        </pc:spChg>
        <pc:spChg chg="del">
          <ac:chgData name="Arhath Kumar" userId="aa7f7cccaded4c37" providerId="LiveId" clId="{A9A8C257-B739-4B42-B4B3-B2382302E954}" dt="2025-09-17T04:24:12.413" v="1179"/>
          <ac:spMkLst>
            <pc:docMk/>
            <pc:sldMk cId="2870509211" sldId="328"/>
            <ac:spMk id="3" creationId="{198CA3EA-82DE-40F4-3B3B-E6FF8C9DA798}"/>
          </ac:spMkLst>
        </pc:spChg>
        <pc:spChg chg="add mod">
          <ac:chgData name="Arhath Kumar" userId="aa7f7cccaded4c37" providerId="LiveId" clId="{A9A8C257-B739-4B42-B4B3-B2382302E954}" dt="2025-09-17T04:35:20.544" v="1220" actId="1076"/>
          <ac:spMkLst>
            <pc:docMk/>
            <pc:sldMk cId="2870509211" sldId="328"/>
            <ac:spMk id="8" creationId="{E8998CB8-5C3D-9892-5D65-28581C7A0592}"/>
          </ac:spMkLst>
        </pc:spChg>
        <pc:spChg chg="add">
          <ac:chgData name="Arhath Kumar" userId="aa7f7cccaded4c37" providerId="LiveId" clId="{A9A8C257-B739-4B42-B4B3-B2382302E954}" dt="2025-09-17T04:24:18.412" v="1182" actId="26606"/>
          <ac:spMkLst>
            <pc:docMk/>
            <pc:sldMk cId="2870509211" sldId="328"/>
            <ac:spMk id="11" creationId="{17BDD930-0E65-490A-9CE5-554C357C4428}"/>
          </ac:spMkLst>
        </pc:spChg>
        <pc:spChg chg="add">
          <ac:chgData name="Arhath Kumar" userId="aa7f7cccaded4c37" providerId="LiveId" clId="{A9A8C257-B739-4B42-B4B3-B2382302E954}" dt="2025-09-17T04:24:18.412" v="1182" actId="26606"/>
          <ac:spMkLst>
            <pc:docMk/>
            <pc:sldMk cId="2870509211" sldId="328"/>
            <ac:spMk id="13" creationId="{3A912C67-99A1-4956-8F68-1846C21771E8}"/>
          </ac:spMkLst>
        </pc:spChg>
        <pc:grpChg chg="add">
          <ac:chgData name="Arhath Kumar" userId="aa7f7cccaded4c37" providerId="LiveId" clId="{A9A8C257-B739-4B42-B4B3-B2382302E954}" dt="2025-09-17T04:24:18.412" v="1182" actId="26606"/>
          <ac:grpSpMkLst>
            <pc:docMk/>
            <pc:sldMk cId="2870509211" sldId="328"/>
            <ac:grpSpMk id="15" creationId="{569E5994-073E-4708-B3E6-43BFED0CEB4C}"/>
          </ac:grpSpMkLst>
        </pc:grpChg>
        <pc:grpChg chg="add">
          <ac:chgData name="Arhath Kumar" userId="aa7f7cccaded4c37" providerId="LiveId" clId="{A9A8C257-B739-4B42-B4B3-B2382302E954}" dt="2025-09-17T04:24:18.412" v="1182" actId="26606"/>
          <ac:grpSpMkLst>
            <pc:docMk/>
            <pc:sldMk cId="2870509211" sldId="328"/>
            <ac:grpSpMk id="21" creationId="{DD81D498-EAA8-40F3-8230-AE4DEDA3830D}"/>
          </ac:grpSpMkLst>
        </pc:grpChg>
        <pc:picChg chg="add del mod">
          <ac:chgData name="Arhath Kumar" userId="aa7f7cccaded4c37" providerId="LiveId" clId="{A9A8C257-B739-4B42-B4B3-B2382302E954}" dt="2025-09-17T04:35:05.250" v="1216" actId="478"/>
          <ac:picMkLst>
            <pc:docMk/>
            <pc:sldMk cId="2870509211" sldId="328"/>
            <ac:picMk id="4" creationId="{1994E274-7759-8A98-515B-092D3546C37F}"/>
          </ac:picMkLst>
        </pc:picChg>
        <pc:picChg chg="add mod">
          <ac:chgData name="Arhath Kumar" userId="aa7f7cccaded4c37" providerId="LiveId" clId="{A9A8C257-B739-4B42-B4B3-B2382302E954}" dt="2025-09-17T04:35:14.843" v="1219" actId="14100"/>
          <ac:picMkLst>
            <pc:docMk/>
            <pc:sldMk cId="2870509211" sldId="328"/>
            <ac:picMk id="5" creationId="{049ADF9A-05AC-FBBD-5962-CE688326FAAD}"/>
          </ac:picMkLst>
        </pc:picChg>
      </pc:sldChg>
      <pc:sldChg chg="addSp delSp modSp new mod setBg">
        <pc:chgData name="Arhath Kumar" userId="aa7f7cccaded4c37" providerId="LiveId" clId="{A9A8C257-B739-4B42-B4B3-B2382302E954}" dt="2025-09-17T05:21:06.548" v="1282" actId="113"/>
        <pc:sldMkLst>
          <pc:docMk/>
          <pc:sldMk cId="3473478325" sldId="329"/>
        </pc:sldMkLst>
        <pc:spChg chg="del">
          <ac:chgData name="Arhath Kumar" userId="aa7f7cccaded4c37" providerId="LiveId" clId="{A9A8C257-B739-4B42-B4B3-B2382302E954}" dt="2025-09-17T04:28:40.338" v="1200" actId="478"/>
          <ac:spMkLst>
            <pc:docMk/>
            <pc:sldMk cId="3473478325" sldId="329"/>
            <ac:spMk id="2" creationId="{063B66E0-E88E-E30C-3666-829B3743B923}"/>
          </ac:spMkLst>
        </pc:spChg>
        <pc:spChg chg="del mod">
          <ac:chgData name="Arhath Kumar" userId="aa7f7cccaded4c37" providerId="LiveId" clId="{A9A8C257-B739-4B42-B4B3-B2382302E954}" dt="2025-09-17T05:14:31.536" v="1221"/>
          <ac:spMkLst>
            <pc:docMk/>
            <pc:sldMk cId="3473478325" sldId="329"/>
            <ac:spMk id="3" creationId="{3031C9A0-0742-172F-18D7-9E9366FEF47E}"/>
          </ac:spMkLst>
        </pc:spChg>
        <pc:spChg chg="add mod">
          <ac:chgData name="Arhath Kumar" userId="aa7f7cccaded4c37" providerId="LiveId" clId="{A9A8C257-B739-4B42-B4B3-B2382302E954}" dt="2025-09-17T05:21:06.548" v="1282" actId="113"/>
          <ac:spMkLst>
            <pc:docMk/>
            <pc:sldMk cId="3473478325" sldId="329"/>
            <ac:spMk id="5" creationId="{1F2CDDDA-C21C-EF29-9FC8-194C3F6A8E78}"/>
          </ac:spMkLst>
        </pc:spChg>
        <pc:spChg chg="add del mod">
          <ac:chgData name="Arhath Kumar" userId="aa7f7cccaded4c37" providerId="LiveId" clId="{A9A8C257-B739-4B42-B4B3-B2382302E954}" dt="2025-09-17T05:19:36.270" v="1270" actId="21"/>
          <ac:spMkLst>
            <pc:docMk/>
            <pc:sldMk cId="3473478325" sldId="329"/>
            <ac:spMk id="6" creationId="{A3D4BE97-BE8D-7436-8B08-03833FF878EA}"/>
          </ac:spMkLst>
        </pc:spChg>
        <pc:spChg chg="add">
          <ac:chgData name="Arhath Kumar" userId="aa7f7cccaded4c37" providerId="LiveId" clId="{A9A8C257-B739-4B42-B4B3-B2382302E954}" dt="2025-09-17T04:28:53.023" v="1202" actId="26606"/>
          <ac:spMkLst>
            <pc:docMk/>
            <pc:sldMk cId="3473478325" sldId="329"/>
            <ac:spMk id="8" creationId="{FA3C7DEA-BCC2-4295-8850-147993296189}"/>
          </ac:spMkLst>
        </pc:spChg>
        <pc:spChg chg="add">
          <ac:chgData name="Arhath Kumar" userId="aa7f7cccaded4c37" providerId="LiveId" clId="{A9A8C257-B739-4B42-B4B3-B2382302E954}" dt="2025-09-17T04:28:53.023" v="1202" actId="26606"/>
          <ac:spMkLst>
            <pc:docMk/>
            <pc:sldMk cId="3473478325" sldId="329"/>
            <ac:spMk id="10" creationId="{C289949D-B9F6-468A-86FE-2694DC5AE773}"/>
          </ac:spMkLst>
        </pc:spChg>
        <pc:grpChg chg="add">
          <ac:chgData name="Arhath Kumar" userId="aa7f7cccaded4c37" providerId="LiveId" clId="{A9A8C257-B739-4B42-B4B3-B2382302E954}" dt="2025-09-17T04:28:53.023" v="1202" actId="26606"/>
          <ac:grpSpMkLst>
            <pc:docMk/>
            <pc:sldMk cId="3473478325" sldId="329"/>
            <ac:grpSpMk id="12" creationId="{E4DF0958-0C87-4C28-9554-2FADC788C2B1}"/>
          </ac:grpSpMkLst>
        </pc:grpChg>
        <pc:picChg chg="add mod">
          <ac:chgData name="Arhath Kumar" userId="aa7f7cccaded4c37" providerId="LiveId" clId="{A9A8C257-B739-4B42-B4B3-B2382302E954}" dt="2025-09-17T05:19:38.786" v="1271" actId="1076"/>
          <ac:picMkLst>
            <pc:docMk/>
            <pc:sldMk cId="3473478325" sldId="329"/>
            <ac:picMk id="4" creationId="{170406F9-F924-57A7-F52A-C062BE03C2F3}"/>
          </ac:picMkLst>
        </pc:picChg>
      </pc:sldChg>
      <pc:sldChg chg="addSp delSp modSp add mod">
        <pc:chgData name="Arhath Kumar" userId="aa7f7cccaded4c37" providerId="LiveId" clId="{A9A8C257-B739-4B42-B4B3-B2382302E954}" dt="2025-09-17T05:21:23.826" v="1283" actId="14100"/>
        <pc:sldMkLst>
          <pc:docMk/>
          <pc:sldMk cId="4079563004" sldId="330"/>
        </pc:sldMkLst>
        <pc:spChg chg="add del mod">
          <ac:chgData name="Arhath Kumar" userId="aa7f7cccaded4c37" providerId="LiveId" clId="{A9A8C257-B739-4B42-B4B3-B2382302E954}" dt="2025-09-17T05:20:19.793" v="1277" actId="478"/>
          <ac:spMkLst>
            <pc:docMk/>
            <pc:sldMk cId="4079563004" sldId="330"/>
            <ac:spMk id="2" creationId="{01A2139A-3B7C-99BA-0CB0-80B547DB45C7}"/>
          </ac:spMkLst>
        </pc:spChg>
        <pc:spChg chg="del mod">
          <ac:chgData name="Arhath Kumar" userId="aa7f7cccaded4c37" providerId="LiveId" clId="{A9A8C257-B739-4B42-B4B3-B2382302E954}" dt="2025-09-17T05:20:15.278" v="1276" actId="478"/>
          <ac:spMkLst>
            <pc:docMk/>
            <pc:sldMk cId="4079563004" sldId="330"/>
            <ac:spMk id="5" creationId="{1F2CDDDA-C21C-EF29-9FC8-194C3F6A8E78}"/>
          </ac:spMkLst>
        </pc:spChg>
        <pc:spChg chg="add mod">
          <ac:chgData name="Arhath Kumar" userId="aa7f7cccaded4c37" providerId="LiveId" clId="{A9A8C257-B739-4B42-B4B3-B2382302E954}" dt="2025-09-17T05:21:23.826" v="1283" actId="14100"/>
          <ac:spMkLst>
            <pc:docMk/>
            <pc:sldMk cId="4079563004" sldId="330"/>
            <ac:spMk id="11" creationId="{94BB847E-1279-1F2A-2814-BFBFFB69070A}"/>
          </ac:spMkLst>
        </pc:spChg>
      </pc:sldChg>
      <pc:sldChg chg="addSp delSp modSp new mod setBg">
        <pc:chgData name="Arhath Kumar" userId="aa7f7cccaded4c37" providerId="LiveId" clId="{A9A8C257-B739-4B42-B4B3-B2382302E954}" dt="2025-09-18T10:45:34.629" v="1496" actId="14100"/>
        <pc:sldMkLst>
          <pc:docMk/>
          <pc:sldMk cId="1814942353" sldId="331"/>
        </pc:sldMkLst>
        <pc:spChg chg="del mod">
          <ac:chgData name="Arhath Kumar" userId="aa7f7cccaded4c37" providerId="LiveId" clId="{A9A8C257-B739-4B42-B4B3-B2382302E954}" dt="2025-09-18T04:14:39.592" v="1301" actId="478"/>
          <ac:spMkLst>
            <pc:docMk/>
            <pc:sldMk cId="1814942353" sldId="331"/>
            <ac:spMk id="2" creationId="{1E191C65-B0EA-2FB8-AD88-C9BB878B7471}"/>
          </ac:spMkLst>
        </pc:spChg>
        <pc:spChg chg="mod">
          <ac:chgData name="Arhath Kumar" userId="aa7f7cccaded4c37" providerId="LiveId" clId="{A9A8C257-B739-4B42-B4B3-B2382302E954}" dt="2025-09-18T10:45:34.629" v="1496" actId="14100"/>
          <ac:spMkLst>
            <pc:docMk/>
            <pc:sldMk cId="1814942353" sldId="331"/>
            <ac:spMk id="3" creationId="{EDBA9CD0-2C47-52CD-5D6C-8E188E2EE9C9}"/>
          </ac:spMkLst>
        </pc:spChg>
        <pc:spChg chg="add del">
          <ac:chgData name="Arhath Kumar" userId="aa7f7cccaded4c37" providerId="LiveId" clId="{A9A8C257-B739-4B42-B4B3-B2382302E954}" dt="2025-09-18T04:17:34.434" v="1321" actId="26606"/>
          <ac:spMkLst>
            <pc:docMk/>
            <pc:sldMk cId="1814942353" sldId="331"/>
            <ac:spMk id="8" creationId="{FA3C7DEA-BCC2-4295-8850-147993296189}"/>
          </ac:spMkLst>
        </pc:spChg>
        <pc:spChg chg="add del">
          <ac:chgData name="Arhath Kumar" userId="aa7f7cccaded4c37" providerId="LiveId" clId="{A9A8C257-B739-4B42-B4B3-B2382302E954}" dt="2025-09-18T04:17:34.434" v="1321" actId="26606"/>
          <ac:spMkLst>
            <pc:docMk/>
            <pc:sldMk cId="1814942353" sldId="331"/>
            <ac:spMk id="10" creationId="{C289949D-B9F6-468A-86FE-2694DC5AE773}"/>
          </ac:spMkLst>
        </pc:spChg>
        <pc:spChg chg="add del">
          <ac:chgData name="Arhath Kumar" userId="aa7f7cccaded4c37" providerId="LiveId" clId="{A9A8C257-B739-4B42-B4B3-B2382302E954}" dt="2025-09-18T04:17:34.434" v="1321" actId="26606"/>
          <ac:spMkLst>
            <pc:docMk/>
            <pc:sldMk cId="1814942353" sldId="331"/>
            <ac:spMk id="21" creationId="{B6FACB3C-9069-4791-BC5C-0DB7CD19B853}"/>
          </ac:spMkLst>
        </pc:spChg>
        <pc:spChg chg="add del">
          <ac:chgData name="Arhath Kumar" userId="aa7f7cccaded4c37" providerId="LiveId" clId="{A9A8C257-B739-4B42-B4B3-B2382302E954}" dt="2025-09-18T04:17:34.434" v="1321" actId="26606"/>
          <ac:spMkLst>
            <pc:docMk/>
            <pc:sldMk cId="1814942353" sldId="331"/>
            <ac:spMk id="23" creationId="{71F2038E-D777-4B76-81DD-DD13EE91B9DD}"/>
          </ac:spMkLst>
        </pc:spChg>
        <pc:grpChg chg="add del">
          <ac:chgData name="Arhath Kumar" userId="aa7f7cccaded4c37" providerId="LiveId" clId="{A9A8C257-B739-4B42-B4B3-B2382302E954}" dt="2025-09-18T04:17:34.434" v="1321" actId="26606"/>
          <ac:grpSpMkLst>
            <pc:docMk/>
            <pc:sldMk cId="1814942353" sldId="331"/>
            <ac:grpSpMk id="12" creationId="{E4DF0958-0C87-4C28-9554-2FADC788C2B1}"/>
          </ac:grpSpMkLst>
        </pc:grpChg>
        <pc:grpChg chg="add del">
          <ac:chgData name="Arhath Kumar" userId="aa7f7cccaded4c37" providerId="LiveId" clId="{A9A8C257-B739-4B42-B4B3-B2382302E954}" dt="2025-09-18T04:17:34.434" v="1321" actId="26606"/>
          <ac:grpSpMkLst>
            <pc:docMk/>
            <pc:sldMk cId="1814942353" sldId="331"/>
            <ac:grpSpMk id="25" creationId="{DD354807-230F-4402-B1B9-F733A8F1F190}"/>
          </ac:grpSpMkLst>
        </pc:grpChg>
        <pc:graphicFrameChg chg="add mod modGraphic">
          <ac:chgData name="Arhath Kumar" userId="aa7f7cccaded4c37" providerId="LiveId" clId="{A9A8C257-B739-4B42-B4B3-B2382302E954}" dt="2025-09-18T04:49:51.685" v="1494" actId="255"/>
          <ac:graphicFrameMkLst>
            <pc:docMk/>
            <pc:sldMk cId="1814942353" sldId="331"/>
            <ac:graphicFrameMk id="4" creationId="{B4B41DB4-83A9-1BA0-1FF4-1FAE5F9733B6}"/>
          </ac:graphicFrameMkLst>
        </pc:graphicFrameChg>
      </pc:sldChg>
      <pc:sldChg chg="addSp delSp modSp new mod setBg">
        <pc:chgData name="Arhath Kumar" userId="aa7f7cccaded4c37" providerId="LiveId" clId="{A9A8C257-B739-4B42-B4B3-B2382302E954}" dt="2025-09-18T04:51:31.115" v="1495" actId="20577"/>
        <pc:sldMkLst>
          <pc:docMk/>
          <pc:sldMk cId="1164603351" sldId="332"/>
        </pc:sldMkLst>
        <pc:spChg chg="del">
          <ac:chgData name="Arhath Kumar" userId="aa7f7cccaded4c37" providerId="LiveId" clId="{A9A8C257-B739-4B42-B4B3-B2382302E954}" dt="2025-09-18T04:21:30.616" v="1383" actId="478"/>
          <ac:spMkLst>
            <pc:docMk/>
            <pc:sldMk cId="1164603351" sldId="332"/>
            <ac:spMk id="2" creationId="{D8FCD838-DF1E-5A34-075C-3107497C3960}"/>
          </ac:spMkLst>
        </pc:spChg>
        <pc:spChg chg="mod">
          <ac:chgData name="Arhath Kumar" userId="aa7f7cccaded4c37" providerId="LiveId" clId="{A9A8C257-B739-4B42-B4B3-B2382302E954}" dt="2025-09-18T04:51:31.115" v="1495" actId="20577"/>
          <ac:spMkLst>
            <pc:docMk/>
            <pc:sldMk cId="1164603351" sldId="332"/>
            <ac:spMk id="3" creationId="{502FBADD-7839-B4DE-A303-A4BCFB73C230}"/>
          </ac:spMkLst>
        </pc:spChg>
        <pc:spChg chg="add del mod">
          <ac:chgData name="Arhath Kumar" userId="aa7f7cccaded4c37" providerId="LiveId" clId="{A9A8C257-B739-4B42-B4B3-B2382302E954}" dt="2025-09-18T04:21:54.706" v="1388"/>
          <ac:spMkLst>
            <pc:docMk/>
            <pc:sldMk cId="1164603351" sldId="332"/>
            <ac:spMk id="4" creationId="{362ADD5A-1C1F-EA5B-928A-5E9210F5A0FB}"/>
          </ac:spMkLst>
        </pc:spChg>
        <pc:spChg chg="add del">
          <ac:chgData name="Arhath Kumar" userId="aa7f7cccaded4c37" providerId="LiveId" clId="{A9A8C257-B739-4B42-B4B3-B2382302E954}" dt="2025-09-18T04:22:34.587" v="1401" actId="478"/>
          <ac:spMkLst>
            <pc:docMk/>
            <pc:sldMk cId="1164603351" sldId="332"/>
            <ac:spMk id="5" creationId="{281DF760-76A9-CFDB-888D-DB846E24C914}"/>
          </ac:spMkLst>
        </pc:spChg>
        <pc:spChg chg="add del mod">
          <ac:chgData name="Arhath Kumar" userId="aa7f7cccaded4c37" providerId="LiveId" clId="{A9A8C257-B739-4B42-B4B3-B2382302E954}" dt="2025-09-18T04:22:43.772" v="1406" actId="478"/>
          <ac:spMkLst>
            <pc:docMk/>
            <pc:sldMk cId="1164603351" sldId="332"/>
            <ac:spMk id="6" creationId="{BCFFB939-BEF2-1F6B-529A-3614F4669677}"/>
          </ac:spMkLst>
        </pc:spChg>
        <pc:spChg chg="add del">
          <ac:chgData name="Arhath Kumar" userId="aa7f7cccaded4c37" providerId="LiveId" clId="{A9A8C257-B739-4B42-B4B3-B2382302E954}" dt="2025-09-18T04:22:37.055" v="1402" actId="478"/>
          <ac:spMkLst>
            <pc:docMk/>
            <pc:sldMk cId="1164603351" sldId="332"/>
            <ac:spMk id="7" creationId="{56131C6F-AE0E-6117-81D1-2BFE281105BE}"/>
          </ac:spMkLst>
        </pc:spChg>
        <pc:spChg chg="add del mod">
          <ac:chgData name="Arhath Kumar" userId="aa7f7cccaded4c37" providerId="LiveId" clId="{A9A8C257-B739-4B42-B4B3-B2382302E954}" dt="2025-09-18T04:22:40.226" v="1404" actId="478"/>
          <ac:spMkLst>
            <pc:docMk/>
            <pc:sldMk cId="1164603351" sldId="332"/>
            <ac:spMk id="8" creationId="{537C6F0F-431A-E20A-323F-4A95131DD098}"/>
          </ac:spMkLst>
        </pc:spChg>
        <pc:spChg chg="add del">
          <ac:chgData name="Arhath Kumar" userId="aa7f7cccaded4c37" providerId="LiveId" clId="{A9A8C257-B739-4B42-B4B3-B2382302E954}" dt="2025-09-18T04:22:41.976" v="1405" actId="478"/>
          <ac:spMkLst>
            <pc:docMk/>
            <pc:sldMk cId="1164603351" sldId="332"/>
            <ac:spMk id="9" creationId="{ADA38EE8-1F71-C068-BBF4-C90246E253D9}"/>
          </ac:spMkLst>
        </pc:spChg>
        <pc:spChg chg="add del mod">
          <ac:chgData name="Arhath Kumar" userId="aa7f7cccaded4c37" providerId="LiveId" clId="{A9A8C257-B739-4B42-B4B3-B2382302E954}" dt="2025-09-18T04:22:31.056" v="1400"/>
          <ac:spMkLst>
            <pc:docMk/>
            <pc:sldMk cId="1164603351" sldId="332"/>
            <ac:spMk id="10" creationId="{525F376F-4749-194E-7307-519F6B24F26D}"/>
          </ac:spMkLst>
        </pc:spChg>
        <pc:spChg chg="add">
          <ac:chgData name="Arhath Kumar" userId="aa7f7cccaded4c37" providerId="LiveId" clId="{A9A8C257-B739-4B42-B4B3-B2382302E954}" dt="2025-09-18T04:24:49.174" v="1420" actId="26606"/>
          <ac:spMkLst>
            <pc:docMk/>
            <pc:sldMk cId="1164603351" sldId="332"/>
            <ac:spMk id="11" creationId="{245A9F99-D9B1-4094-A2E2-B90AC1DB7B9C}"/>
          </ac:spMkLst>
        </pc:spChg>
        <pc:spChg chg="add">
          <ac:chgData name="Arhath Kumar" userId="aa7f7cccaded4c37" providerId="LiveId" clId="{A9A8C257-B739-4B42-B4B3-B2382302E954}" dt="2025-09-18T04:24:49.174" v="1420" actId="26606"/>
          <ac:spMkLst>
            <pc:docMk/>
            <pc:sldMk cId="1164603351" sldId="332"/>
            <ac:spMk id="12" creationId="{B7FAF607-473A-4A43-A23D-BBFF5C4117BB}"/>
          </ac:spMkLst>
        </pc:spChg>
        <pc:grpChg chg="add">
          <ac:chgData name="Arhath Kumar" userId="aa7f7cccaded4c37" providerId="LiveId" clId="{A9A8C257-B739-4B42-B4B3-B2382302E954}" dt="2025-09-18T04:24:49.174" v="1420" actId="26606"/>
          <ac:grpSpMkLst>
            <pc:docMk/>
            <pc:sldMk cId="1164603351" sldId="332"/>
            <ac:grpSpMk id="14" creationId="{C5F6476F-D303-44D3-B30F-1BA348F0F64A}"/>
          </ac:grpSpMkLst>
        </pc:grpChg>
        <pc:picChg chg="add del">
          <ac:chgData name="Arhath Kumar" userId="aa7f7cccaded4c37" providerId="LiveId" clId="{A9A8C257-B739-4B42-B4B3-B2382302E954}" dt="2025-09-18T04:24:52.924" v="1421" actId="478"/>
          <ac:picMkLst>
            <pc:docMk/>
            <pc:sldMk cId="1164603351" sldId="332"/>
            <ac:picMk id="13" creationId="{6E8944C1-38CB-0697-5D2E-EF0C1F1BB38E}"/>
          </ac:picMkLst>
        </pc:picChg>
      </pc:sldChg>
      <pc:sldChg chg="add">
        <pc:chgData name="Arhath Kumar" userId="aa7f7cccaded4c37" providerId="LiveId" clId="{A9A8C257-B739-4B42-B4B3-B2382302E954}" dt="2025-09-18T04:39:18.656" v="1434" actId="2890"/>
        <pc:sldMkLst>
          <pc:docMk/>
          <pc:sldMk cId="3570541660" sldId="333"/>
        </pc:sldMkLst>
      </pc:sldChg>
      <pc:sldChg chg="addSp delSp modSp new mod setBg">
        <pc:chgData name="Arhath Kumar" userId="aa7f7cccaded4c37" providerId="LiveId" clId="{A9A8C257-B739-4B42-B4B3-B2382302E954}" dt="2025-09-19T09:52:32.242" v="1559" actId="255"/>
        <pc:sldMkLst>
          <pc:docMk/>
          <pc:sldMk cId="2971216349" sldId="334"/>
        </pc:sldMkLst>
        <pc:spChg chg="del">
          <ac:chgData name="Arhath Kumar" userId="aa7f7cccaded4c37" providerId="LiveId" clId="{A9A8C257-B739-4B42-B4B3-B2382302E954}" dt="2025-09-19T09:48:03.167" v="1502" actId="478"/>
          <ac:spMkLst>
            <pc:docMk/>
            <pc:sldMk cId="2971216349" sldId="334"/>
            <ac:spMk id="2" creationId="{F43BE1FF-FF64-B196-DFF4-793423E9E053}"/>
          </ac:spMkLst>
        </pc:spChg>
        <pc:spChg chg="mod">
          <ac:chgData name="Arhath Kumar" userId="aa7f7cccaded4c37" providerId="LiveId" clId="{A9A8C257-B739-4B42-B4B3-B2382302E954}" dt="2025-09-19T09:52:32.242" v="1559" actId="255"/>
          <ac:spMkLst>
            <pc:docMk/>
            <pc:sldMk cId="2971216349" sldId="334"/>
            <ac:spMk id="3" creationId="{87FA3BB7-2C29-DD3D-96FB-345B999ECA87}"/>
          </ac:spMkLst>
        </pc:spChg>
        <pc:spChg chg="add del">
          <ac:chgData name="Arhath Kumar" userId="aa7f7cccaded4c37" providerId="LiveId" clId="{A9A8C257-B739-4B42-B4B3-B2382302E954}" dt="2025-09-19T09:51:15.539" v="1535" actId="26606"/>
          <ac:spMkLst>
            <pc:docMk/>
            <pc:sldMk cId="2971216349" sldId="334"/>
            <ac:spMk id="8" creationId="{4BC99CB9-DDAD-44A2-8A1C-E3AF4E72DF5C}"/>
          </ac:spMkLst>
        </pc:spChg>
        <pc:spChg chg="add del">
          <ac:chgData name="Arhath Kumar" userId="aa7f7cccaded4c37" providerId="LiveId" clId="{A9A8C257-B739-4B42-B4B3-B2382302E954}" dt="2025-09-19T09:51:15.539" v="1535" actId="26606"/>
          <ac:spMkLst>
            <pc:docMk/>
            <pc:sldMk cId="2971216349" sldId="334"/>
            <ac:spMk id="10" creationId="{64053CBF-3932-45FF-8285-EE5146085F3A}"/>
          </ac:spMkLst>
        </pc:spChg>
        <pc:spChg chg="add">
          <ac:chgData name="Arhath Kumar" userId="aa7f7cccaded4c37" providerId="LiveId" clId="{A9A8C257-B739-4B42-B4B3-B2382302E954}" dt="2025-09-19T09:51:15.555" v="1536" actId="26606"/>
          <ac:spMkLst>
            <pc:docMk/>
            <pc:sldMk cId="2971216349" sldId="334"/>
            <ac:spMk id="24" creationId="{D038248A-211C-4EEC-8401-C761B929FB52}"/>
          </ac:spMkLst>
        </pc:spChg>
        <pc:spChg chg="add">
          <ac:chgData name="Arhath Kumar" userId="aa7f7cccaded4c37" providerId="LiveId" clId="{A9A8C257-B739-4B42-B4B3-B2382302E954}" dt="2025-09-19T09:51:15.555" v="1536" actId="26606"/>
          <ac:spMkLst>
            <pc:docMk/>
            <pc:sldMk cId="2971216349" sldId="334"/>
            <ac:spMk id="25" creationId="{C30A849F-66D9-40C8-BEC8-35AFF8F4568F}"/>
          </ac:spMkLst>
        </pc:spChg>
        <pc:grpChg chg="add del">
          <ac:chgData name="Arhath Kumar" userId="aa7f7cccaded4c37" providerId="LiveId" clId="{A9A8C257-B739-4B42-B4B3-B2382302E954}" dt="2025-09-19T09:51:15.539" v="1535" actId="26606"/>
          <ac:grpSpMkLst>
            <pc:docMk/>
            <pc:sldMk cId="2971216349" sldId="334"/>
            <ac:grpSpMk id="12" creationId="{2E751C04-BEA6-446B-A678-9C74819EBD4C}"/>
          </ac:grpSpMkLst>
        </pc:grpChg>
        <pc:grpChg chg="add del">
          <ac:chgData name="Arhath Kumar" userId="aa7f7cccaded4c37" providerId="LiveId" clId="{A9A8C257-B739-4B42-B4B3-B2382302E954}" dt="2025-09-19T09:51:15.539" v="1535" actId="26606"/>
          <ac:grpSpMkLst>
            <pc:docMk/>
            <pc:sldMk cId="2971216349" sldId="334"/>
            <ac:grpSpMk id="18" creationId="{B63ACBA3-DEFD-4C6D-BBA0-64468FA99C2D}"/>
          </ac:grpSpMkLst>
        </pc:grpChg>
        <pc:grpChg chg="add">
          <ac:chgData name="Arhath Kumar" userId="aa7f7cccaded4c37" providerId="LiveId" clId="{A9A8C257-B739-4B42-B4B3-B2382302E954}" dt="2025-09-19T09:51:15.555" v="1536" actId="26606"/>
          <ac:grpSpMkLst>
            <pc:docMk/>
            <pc:sldMk cId="2971216349" sldId="334"/>
            <ac:grpSpMk id="26" creationId="{04542298-A2B1-480F-A11C-A40EDD19B857}"/>
          </ac:grpSpMkLst>
        </pc:grpChg>
        <pc:grpChg chg="add">
          <ac:chgData name="Arhath Kumar" userId="aa7f7cccaded4c37" providerId="LiveId" clId="{A9A8C257-B739-4B42-B4B3-B2382302E954}" dt="2025-09-19T09:51:15.555" v="1536" actId="26606"/>
          <ac:grpSpMkLst>
            <pc:docMk/>
            <pc:sldMk cId="2971216349" sldId="334"/>
            <ac:grpSpMk id="31" creationId="{2A5C9C35-2375-49EB-B99C-17C87D42FE7C}"/>
          </ac:grpSpMkLst>
        </pc:grpChg>
      </pc:sldChg>
      <pc:sldChg chg="addSp modSp add mod">
        <pc:chgData name="Arhath Kumar" userId="aa7f7cccaded4c37" providerId="LiveId" clId="{A9A8C257-B739-4B42-B4B3-B2382302E954}" dt="2025-09-19T09:54:53.822" v="1578" actId="14100"/>
        <pc:sldMkLst>
          <pc:docMk/>
          <pc:sldMk cId="722389565" sldId="335"/>
        </pc:sldMkLst>
        <pc:spChg chg="mod">
          <ac:chgData name="Arhath Kumar" userId="aa7f7cccaded4c37" providerId="LiveId" clId="{A9A8C257-B739-4B42-B4B3-B2382302E954}" dt="2025-09-19T09:54:37.826" v="1573" actId="14100"/>
          <ac:spMkLst>
            <pc:docMk/>
            <pc:sldMk cId="722389565" sldId="335"/>
            <ac:spMk id="3" creationId="{87FA3BB7-2C29-DD3D-96FB-345B999ECA87}"/>
          </ac:spMkLst>
        </pc:spChg>
        <pc:picChg chg="add mod">
          <ac:chgData name="Arhath Kumar" userId="aa7f7cccaded4c37" providerId="LiveId" clId="{A9A8C257-B739-4B42-B4B3-B2382302E954}" dt="2025-09-19T09:54:53.822" v="1578" actId="14100"/>
          <ac:picMkLst>
            <pc:docMk/>
            <pc:sldMk cId="722389565" sldId="335"/>
            <ac:picMk id="2" creationId="{BCE4802B-AB2A-19E2-9A6B-88CA94DB0186}"/>
          </ac:picMkLst>
        </pc:picChg>
      </pc:sldChg>
      <pc:sldChg chg="addSp modSp add mod">
        <pc:chgData name="Arhath Kumar" userId="aa7f7cccaded4c37" providerId="LiveId" clId="{A9A8C257-B739-4B42-B4B3-B2382302E954}" dt="2025-09-19T10:01:30.227" v="1615" actId="255"/>
        <pc:sldMkLst>
          <pc:docMk/>
          <pc:sldMk cId="692506759" sldId="336"/>
        </pc:sldMkLst>
        <pc:spChg chg="mod">
          <ac:chgData name="Arhath Kumar" userId="aa7f7cccaded4c37" providerId="LiveId" clId="{A9A8C257-B739-4B42-B4B3-B2382302E954}" dt="2025-09-19T10:01:30.227" v="1615" actId="255"/>
          <ac:spMkLst>
            <pc:docMk/>
            <pc:sldMk cId="692506759" sldId="336"/>
            <ac:spMk id="4" creationId="{0109197A-BE51-E050-4D06-D0910B781D0C}"/>
          </ac:spMkLst>
        </pc:spChg>
        <pc:picChg chg="add mod">
          <ac:chgData name="Arhath Kumar" userId="aa7f7cccaded4c37" providerId="LiveId" clId="{A9A8C257-B739-4B42-B4B3-B2382302E954}" dt="2025-09-19T10:00:07.923" v="1612" actId="14100"/>
          <ac:picMkLst>
            <pc:docMk/>
            <pc:sldMk cId="692506759" sldId="336"/>
            <ac:picMk id="2" creationId="{33EF8F1B-C3B6-4DEC-F750-F7EA7F0285EE}"/>
          </ac:picMkLst>
        </pc:picChg>
      </pc:sldChg>
      <pc:sldChg chg="addSp delSp modSp new mod setBg">
        <pc:chgData name="Arhath Kumar" userId="aa7f7cccaded4c37" providerId="LiveId" clId="{A9A8C257-B739-4B42-B4B3-B2382302E954}" dt="2025-09-22T07:28:29.678" v="1750" actId="20577"/>
        <pc:sldMkLst>
          <pc:docMk/>
          <pc:sldMk cId="2673013078" sldId="337"/>
        </pc:sldMkLst>
        <pc:spChg chg="del">
          <ac:chgData name="Arhath Kumar" userId="aa7f7cccaded4c37" providerId="LiveId" clId="{A9A8C257-B739-4B42-B4B3-B2382302E954}" dt="2025-09-22T07:14:46.570" v="1621" actId="478"/>
          <ac:spMkLst>
            <pc:docMk/>
            <pc:sldMk cId="2673013078" sldId="337"/>
            <ac:spMk id="2" creationId="{0ABAD3F3-0D9D-EDBE-7C71-69B0904339E2}"/>
          </ac:spMkLst>
        </pc:spChg>
        <pc:spChg chg="del">
          <ac:chgData name="Arhath Kumar" userId="aa7f7cccaded4c37" providerId="LiveId" clId="{A9A8C257-B739-4B42-B4B3-B2382302E954}" dt="2025-09-22T07:14:27.652" v="1617"/>
          <ac:spMkLst>
            <pc:docMk/>
            <pc:sldMk cId="2673013078" sldId="337"/>
            <ac:spMk id="3" creationId="{28E52BED-C542-07FC-D382-74B8CB0CE959}"/>
          </ac:spMkLst>
        </pc:spChg>
        <pc:spChg chg="add del mod">
          <ac:chgData name="Arhath Kumar" userId="aa7f7cccaded4c37" providerId="LiveId" clId="{A9A8C257-B739-4B42-B4B3-B2382302E954}" dt="2025-09-22T07:22:47.832" v="1690" actId="478"/>
          <ac:spMkLst>
            <pc:docMk/>
            <pc:sldMk cId="2673013078" sldId="337"/>
            <ac:spMk id="4" creationId="{D9417254-12BA-CCF8-C886-43429D5737DC}"/>
          </ac:spMkLst>
        </pc:spChg>
        <pc:spChg chg="add del mod">
          <ac:chgData name="Arhath Kumar" userId="aa7f7cccaded4c37" providerId="LiveId" clId="{A9A8C257-B739-4B42-B4B3-B2382302E954}" dt="2025-09-22T07:22:50.691" v="1691" actId="478"/>
          <ac:spMkLst>
            <pc:docMk/>
            <pc:sldMk cId="2673013078" sldId="337"/>
            <ac:spMk id="8" creationId="{8D07C985-E97A-4AEB-EE71-EBBFC9300082}"/>
          </ac:spMkLst>
        </pc:spChg>
        <pc:spChg chg="add del">
          <ac:chgData name="Arhath Kumar" userId="aa7f7cccaded4c37" providerId="LiveId" clId="{A9A8C257-B739-4B42-B4B3-B2382302E954}" dt="2025-09-22T07:17:53.652" v="1645" actId="26606"/>
          <ac:spMkLst>
            <pc:docMk/>
            <pc:sldMk cId="2673013078" sldId="337"/>
            <ac:spMk id="9" creationId="{1C799903-48D5-4A31-A1A2-541072D9771E}"/>
          </ac:spMkLst>
        </pc:spChg>
        <pc:spChg chg="add del">
          <ac:chgData name="Arhath Kumar" userId="aa7f7cccaded4c37" providerId="LiveId" clId="{A9A8C257-B739-4B42-B4B3-B2382302E954}" dt="2025-09-22T07:17:53.652" v="1645" actId="26606"/>
          <ac:spMkLst>
            <pc:docMk/>
            <pc:sldMk cId="2673013078" sldId="337"/>
            <ac:spMk id="11" creationId="{8EFFF109-FC58-4FD3-BE05-9775A1310F55}"/>
          </ac:spMkLst>
        </pc:spChg>
        <pc:spChg chg="add del">
          <ac:chgData name="Arhath Kumar" userId="aa7f7cccaded4c37" providerId="LiveId" clId="{A9A8C257-B739-4B42-B4B3-B2382302E954}" dt="2025-09-22T07:17:53.652" v="1645" actId="26606"/>
          <ac:spMkLst>
            <pc:docMk/>
            <pc:sldMk cId="2673013078" sldId="337"/>
            <ac:spMk id="13" creationId="{E1B96AD6-92A9-4273-A62B-96A1C3E0BA95}"/>
          </ac:spMkLst>
        </pc:spChg>
        <pc:spChg chg="add del">
          <ac:chgData name="Arhath Kumar" userId="aa7f7cccaded4c37" providerId="LiveId" clId="{A9A8C257-B739-4B42-B4B3-B2382302E954}" dt="2025-09-22T07:17:53.652" v="1645" actId="26606"/>
          <ac:spMkLst>
            <pc:docMk/>
            <pc:sldMk cId="2673013078" sldId="337"/>
            <ac:spMk id="15" creationId="{463EEC44-1BA3-44ED-81FC-A644B04B2A44}"/>
          </ac:spMkLst>
        </pc:spChg>
        <pc:spChg chg="add">
          <ac:chgData name="Arhath Kumar" userId="aa7f7cccaded4c37" providerId="LiveId" clId="{A9A8C257-B739-4B42-B4B3-B2382302E954}" dt="2025-09-22T07:17:53.652" v="1645" actId="26606"/>
          <ac:spMkLst>
            <pc:docMk/>
            <pc:sldMk cId="2673013078" sldId="337"/>
            <ac:spMk id="20" creationId="{18873D23-2DCF-4B31-A009-95721C06E8E1}"/>
          </ac:spMkLst>
        </pc:spChg>
        <pc:spChg chg="add">
          <ac:chgData name="Arhath Kumar" userId="aa7f7cccaded4c37" providerId="LiveId" clId="{A9A8C257-B739-4B42-B4B3-B2382302E954}" dt="2025-09-22T07:17:53.652" v="1645" actId="26606"/>
          <ac:spMkLst>
            <pc:docMk/>
            <pc:sldMk cId="2673013078" sldId="337"/>
            <ac:spMk id="22" creationId="{C13EF075-D4EF-4929-ADBC-91B27DA19955}"/>
          </ac:spMkLst>
        </pc:spChg>
        <pc:grpChg chg="add">
          <ac:chgData name="Arhath Kumar" userId="aa7f7cccaded4c37" providerId="LiveId" clId="{A9A8C257-B739-4B42-B4B3-B2382302E954}" dt="2025-09-22T07:17:53.652" v="1645" actId="26606"/>
          <ac:grpSpMkLst>
            <pc:docMk/>
            <pc:sldMk cId="2673013078" sldId="337"/>
            <ac:grpSpMk id="24" creationId="{DAA26DFA-AAB2-4973-9C17-16D587C7B198}"/>
          </ac:grpSpMkLst>
        </pc:grpChg>
        <pc:graphicFrameChg chg="add mod modGraphic">
          <ac:chgData name="Arhath Kumar" userId="aa7f7cccaded4c37" providerId="LiveId" clId="{A9A8C257-B739-4B42-B4B3-B2382302E954}" dt="2025-09-22T07:28:29.678" v="1750" actId="20577"/>
          <ac:graphicFrameMkLst>
            <pc:docMk/>
            <pc:sldMk cId="2673013078" sldId="337"/>
            <ac:graphicFrameMk id="5" creationId="{B12CBA4E-B4AA-8734-B360-E60F9F00895D}"/>
          </ac:graphicFrameMkLst>
        </pc:graphicFrameChg>
        <pc:graphicFrameChg chg="add del mod">
          <ac:chgData name="Arhath Kumar" userId="aa7f7cccaded4c37" providerId="LiveId" clId="{A9A8C257-B739-4B42-B4B3-B2382302E954}" dt="2025-09-22T07:17:22.394" v="1641" actId="26606"/>
          <ac:graphicFrameMkLst>
            <pc:docMk/>
            <pc:sldMk cId="2673013078" sldId="337"/>
            <ac:graphicFrameMk id="6" creationId="{19F2D0C9-DEB3-2B61-D8F3-738ED2C5E39B}"/>
          </ac:graphicFrameMkLst>
        </pc:graphicFrameChg>
        <pc:picChg chg="add del">
          <ac:chgData name="Arhath Kumar" userId="aa7f7cccaded4c37" providerId="LiveId" clId="{A9A8C257-B739-4B42-B4B3-B2382302E954}" dt="2025-09-22T07:17:22.394" v="1641" actId="26606"/>
          <ac:picMkLst>
            <pc:docMk/>
            <pc:sldMk cId="2673013078" sldId="337"/>
            <ac:picMk id="7" creationId="{9680E23E-1194-D174-A33C-5A8FC0172A03}"/>
          </ac:picMkLst>
        </pc:picChg>
      </pc:sldChg>
      <pc:sldChg chg="addSp delSp modSp new mod setBg">
        <pc:chgData name="Arhath Kumar" userId="aa7f7cccaded4c37" providerId="LiveId" clId="{A9A8C257-B739-4B42-B4B3-B2382302E954}" dt="2025-09-22T07:44:58.721" v="1926" actId="1076"/>
        <pc:sldMkLst>
          <pc:docMk/>
          <pc:sldMk cId="2141660093" sldId="338"/>
        </pc:sldMkLst>
        <pc:spChg chg="del">
          <ac:chgData name="Arhath Kumar" userId="aa7f7cccaded4c37" providerId="LiveId" clId="{A9A8C257-B739-4B42-B4B3-B2382302E954}" dt="2025-09-22T07:15:52.430" v="1631" actId="478"/>
          <ac:spMkLst>
            <pc:docMk/>
            <pc:sldMk cId="2141660093" sldId="338"/>
            <ac:spMk id="2" creationId="{3C79FC2F-0E5B-87A5-5282-E1D23F22056F}"/>
          </ac:spMkLst>
        </pc:spChg>
        <pc:spChg chg="del mod">
          <ac:chgData name="Arhath Kumar" userId="aa7f7cccaded4c37" providerId="LiveId" clId="{A9A8C257-B739-4B42-B4B3-B2382302E954}" dt="2025-09-22T07:19:15.400" v="1657"/>
          <ac:spMkLst>
            <pc:docMk/>
            <pc:sldMk cId="2141660093" sldId="338"/>
            <ac:spMk id="3" creationId="{0F5E062E-3D67-40BE-E501-9806FCE3AB8A}"/>
          </ac:spMkLst>
        </pc:spChg>
        <pc:spChg chg="add mod">
          <ac:chgData name="Arhath Kumar" userId="aa7f7cccaded4c37" providerId="LiveId" clId="{A9A8C257-B739-4B42-B4B3-B2382302E954}" dt="2025-09-22T07:27:43.008" v="1728" actId="6549"/>
          <ac:spMkLst>
            <pc:docMk/>
            <pc:sldMk cId="2141660093" sldId="338"/>
            <ac:spMk id="4" creationId="{8FCABDF6-F217-8323-A91E-5394E38A9212}"/>
          </ac:spMkLst>
        </pc:spChg>
        <pc:spChg chg="add del mod">
          <ac:chgData name="Arhath Kumar" userId="aa7f7cccaded4c37" providerId="LiveId" clId="{A9A8C257-B739-4B42-B4B3-B2382302E954}" dt="2025-09-22T07:29:07.196" v="1753"/>
          <ac:spMkLst>
            <pc:docMk/>
            <pc:sldMk cId="2141660093" sldId="338"/>
            <ac:spMk id="5" creationId="{833A2D40-1590-0522-6A46-24B9BBC486E7}"/>
          </ac:spMkLst>
        </pc:spChg>
        <pc:spChg chg="add mod">
          <ac:chgData name="Arhath Kumar" userId="aa7f7cccaded4c37" providerId="LiveId" clId="{A9A8C257-B739-4B42-B4B3-B2382302E954}" dt="2025-09-22T07:44:33.929" v="1924" actId="20577"/>
          <ac:spMkLst>
            <pc:docMk/>
            <pc:sldMk cId="2141660093" sldId="338"/>
            <ac:spMk id="6" creationId="{1F9559FD-FA2D-A079-53DF-DCE72886A872}"/>
          </ac:spMkLst>
        </pc:spChg>
        <pc:spChg chg="add del mod">
          <ac:chgData name="Arhath Kumar" userId="aa7f7cccaded4c37" providerId="LiveId" clId="{A9A8C257-B739-4B42-B4B3-B2382302E954}" dt="2025-09-22T07:35:47.890" v="1830"/>
          <ac:spMkLst>
            <pc:docMk/>
            <pc:sldMk cId="2141660093" sldId="338"/>
            <ac:spMk id="7" creationId="{4CC17E2F-5C15-35B6-81C7-3126DA2E261C}"/>
          </ac:spMkLst>
        </pc:spChg>
        <pc:spChg chg="add mod">
          <ac:chgData name="Arhath Kumar" userId="aa7f7cccaded4c37" providerId="LiveId" clId="{A9A8C257-B739-4B42-B4B3-B2382302E954}" dt="2025-09-22T07:44:58.721" v="1926" actId="1076"/>
          <ac:spMkLst>
            <pc:docMk/>
            <pc:sldMk cId="2141660093" sldId="338"/>
            <ac:spMk id="8" creationId="{67BEE4F6-A1A2-1687-7F13-EB1A082C6D8C}"/>
          </ac:spMkLst>
        </pc:spChg>
        <pc:spChg chg="add">
          <ac:chgData name="Arhath Kumar" userId="aa7f7cccaded4c37" providerId="LiveId" clId="{A9A8C257-B739-4B42-B4B3-B2382302E954}" dt="2025-09-22T07:19:33.130" v="1659" actId="26606"/>
          <ac:spMkLst>
            <pc:docMk/>
            <pc:sldMk cId="2141660093" sldId="338"/>
            <ac:spMk id="9" creationId="{889C5E17-24D0-4696-A3C5-A2261FB455FA}"/>
          </ac:spMkLst>
        </pc:spChg>
        <pc:spChg chg="add del mod">
          <ac:chgData name="Arhath Kumar" userId="aa7f7cccaded4c37" providerId="LiveId" clId="{A9A8C257-B739-4B42-B4B3-B2382302E954}" dt="2025-09-22T07:35:47.890" v="1832"/>
          <ac:spMkLst>
            <pc:docMk/>
            <pc:sldMk cId="2141660093" sldId="338"/>
            <ac:spMk id="10" creationId="{D6ED978D-15CE-F532-1A6C-9CC69190F37B}"/>
          </ac:spMkLst>
        </pc:spChg>
        <pc:spChg chg="add">
          <ac:chgData name="Arhath Kumar" userId="aa7f7cccaded4c37" providerId="LiveId" clId="{A9A8C257-B739-4B42-B4B3-B2382302E954}" dt="2025-09-22T07:19:33.130" v="1659" actId="26606"/>
          <ac:spMkLst>
            <pc:docMk/>
            <pc:sldMk cId="2141660093" sldId="338"/>
            <ac:spMk id="11" creationId="{6929B58F-2358-44CC-ACE5-EF1BD3C6C824}"/>
          </ac:spMkLst>
        </pc:spChg>
        <pc:spChg chg="add mod">
          <ac:chgData name="Arhath Kumar" userId="aa7f7cccaded4c37" providerId="LiveId" clId="{A9A8C257-B739-4B42-B4B3-B2382302E954}" dt="2025-09-22T07:36:25.943" v="1838" actId="113"/>
          <ac:spMkLst>
            <pc:docMk/>
            <pc:sldMk cId="2141660093" sldId="338"/>
            <ac:spMk id="12" creationId="{4E61E529-00D8-EE8C-BA58-493C39D6A6FC}"/>
          </ac:spMkLst>
        </pc:spChg>
        <pc:grpChg chg="add">
          <ac:chgData name="Arhath Kumar" userId="aa7f7cccaded4c37" providerId="LiveId" clId="{A9A8C257-B739-4B42-B4B3-B2382302E954}" dt="2025-09-22T07:19:33.130" v="1659" actId="26606"/>
          <ac:grpSpMkLst>
            <pc:docMk/>
            <pc:sldMk cId="2141660093" sldId="338"/>
            <ac:grpSpMk id="13" creationId="{09DA5303-A1AF-4830-806C-51FCD96188B7}"/>
          </ac:grpSpMkLst>
        </pc:grpChg>
      </pc:sldChg>
      <pc:sldChg chg="addSp delSp modSp new mod setBg">
        <pc:chgData name="Arhath Kumar" userId="aa7f7cccaded4c37" providerId="LiveId" clId="{A9A8C257-B739-4B42-B4B3-B2382302E954}" dt="2025-09-22T07:25:51.492" v="1716" actId="21"/>
        <pc:sldMkLst>
          <pc:docMk/>
          <pc:sldMk cId="3889693739" sldId="339"/>
        </pc:sldMkLst>
        <pc:spChg chg="del">
          <ac:chgData name="Arhath Kumar" userId="aa7f7cccaded4c37" providerId="LiveId" clId="{A9A8C257-B739-4B42-B4B3-B2382302E954}" dt="2025-09-22T07:20:49.309" v="1669" actId="478"/>
          <ac:spMkLst>
            <pc:docMk/>
            <pc:sldMk cId="3889693739" sldId="339"/>
            <ac:spMk id="2" creationId="{6BE7FD5B-6F66-31FF-57BA-9BF21BB8D0EA}"/>
          </ac:spMkLst>
        </pc:spChg>
        <pc:spChg chg="del mod">
          <ac:chgData name="Arhath Kumar" userId="aa7f7cccaded4c37" providerId="LiveId" clId="{A9A8C257-B739-4B42-B4B3-B2382302E954}" dt="2025-09-22T07:21:29.130" v="1674"/>
          <ac:spMkLst>
            <pc:docMk/>
            <pc:sldMk cId="3889693739" sldId="339"/>
            <ac:spMk id="3" creationId="{42BC7D2B-C13E-F0AC-E3FA-D75054F9D6ED}"/>
          </ac:spMkLst>
        </pc:spChg>
        <pc:spChg chg="add mod">
          <ac:chgData name="Arhath Kumar" userId="aa7f7cccaded4c37" providerId="LiveId" clId="{A9A8C257-B739-4B42-B4B3-B2382302E954}" dt="2025-09-22T07:25:51.492" v="1716" actId="21"/>
          <ac:spMkLst>
            <pc:docMk/>
            <pc:sldMk cId="3889693739" sldId="339"/>
            <ac:spMk id="4" creationId="{D8AD5504-0BEF-C1FB-0C35-A07949DD2913}"/>
          </ac:spMkLst>
        </pc:spChg>
        <pc:spChg chg="add">
          <ac:chgData name="Arhath Kumar" userId="aa7f7cccaded4c37" providerId="LiveId" clId="{A9A8C257-B739-4B42-B4B3-B2382302E954}" dt="2025-09-22T07:21:10.366" v="1670" actId="26606"/>
          <ac:spMkLst>
            <pc:docMk/>
            <pc:sldMk cId="3889693739" sldId="339"/>
            <ac:spMk id="8" creationId="{D038248A-211C-4EEC-8401-C761B929FB52}"/>
          </ac:spMkLst>
        </pc:spChg>
        <pc:spChg chg="add">
          <ac:chgData name="Arhath Kumar" userId="aa7f7cccaded4c37" providerId="LiveId" clId="{A9A8C257-B739-4B42-B4B3-B2382302E954}" dt="2025-09-22T07:21:10.366" v="1670" actId="26606"/>
          <ac:spMkLst>
            <pc:docMk/>
            <pc:sldMk cId="3889693739" sldId="339"/>
            <ac:spMk id="10" creationId="{C30A849F-66D9-40C8-BEC8-35AFF8F4568F}"/>
          </ac:spMkLst>
        </pc:spChg>
        <pc:grpChg chg="add">
          <ac:chgData name="Arhath Kumar" userId="aa7f7cccaded4c37" providerId="LiveId" clId="{A9A8C257-B739-4B42-B4B3-B2382302E954}" dt="2025-09-22T07:21:10.366" v="1670" actId="26606"/>
          <ac:grpSpMkLst>
            <pc:docMk/>
            <pc:sldMk cId="3889693739" sldId="339"/>
            <ac:grpSpMk id="12" creationId="{04542298-A2B1-480F-A11C-A40EDD19B857}"/>
          </ac:grpSpMkLst>
        </pc:grpChg>
        <pc:grpChg chg="add">
          <ac:chgData name="Arhath Kumar" userId="aa7f7cccaded4c37" providerId="LiveId" clId="{A9A8C257-B739-4B42-B4B3-B2382302E954}" dt="2025-09-22T07:21:10.366" v="1670" actId="26606"/>
          <ac:grpSpMkLst>
            <pc:docMk/>
            <pc:sldMk cId="3889693739" sldId="339"/>
            <ac:grpSpMk id="18" creationId="{2A5C9C35-2375-49EB-B99C-17C87D42FE7C}"/>
          </ac:grpSpMkLst>
        </pc:grpChg>
      </pc:sldChg>
      <pc:sldChg chg="modSp add mod">
        <pc:chgData name="Arhath Kumar" userId="aa7f7cccaded4c37" providerId="LiveId" clId="{A9A8C257-B739-4B42-B4B3-B2382302E954}" dt="2025-09-22T07:28:24.039" v="1748" actId="20577"/>
        <pc:sldMkLst>
          <pc:docMk/>
          <pc:sldMk cId="4067873344" sldId="340"/>
        </pc:sldMkLst>
        <pc:graphicFrameChg chg="mod modGraphic">
          <ac:chgData name="Arhath Kumar" userId="aa7f7cccaded4c37" providerId="LiveId" clId="{A9A8C257-B739-4B42-B4B3-B2382302E954}" dt="2025-09-22T07:28:24.039" v="1748" actId="20577"/>
          <ac:graphicFrameMkLst>
            <pc:docMk/>
            <pc:sldMk cId="4067873344" sldId="340"/>
            <ac:graphicFrameMk id="5" creationId="{B12CBA4E-B4AA-8734-B360-E60F9F00895D}"/>
          </ac:graphicFrameMkLst>
        </pc:graphicFrameChg>
      </pc:sldChg>
      <pc:sldChg chg="new">
        <pc:chgData name="Arhath Kumar" userId="aa7f7cccaded4c37" providerId="LiveId" clId="{A9A8C257-B739-4B42-B4B3-B2382302E954}" dt="2025-09-22T07:36:52.702" v="1840" actId="680"/>
        <pc:sldMkLst>
          <pc:docMk/>
          <pc:sldMk cId="3707242016" sldId="341"/>
        </pc:sldMkLst>
      </pc:sldChg>
      <pc:sldChg chg="addSp delSp modSp add mod">
        <pc:chgData name="Arhath Kumar" userId="aa7f7cccaded4c37" providerId="LiveId" clId="{A9A8C257-B739-4B42-B4B3-B2382302E954}" dt="2025-09-22T07:41:26.648" v="1922" actId="5793"/>
        <pc:sldMkLst>
          <pc:docMk/>
          <pc:sldMk cId="2945692538" sldId="342"/>
        </pc:sldMkLst>
        <pc:spChg chg="add del">
          <ac:chgData name="Arhath Kumar" userId="aa7f7cccaded4c37" providerId="LiveId" clId="{A9A8C257-B739-4B42-B4B3-B2382302E954}" dt="2025-09-22T07:37:41.152" v="1847"/>
          <ac:spMkLst>
            <pc:docMk/>
            <pc:sldMk cId="2945692538" sldId="342"/>
            <ac:spMk id="2" creationId="{E4386EA5-A3B7-75E2-F490-CE9A601BF975}"/>
          </ac:spMkLst>
        </pc:spChg>
        <pc:spChg chg="add del mod">
          <ac:chgData name="Arhath Kumar" userId="aa7f7cccaded4c37" providerId="LiveId" clId="{A9A8C257-B739-4B42-B4B3-B2382302E954}" dt="2025-09-22T07:37:40.417" v="1846"/>
          <ac:spMkLst>
            <pc:docMk/>
            <pc:sldMk cId="2945692538" sldId="342"/>
            <ac:spMk id="3" creationId="{5B6285BC-3FED-16C9-8077-961B64F4006A}"/>
          </ac:spMkLst>
        </pc:spChg>
        <pc:spChg chg="add mod">
          <ac:chgData name="Arhath Kumar" userId="aa7f7cccaded4c37" providerId="LiveId" clId="{A9A8C257-B739-4B42-B4B3-B2382302E954}" dt="2025-09-22T07:37:51.508" v="1850" actId="21"/>
          <ac:spMkLst>
            <pc:docMk/>
            <pc:sldMk cId="2945692538" sldId="342"/>
            <ac:spMk id="5" creationId="{572356D2-71ED-CECA-1615-30E1279ADE70}"/>
          </ac:spMkLst>
        </pc:spChg>
        <pc:spChg chg="mod">
          <ac:chgData name="Arhath Kumar" userId="aa7f7cccaded4c37" providerId="LiveId" clId="{A9A8C257-B739-4B42-B4B3-B2382302E954}" dt="2025-09-22T07:41:26.648" v="1922" actId="5793"/>
          <ac:spMkLst>
            <pc:docMk/>
            <pc:sldMk cId="2945692538" sldId="342"/>
            <ac:spMk id="6" creationId="{1F9559FD-FA2D-A079-53DF-DCE72886A872}"/>
          </ac:spMkLst>
        </pc:spChg>
        <pc:spChg chg="add mod">
          <ac:chgData name="Arhath Kumar" userId="aa7f7cccaded4c37" providerId="LiveId" clId="{A9A8C257-B739-4B42-B4B3-B2382302E954}" dt="2025-09-22T07:40:23.065" v="1907" actId="21"/>
          <ac:spMkLst>
            <pc:docMk/>
            <pc:sldMk cId="2945692538" sldId="342"/>
            <ac:spMk id="7" creationId="{223D6FEB-F021-CE13-98AD-EB58F07A0DCD}"/>
          </ac:spMkLst>
        </pc:spChg>
        <pc:spChg chg="mod">
          <ac:chgData name="Arhath Kumar" userId="aa7f7cccaded4c37" providerId="LiveId" clId="{A9A8C257-B739-4B42-B4B3-B2382302E954}" dt="2025-09-22T07:41:17.557" v="1920" actId="207"/>
          <ac:spMkLst>
            <pc:docMk/>
            <pc:sldMk cId="2945692538" sldId="342"/>
            <ac:spMk id="8" creationId="{67BEE4F6-A1A2-1687-7F13-EB1A082C6D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0" y="3985"/>
            <a:ext cx="7329573" cy="6858000"/>
            <a:chOff x="1303402" y="36937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86" y="1682346"/>
            <a:ext cx="5565422" cy="2031055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chemeClr val="tx2"/>
                </a:solidFill>
              </a:rPr>
              <a:t>Unit-2</a:t>
            </a:r>
            <a:br>
              <a:rPr lang="en-IN" sz="4500" dirty="0">
                <a:solidFill>
                  <a:schemeClr val="tx2"/>
                </a:solidFill>
              </a:rPr>
            </a:br>
            <a:r>
              <a:rPr lang="en-IN" sz="4500" dirty="0">
                <a:solidFill>
                  <a:schemeClr val="tx2"/>
                </a:solidFill>
              </a:rPr>
              <a:t>UNIX Operating System Internals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4026" y="4160126"/>
            <a:ext cx="4578895" cy="6820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2"/>
                </a:solidFill>
              </a:rPr>
              <a:t>Evolution, Architecture, Process Management, File System, Memory Management, and Performance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&amp; Architecture of UNIX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• Why UNIX? Multi-user, multitasking, portability</a:t>
            </a:r>
          </a:p>
          <a:p>
            <a:pPr marL="0" indent="0">
              <a:buNone/>
            </a:pPr>
            <a:r>
              <a:rPr dirty="0"/>
              <a:t>• History &amp; Evolution Timeline: 1969 → Multics → UNIX V6 → BSD → System V → Linux</a:t>
            </a:r>
          </a:p>
          <a:p>
            <a:pPr marL="0" indent="0">
              <a:buNone/>
            </a:pPr>
            <a:r>
              <a:rPr dirty="0"/>
              <a:t>• Design Philosophy: Do one thing well, small programs, pipes &amp; filters</a:t>
            </a:r>
          </a:p>
          <a:p>
            <a:pPr marL="0" indent="0">
              <a:buNone/>
            </a:pPr>
            <a:r>
              <a:rPr dirty="0"/>
              <a:t>• Architecture: User Mode &amp; Kernel Mode</a:t>
            </a:r>
          </a:p>
          <a:p>
            <a:pPr marL="0" indent="0">
              <a:buNone/>
            </a:pPr>
            <a:r>
              <a:rPr dirty="0"/>
              <a:t>• Kernel Components: Process, File System, Memory, Device Drivers</a:t>
            </a:r>
          </a:p>
          <a:p>
            <a:pPr marL="0" indent="0">
              <a:buNone/>
            </a:pPr>
            <a:r>
              <a:rPr dirty="0"/>
              <a:t>• System Calls &amp; Shell as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4D980EBE-66C5-82F7-1F28-9D37A595D5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2197" y="625703"/>
            <a:ext cx="7375161" cy="26939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Why UNIX?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7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1. Multi-user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Multiple users can 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log in and work simultaneously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Resources (CPU, memory, disk) are 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shared efficiently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among users.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Example: On a server, one user may run a database, other edits files, while another compiles code — all at the same time.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7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2. Multitasking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UNIX allows 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many processes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to run concurrently.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Background jobs (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&amp;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), scheduling, and signals help manage multiple tasks.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Example: You can 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download files, edit text, and run a simulation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all together without one stopping the other.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7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3. Portability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Written mostly in 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 language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(after early assembly versions).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Easy to </a:t>
            </a:r>
            <a:r>
              <a:rPr kumimoji="0" lang="en-US" altLang="en-US" sz="7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recompile and run on different hardware architectures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Example: The same UNIX-like commands work on IBM servers, Macs, and Linux PCs.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524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5CD5D-0AD7-BE4C-DE4E-14F78495E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689" y="579524"/>
            <a:ext cx="8331200" cy="6001898"/>
          </a:xfrm>
        </p:spPr>
        <p:txBody>
          <a:bodyPr>
            <a:normAutofit fontScale="400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4500" b="1" dirty="0">
                <a:solidFill>
                  <a:schemeClr val="tx2"/>
                </a:solidFill>
              </a:rPr>
              <a:t>History &amp; Evolution Timeline of UNIX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4500" b="1" dirty="0">
                <a:solidFill>
                  <a:schemeClr val="tx2"/>
                </a:solidFill>
              </a:rPr>
              <a:t>1960s – Origins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4500" b="1" dirty="0">
                <a:solidFill>
                  <a:schemeClr val="tx2"/>
                </a:solidFill>
              </a:rPr>
              <a:t>Multics (1964–1969)</a:t>
            </a:r>
            <a:r>
              <a:rPr lang="en-IN" sz="4500" dirty="0">
                <a:solidFill>
                  <a:schemeClr val="tx2"/>
                </a:solidFill>
              </a:rPr>
              <a:t> → joint project by MIT, Bell Labs, and GE.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4500" dirty="0">
                <a:solidFill>
                  <a:schemeClr val="tx2"/>
                </a:solidFill>
              </a:rPr>
              <a:t>Too </a:t>
            </a:r>
            <a:r>
              <a:rPr lang="en-IN" sz="4500" b="1" dirty="0">
                <a:solidFill>
                  <a:schemeClr val="tx2"/>
                </a:solidFill>
              </a:rPr>
              <a:t>complex and costly</a:t>
            </a:r>
            <a:r>
              <a:rPr lang="en-IN" sz="4500" dirty="0">
                <a:solidFill>
                  <a:schemeClr val="tx2"/>
                </a:solidFill>
              </a:rPr>
              <a:t>, so Bell Labs withdrew.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4500" dirty="0">
                <a:solidFill>
                  <a:schemeClr val="tx2"/>
                </a:solidFill>
              </a:rPr>
              <a:t>Inspired a </a:t>
            </a:r>
            <a:r>
              <a:rPr lang="en-IN" sz="4500" b="1" dirty="0">
                <a:solidFill>
                  <a:schemeClr val="tx2"/>
                </a:solidFill>
              </a:rPr>
              <a:t>simpler OS</a:t>
            </a:r>
            <a:r>
              <a:rPr lang="en-IN" sz="4500" dirty="0">
                <a:solidFill>
                  <a:schemeClr val="tx2"/>
                </a:solidFill>
              </a:rPr>
              <a:t> → UNIX.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4500" b="1" dirty="0">
                <a:solidFill>
                  <a:schemeClr val="tx2"/>
                </a:solidFill>
              </a:rPr>
              <a:t>1969 – Birth of UNIX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4500" dirty="0">
                <a:solidFill>
                  <a:schemeClr val="tx2"/>
                </a:solidFill>
              </a:rPr>
              <a:t>Created by </a:t>
            </a:r>
            <a:r>
              <a:rPr lang="en-IN" sz="4500" b="1" dirty="0">
                <a:solidFill>
                  <a:schemeClr val="tx2"/>
                </a:solidFill>
              </a:rPr>
              <a:t>Ken Thompson &amp; Dennis Ritchie</a:t>
            </a:r>
            <a:r>
              <a:rPr lang="en-IN" sz="4500" dirty="0">
                <a:solidFill>
                  <a:schemeClr val="tx2"/>
                </a:solidFill>
              </a:rPr>
              <a:t> at Bell Labs.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4500" dirty="0">
                <a:solidFill>
                  <a:schemeClr val="tx2"/>
                </a:solidFill>
              </a:rPr>
              <a:t>Initially written in assembly, later rewritten in </a:t>
            </a:r>
            <a:r>
              <a:rPr lang="en-IN" sz="4500" b="1" dirty="0">
                <a:solidFill>
                  <a:schemeClr val="tx2"/>
                </a:solidFill>
              </a:rPr>
              <a:t>C language</a:t>
            </a:r>
            <a:r>
              <a:rPr lang="en-IN" sz="4500" dirty="0">
                <a:solidFill>
                  <a:schemeClr val="tx2"/>
                </a:solidFill>
              </a:rPr>
              <a:t> (1973).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4500" dirty="0">
                <a:solidFill>
                  <a:schemeClr val="tx2"/>
                </a:solidFill>
              </a:rPr>
              <a:t>This made UNIX </a:t>
            </a:r>
            <a:r>
              <a:rPr lang="en-IN" sz="4500" b="1" dirty="0">
                <a:solidFill>
                  <a:schemeClr val="tx2"/>
                </a:solidFill>
              </a:rPr>
              <a:t>portable</a:t>
            </a:r>
            <a:r>
              <a:rPr lang="en-IN" sz="4500" dirty="0">
                <a:solidFill>
                  <a:schemeClr val="tx2"/>
                </a:solidFill>
              </a:rPr>
              <a:t> across machines.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4500" b="1" dirty="0">
                <a:solidFill>
                  <a:schemeClr val="tx2"/>
                </a:solidFill>
              </a:rPr>
              <a:t>1970s – Early Versions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4500" b="1" dirty="0">
                <a:solidFill>
                  <a:schemeClr val="tx2"/>
                </a:solidFill>
              </a:rPr>
              <a:t>UNIX Version 6 (1975)</a:t>
            </a:r>
            <a:r>
              <a:rPr lang="en-IN" sz="4500" dirty="0">
                <a:solidFill>
                  <a:schemeClr val="tx2"/>
                </a:solidFill>
              </a:rPr>
              <a:t>: widely distributed to universities.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4500" dirty="0">
                <a:solidFill>
                  <a:schemeClr val="tx2"/>
                </a:solidFill>
              </a:rPr>
              <a:t>Helped researchers and students, leading to innovation.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4500" b="1" dirty="0">
                <a:solidFill>
                  <a:schemeClr val="tx2"/>
                </a:solidFill>
              </a:rPr>
              <a:t>1977 – BSD (Berkeley Software Distribution)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4500" dirty="0">
                <a:solidFill>
                  <a:schemeClr val="tx2"/>
                </a:solidFill>
              </a:rPr>
              <a:t>Developed at UC Berkeley.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4500" dirty="0">
                <a:solidFill>
                  <a:schemeClr val="tx2"/>
                </a:solidFill>
              </a:rPr>
              <a:t>Introduced </a:t>
            </a:r>
            <a:r>
              <a:rPr lang="en-IN" sz="4500" b="1" dirty="0">
                <a:solidFill>
                  <a:schemeClr val="tx2"/>
                </a:solidFill>
              </a:rPr>
              <a:t>C shell, TCP/IP networking</a:t>
            </a:r>
            <a:r>
              <a:rPr lang="en-IN" sz="4500" dirty="0">
                <a:solidFill>
                  <a:schemeClr val="tx2"/>
                </a:solidFill>
              </a:rPr>
              <a:t>, and other advanced features.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4500" b="1" dirty="0">
                <a:solidFill>
                  <a:schemeClr val="tx2"/>
                </a:solidFill>
              </a:rPr>
              <a:t>1983 – System V (AT&amp;T)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4500" dirty="0">
                <a:solidFill>
                  <a:schemeClr val="tx2"/>
                </a:solidFill>
              </a:rPr>
              <a:t>Commercial branch of UNIX.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4500" dirty="0">
                <a:solidFill>
                  <a:schemeClr val="tx2"/>
                </a:solidFill>
              </a:rPr>
              <a:t>Added </a:t>
            </a:r>
            <a:r>
              <a:rPr lang="en-IN" sz="4500" b="1" dirty="0">
                <a:solidFill>
                  <a:schemeClr val="tx2"/>
                </a:solidFill>
              </a:rPr>
              <a:t>System V IPC, </a:t>
            </a:r>
            <a:r>
              <a:rPr lang="en-IN" sz="4500" b="1" dirty="0" err="1">
                <a:solidFill>
                  <a:schemeClr val="tx2"/>
                </a:solidFill>
              </a:rPr>
              <a:t>init</a:t>
            </a:r>
            <a:r>
              <a:rPr lang="en-IN" sz="4500" b="1" dirty="0">
                <a:solidFill>
                  <a:schemeClr val="tx2"/>
                </a:solidFill>
              </a:rPr>
              <a:t> system, shared libraries</a:t>
            </a:r>
            <a:r>
              <a:rPr lang="en-IN" sz="4500" dirty="0">
                <a:solidFill>
                  <a:schemeClr val="tx2"/>
                </a:solidFill>
              </a:rPr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4500" b="1" dirty="0">
                <a:solidFill>
                  <a:schemeClr val="tx2"/>
                </a:solidFill>
              </a:rPr>
              <a:t>1991 – Linux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4500" dirty="0">
                <a:solidFill>
                  <a:schemeClr val="tx2"/>
                </a:solidFill>
              </a:rPr>
              <a:t>Linus Torvalds created </a:t>
            </a:r>
            <a:r>
              <a:rPr lang="en-IN" sz="4500" b="1" dirty="0">
                <a:solidFill>
                  <a:schemeClr val="tx2"/>
                </a:solidFill>
              </a:rPr>
              <a:t>Linux kernel</a:t>
            </a:r>
            <a:r>
              <a:rPr lang="en-IN" sz="4500" dirty="0">
                <a:solidFill>
                  <a:schemeClr val="tx2"/>
                </a:solidFill>
              </a:rPr>
              <a:t>, an open-source UNIX-like system.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4500" dirty="0">
                <a:solidFill>
                  <a:schemeClr val="tx2"/>
                </a:solidFill>
              </a:rPr>
              <a:t>Combined with GNU tools → </a:t>
            </a:r>
            <a:r>
              <a:rPr lang="en-IN" sz="4500" b="1" dirty="0">
                <a:solidFill>
                  <a:schemeClr val="tx2"/>
                </a:solidFill>
              </a:rPr>
              <a:t>GNU/Linux OS</a:t>
            </a:r>
            <a:r>
              <a:rPr lang="en-IN" sz="4500" dirty="0">
                <a:solidFill>
                  <a:schemeClr val="tx2"/>
                </a:solidFill>
              </a:rPr>
              <a:t>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4500" dirty="0">
                <a:solidFill>
                  <a:schemeClr val="tx2"/>
                </a:solidFill>
              </a:rPr>
              <a:t>Today, Linux powers </a:t>
            </a:r>
            <a:r>
              <a:rPr lang="en-IN" sz="4500" b="1" dirty="0">
                <a:solidFill>
                  <a:schemeClr val="tx2"/>
                </a:solidFill>
              </a:rPr>
              <a:t>servers, Android, supercomputers, cloud systems</a:t>
            </a:r>
            <a:r>
              <a:rPr lang="en-IN" sz="4500" dirty="0">
                <a:solidFill>
                  <a:schemeClr val="tx2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endParaRPr lang="en-IN" sz="6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0029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D93FA7D8-E4AF-828E-B25A-1D2AA33331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4419" y="282222"/>
            <a:ext cx="7375161" cy="63217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UNIX Design Philosophy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1. Do One Thing Well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Each program is designed to perform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 single task efficiently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grep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→ searches text.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sort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→ sorts text.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wc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→ counts words/lines.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Instead of one big “do-everything” tool, UNIX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small, focused 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2.Small, Simple Programs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Programs should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short, modular, and easy to debug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Example: Instead of a huge text editor, UNIX provides: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cat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→ view files.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vi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→ edit files.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more/less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→ view files page by page.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6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6893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D93FA7D8-E4AF-828E-B25A-1D2AA33331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4419" y="282222"/>
            <a:ext cx="7375161" cy="63217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6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E76CAFC-0C7D-CB0C-6CA3-CE8A5CE0B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29" y="406913"/>
            <a:ext cx="6700085" cy="186553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5C10CD7-C935-AC2F-D465-5AF94597E5BF}"/>
              </a:ext>
            </a:extLst>
          </p:cNvPr>
          <p:cNvSpPr txBox="1"/>
          <p:nvPr/>
        </p:nvSpPr>
        <p:spPr>
          <a:xfrm>
            <a:off x="1082314" y="251704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cat file.txt | grep "error" | sort |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uniq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-c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6EA5D2-43FE-8DB2-CB61-5FED66224C31}"/>
              </a:ext>
            </a:extLst>
          </p:cNvPr>
          <p:cNvSpPr txBox="1"/>
          <p:nvPr/>
        </p:nvSpPr>
        <p:spPr>
          <a:xfrm>
            <a:off x="596929" y="3292746"/>
            <a:ext cx="70837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cat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→ reads file.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grep "error"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→ filters only lines with “error”.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sort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→ sorts them.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uniq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 -c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→ counts duplicates.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altLang="en-US" dirty="0">
              <a:solidFill>
                <a:schemeClr val="accent1">
                  <a:lumMod val="75000"/>
                </a:schemeClr>
              </a:solidFill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Together → powerful data processing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one 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2854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40930B46-94E8-11B4-28F5-F70DAB6AD4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9957" y="451556"/>
            <a:ext cx="8545688" cy="63765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Mode &amp; Kernel Mode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User Mode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applications and user programs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run.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Examples: ls, cat,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gcc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browsers, editors.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Programs can’t directly access hardware → they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must use system calls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request services from the kernel.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Kernel Mode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of the operating system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</a:t>
            </a:r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access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CPU, memory, and hardware.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Manages: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management (scheduling, signals)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management (paging, swapping)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system (</a:t>
            </a:r>
            <a:r>
              <a:rPr lang="en-US" sz="1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inodes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file operations)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 management (drivers, I/O handling)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2218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6579C8-4B1B-81C1-A6CB-F9E318C08A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189" y="1008779"/>
            <a:ext cx="3574461" cy="51768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System Call Interface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Bridge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User Mode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Kernel Mode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User runs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open("file.txt")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→ goes to kernel.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Kernel checks permissions, allocates resources.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Returns file descriptor back to user program.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6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6714"/>
            <a:ext cx="4780320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8C86BD0-9363-3E8A-F95A-77085E6C9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939538"/>
              </p:ext>
            </p:extLst>
          </p:nvPr>
        </p:nvGraphicFramePr>
        <p:xfrm>
          <a:off x="5136444" y="1330397"/>
          <a:ext cx="3474367" cy="320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940">
                  <a:extLst>
                    <a:ext uri="{9D8B030D-6E8A-4147-A177-3AD203B41FA5}">
                      <a16:colId xmlns:a16="http://schemas.microsoft.com/office/drawing/2014/main" val="3677297262"/>
                    </a:ext>
                  </a:extLst>
                </a:gridCol>
                <a:gridCol w="1930427">
                  <a:extLst>
                    <a:ext uri="{9D8B030D-6E8A-4147-A177-3AD203B41FA5}">
                      <a16:colId xmlns:a16="http://schemas.microsoft.com/office/drawing/2014/main" val="2710246595"/>
                    </a:ext>
                  </a:extLst>
                </a:gridCol>
              </a:tblGrid>
              <a:tr h="543702">
                <a:tc>
                  <a:txBody>
                    <a:bodyPr/>
                    <a:lstStyle/>
                    <a:p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User Space       </a:t>
                      </a:r>
                      <a:endParaRPr lang="en-IN" sz="1300"/>
                    </a:p>
                  </a:txBody>
                  <a:tcPr marL="64629" marR="64629" marT="32314" marB="323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Applications (ls, vi)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Shell (bash, sh, csh) </a:t>
                      </a:r>
                      <a:endParaRPr lang="en-IN" sz="1300"/>
                    </a:p>
                  </a:txBody>
                  <a:tcPr marL="64629" marR="64629" marT="32314" marB="32314"/>
                </a:tc>
                <a:extLst>
                  <a:ext uri="{0D108BD9-81ED-4DB2-BD59-A6C34878D82A}">
                    <a16:rowId xmlns:a16="http://schemas.microsoft.com/office/drawing/2014/main" val="1317894796"/>
                  </a:ext>
                </a:extLst>
              </a:tr>
              <a:tr h="323283"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System Calls </a:t>
                      </a:r>
                      <a:endParaRPr lang="en-IN" sz="1300"/>
                    </a:p>
                  </a:txBody>
                  <a:tcPr marL="64629" marR="64629" marT="32314" marB="32314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105700"/>
                  </a:ext>
                </a:extLst>
              </a:tr>
              <a:tr h="1650100">
                <a:tc>
                  <a:txBody>
                    <a:bodyPr/>
                    <a:lstStyle/>
                    <a:p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Kernel Space </a:t>
                      </a:r>
                      <a:endParaRPr lang="en-IN" sz="1300" dirty="0"/>
                    </a:p>
                  </a:txBody>
                  <a:tcPr marL="64629" marR="64629" marT="32314" marB="32314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Process Management      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File System Management   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Memory Management        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Device Drivers </a:t>
                      </a:r>
                      <a:endParaRPr lang="en-IN" sz="1300" dirty="0"/>
                    </a:p>
                  </a:txBody>
                  <a:tcPr marL="64629" marR="64629" marT="32314" marB="32314"/>
                </a:tc>
                <a:extLst>
                  <a:ext uri="{0D108BD9-81ED-4DB2-BD59-A6C34878D82A}">
                    <a16:rowId xmlns:a16="http://schemas.microsoft.com/office/drawing/2014/main" val="268723185"/>
                  </a:ext>
                </a:extLst>
              </a:tr>
              <a:tr h="367367">
                <a:tc gridSpan="2">
                  <a:txBody>
                    <a:bodyPr/>
                    <a:lstStyle/>
                    <a:p>
                      <a:endParaRPr lang="en-IN" sz="1300"/>
                    </a:p>
                  </a:txBody>
                  <a:tcPr marL="64629" marR="64629" marT="32314" marB="32314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199177"/>
                  </a:ext>
                </a:extLst>
              </a:tr>
              <a:tr h="323283"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Hardware Layer </a:t>
                      </a:r>
                      <a:endParaRPr lang="en-IN" sz="1300" dirty="0"/>
                    </a:p>
                  </a:txBody>
                  <a:tcPr marL="64629" marR="64629" marT="32314" marB="32314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778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681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8FE8D-0FF9-4750-E783-5E8AFCEB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30" y="642046"/>
            <a:ext cx="7375161" cy="5257577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Kernel Components in UNIX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1. Process Management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Creates, schedules, and terminates processes.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Handles 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context switching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signals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and 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inter-process communication (IPC)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Ensures fair CPU allocation among multiple users/processes.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Example: The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fork()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exec()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system calls.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>
              <a:lnSpc>
                <a:spcPct val="90000"/>
              </a:lnSpc>
            </a:pPr>
            <a:endParaRPr lang="en-IN" sz="1800" dirty="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IN" sz="1800" dirty="0">
              <a:solidFill>
                <a:schemeClr val="tx2"/>
              </a:solidFill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2. File System Management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Manages files and directories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inodes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Provides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hierarchical tree structure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for files.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permissions, links, mounting, and device files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System calls: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open()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read()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write()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stat()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IN" sz="12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endParaRPr lang="en-IN" sz="12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7774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8FE8D-0FF9-4750-E783-5E8AFCEB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031" y="189430"/>
            <a:ext cx="5092513" cy="6561326"/>
          </a:xfrm>
        </p:spPr>
        <p:txBody>
          <a:bodyPr anchor="t"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Kernel Components in UNIX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Memory Management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Allocates and deallocates memory for processes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Implements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virtual memory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with paging and swapping.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Prevents one process from interfering with another’s memory.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malloc() in user programs, handled internally by kernel memory managers.</a:t>
            </a:r>
          </a:p>
          <a:p>
            <a:pPr>
              <a:lnSpc>
                <a:spcPct val="90000"/>
              </a:lnSpc>
            </a:pPr>
            <a:endParaRPr lang="en-IN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Device Drivers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Kernel modules that let the OS communicate with hardware.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a </a:t>
            </a:r>
            <a:r>
              <a:rPr lang="en-IN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uniform interface</a:t>
            </a:r>
            <a:r>
              <a:rPr lang="en-IN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 programs don’t worry about device details.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Types: character drivers (keyboard, serial port), block drivers (disk), network drivers.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When you read a file from disk, the request goes through the file system → device driver → disk hardware.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IN" sz="1000" dirty="0">
              <a:solidFill>
                <a:schemeClr val="tx2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6714"/>
            <a:ext cx="4780320" cy="6874714"/>
            <a:chOff x="5818240" y="-1"/>
            <a:chExt cx="6373761" cy="687471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864BC34-8847-C825-A5FD-7C2B12EF8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19655"/>
              </p:ext>
            </p:extLst>
          </p:nvPr>
        </p:nvGraphicFramePr>
        <p:xfrm>
          <a:off x="5781294" y="2031211"/>
          <a:ext cx="3106675" cy="3719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901">
                  <a:extLst>
                    <a:ext uri="{9D8B030D-6E8A-4147-A177-3AD203B41FA5}">
                      <a16:colId xmlns:a16="http://schemas.microsoft.com/office/drawing/2014/main" val="137527076"/>
                    </a:ext>
                  </a:extLst>
                </a:gridCol>
                <a:gridCol w="2159774">
                  <a:extLst>
                    <a:ext uri="{9D8B030D-6E8A-4147-A177-3AD203B41FA5}">
                      <a16:colId xmlns:a16="http://schemas.microsoft.com/office/drawing/2014/main" val="947916537"/>
                    </a:ext>
                  </a:extLst>
                </a:gridCol>
              </a:tblGrid>
              <a:tr h="631228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  User Space      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85301" marR="85301" marT="42650" marB="4265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351691"/>
                  </a:ext>
                </a:extLst>
              </a:tr>
              <a:tr h="375325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System Calls</a:t>
                      </a:r>
                    </a:p>
                  </a:txBody>
                  <a:tcPr marL="85301" marR="85301" marT="42650" marB="4265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496286"/>
                  </a:ext>
                </a:extLst>
              </a:tr>
              <a:tr h="191074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Kernel Space </a:t>
                      </a:r>
                      <a:endParaRPr kumimoji="0" lang="en-IN" sz="1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85301" marR="85301" marT="42650" marB="42650"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Process Management    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File System Management 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Memory Management      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Device Drivers </a:t>
                      </a:r>
                      <a:endParaRPr kumimoji="0" lang="en-IN" sz="1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85301" marR="85301" marT="42650" marB="42650"/>
                </a:tc>
                <a:extLst>
                  <a:ext uri="{0D108BD9-81ED-4DB2-BD59-A6C34878D82A}">
                    <a16:rowId xmlns:a16="http://schemas.microsoft.com/office/drawing/2014/main" val="1288975305"/>
                  </a:ext>
                </a:extLst>
              </a:tr>
              <a:tr h="375325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Hardware</a:t>
                      </a:r>
                      <a:endParaRPr kumimoji="0" lang="en-IN" sz="1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85301" marR="85301" marT="42650" marB="4265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197130"/>
                  </a:ext>
                </a:extLst>
              </a:tr>
              <a:tr h="426505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85301" marR="85301" marT="42650" marB="4265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87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952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314D791-4D8A-4854-B8FC-6959656D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076E76-3EB3-4269-8135-07CAB20E5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D2D117-D509-4B3F-DD29-37035BA0B7DA}"/>
              </a:ext>
            </a:extLst>
          </p:cNvPr>
          <p:cNvSpPr txBox="1"/>
          <p:nvPr/>
        </p:nvSpPr>
        <p:spPr>
          <a:xfrm>
            <a:off x="2044128" y="4200522"/>
            <a:ext cx="5055514" cy="682079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6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example</a:t>
            </a:r>
          </a:p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endParaRPr lang="en-US" sz="6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6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int fd = open("file.txt", O_RDONLY);   // System call</a:t>
            </a:r>
          </a:p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6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read(fd, buf, sizeof(buf));           // System call</a:t>
            </a:r>
          </a:p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6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close(fd);                            // System call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EB3C7E5-50E1-4F9E-AEA3-A6D219039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28" y="0"/>
            <a:ext cx="3872286" cy="3153018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0233B5C-C5A9-48C0-8C07-21E6F6B36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0F3AF96-AAC1-41E3-9F66-0A6277845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DF38A98-557F-4C23-935A-42806B67A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CEB13D-EBFC-4288-B604-572C2F77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988F9A4-0578-4C59-8B4A-346E02C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6553998" y="4267997"/>
            <a:ext cx="3142400" cy="2037604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63F827B-FA00-442A-A09C-806F1FFA3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C876680-EE75-4791-842F-E23509221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B9819B2-70D4-4E0A-8D51-6B359B44C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FA8033D-6A70-4FA5-8F37-7F8C117C9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E238E90-B34E-FDA3-C8F0-AE9E81E67685}"/>
              </a:ext>
            </a:extLst>
          </p:cNvPr>
          <p:cNvSpPr txBox="1"/>
          <p:nvPr/>
        </p:nvSpPr>
        <p:spPr>
          <a:xfrm>
            <a:off x="679601" y="702244"/>
            <a:ext cx="739986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System Calls &amp; Shell as Interface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System Calls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altLang="en-U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Definition: Special </a:t>
            </a: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functions provided by the kernel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that allow user programs to request OS services.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They are the </a:t>
            </a: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only way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user programs can interact with kernel functions (since direct hardware access is not allowed in user mode).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Categories:</a:t>
            </a:r>
          </a:p>
          <a:p>
            <a:pPr marL="457200" marR="0" lvl="1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Process Control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→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fork()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exec()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exit()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File Management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→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open()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read()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write()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close()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Device Management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→ </a:t>
            </a:r>
            <a:r>
              <a:rPr kumimoji="0" lang="en-US" alt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ioctl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()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read()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write()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Information Maintenance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→ </a:t>
            </a:r>
            <a:r>
              <a:rPr kumimoji="0" lang="en-US" alt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getpid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()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alarm()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time()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Communication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→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pipe()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alt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shmget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()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alt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msgsnd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()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6671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EE3296-A8A6-C078-B101-43BECA7137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3504" y="172734"/>
            <a:ext cx="7524496" cy="58882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2. Shell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command-line interpreter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that acts as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user interface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to the UNIX system.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It accepts commands from users, interprets them, and makes the appropriate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system calls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to the kernel.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Types of shells: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Bourne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shell)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csh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(C shell)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bash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Bourne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Again shell, most common)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Example flow: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User types: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ls -l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Shell translates into system calls: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opendir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readdir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stat()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Kernel executes, returns output to user.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77422" y="0"/>
            <a:ext cx="4366578" cy="6685267"/>
            <a:chOff x="6357228" y="0"/>
            <a:chExt cx="5822103" cy="6685267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2946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6B56B-1696-91DD-958C-88A4A0BDD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27378"/>
            <a:ext cx="8229600" cy="579878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3. User → Shell → Kernel → Hardware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5C7D26-1EF9-808D-5BBB-B03CDB78C705}"/>
              </a:ext>
            </a:extLst>
          </p:cNvPr>
          <p:cNvSpPr/>
          <p:nvPr/>
        </p:nvSpPr>
        <p:spPr>
          <a:xfrm>
            <a:off x="682978" y="2224883"/>
            <a:ext cx="1230488" cy="6886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Shell</a:t>
            </a:r>
          </a:p>
          <a:p>
            <a:pPr algn="ctr"/>
            <a:r>
              <a:rPr lang="en-IN" dirty="0"/>
              <a:t>interface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D04BD1-C3ED-617A-F758-475A93BC2286}"/>
              </a:ext>
            </a:extLst>
          </p:cNvPr>
          <p:cNvSpPr/>
          <p:nvPr/>
        </p:nvSpPr>
        <p:spPr>
          <a:xfrm>
            <a:off x="785990" y="3287938"/>
            <a:ext cx="1230488" cy="68862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System call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30AED2-727F-882E-773A-48077DFF1E8A}"/>
              </a:ext>
            </a:extLst>
          </p:cNvPr>
          <p:cNvSpPr/>
          <p:nvPr/>
        </p:nvSpPr>
        <p:spPr>
          <a:xfrm>
            <a:off x="785990" y="4371184"/>
            <a:ext cx="1230488" cy="68862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Kernel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D27DEA-26BA-2B94-04E0-4DD60A80605E}"/>
              </a:ext>
            </a:extLst>
          </p:cNvPr>
          <p:cNvSpPr/>
          <p:nvPr/>
        </p:nvSpPr>
        <p:spPr>
          <a:xfrm>
            <a:off x="718257" y="994352"/>
            <a:ext cx="1230488" cy="6886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</a:t>
            </a:r>
          </a:p>
          <a:p>
            <a:pPr algn="ctr"/>
            <a:r>
              <a:rPr lang="en-IN" dirty="0"/>
              <a:t>commands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4A83FF-49DC-F1FF-00E9-FEECB0821709}"/>
              </a:ext>
            </a:extLst>
          </p:cNvPr>
          <p:cNvCxnSpPr>
            <a:cxnSpLocks/>
          </p:cNvCxnSpPr>
          <p:nvPr/>
        </p:nvCxnSpPr>
        <p:spPr>
          <a:xfrm>
            <a:off x="1310923" y="1659469"/>
            <a:ext cx="0" cy="565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2434C7-FCC5-DBD3-0DC2-771985CB6AC9}"/>
              </a:ext>
            </a:extLst>
          </p:cNvPr>
          <p:cNvCxnSpPr>
            <a:cxnSpLocks/>
          </p:cNvCxnSpPr>
          <p:nvPr/>
        </p:nvCxnSpPr>
        <p:spPr>
          <a:xfrm>
            <a:off x="1334913" y="2956808"/>
            <a:ext cx="0" cy="362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F35B014-7EF1-C716-CFA4-A1B2E574AC2F}"/>
              </a:ext>
            </a:extLst>
          </p:cNvPr>
          <p:cNvCxnSpPr>
            <a:cxnSpLocks/>
          </p:cNvCxnSpPr>
          <p:nvPr/>
        </p:nvCxnSpPr>
        <p:spPr>
          <a:xfrm>
            <a:off x="1334913" y="3976560"/>
            <a:ext cx="0" cy="394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D702281-2361-47A1-6BE3-E6AD0FB8BE0C}"/>
              </a:ext>
            </a:extLst>
          </p:cNvPr>
          <p:cNvCxnSpPr>
            <a:cxnSpLocks/>
          </p:cNvCxnSpPr>
          <p:nvPr/>
        </p:nvCxnSpPr>
        <p:spPr>
          <a:xfrm flipH="1">
            <a:off x="1334913" y="5067447"/>
            <a:ext cx="12701" cy="51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3D23A96-B411-2A2E-7090-A24D5ABCF16B}"/>
              </a:ext>
            </a:extLst>
          </p:cNvPr>
          <p:cNvSpPr/>
          <p:nvPr/>
        </p:nvSpPr>
        <p:spPr>
          <a:xfrm>
            <a:off x="785990" y="5548896"/>
            <a:ext cx="1230488" cy="68862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1465517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Management in UNIX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Process definition, attributes, PCB</a:t>
            </a:r>
          </a:p>
          <a:p>
            <a:pPr marL="0" indent="0">
              <a:buNone/>
            </a:pPr>
            <a:r>
              <a:rPr dirty="0"/>
              <a:t>• Process States: New, Ready, Running, Waiting, Terminated</a:t>
            </a:r>
          </a:p>
          <a:p>
            <a:pPr marL="0" indent="0">
              <a:buNone/>
            </a:pPr>
            <a:r>
              <a:rPr dirty="0"/>
              <a:t>• Parent &amp; Child Relationship</a:t>
            </a:r>
          </a:p>
          <a:p>
            <a:pPr marL="0" indent="0">
              <a:buNone/>
            </a:pPr>
            <a:r>
              <a:rPr dirty="0"/>
              <a:t>• fork() system call – process creation</a:t>
            </a:r>
          </a:p>
          <a:p>
            <a:pPr marL="0" indent="0">
              <a:buNone/>
            </a:pPr>
            <a:r>
              <a:rPr dirty="0"/>
              <a:t>• exec() family – replacing process image</a:t>
            </a:r>
          </a:p>
          <a:p>
            <a:pPr marL="0" indent="0">
              <a:buNone/>
            </a:pPr>
            <a:r>
              <a:rPr dirty="0"/>
              <a:t>• Orphan &amp; Zombie processes</a:t>
            </a:r>
          </a:p>
          <a:p>
            <a:pPr marL="0" indent="0">
              <a:buNone/>
            </a:pPr>
            <a:r>
              <a:rPr dirty="0"/>
              <a:t>• Signals – SIGKILL, SIGINT, SIGCHLD</a:t>
            </a:r>
          </a:p>
          <a:p>
            <a:pPr marL="0" indent="0">
              <a:buNone/>
            </a:pPr>
            <a:r>
              <a:rPr dirty="0"/>
              <a:t>• Signal Handling in C (signal() function)</a:t>
            </a:r>
          </a:p>
          <a:p>
            <a:pPr marL="0" indent="0">
              <a:buNone/>
            </a:pPr>
            <a:r>
              <a:rPr dirty="0"/>
              <a:t>• Job Control: &amp;, </a:t>
            </a:r>
            <a:r>
              <a:rPr dirty="0" err="1"/>
              <a:t>fg</a:t>
            </a:r>
            <a:r>
              <a:rPr dirty="0"/>
              <a:t>, </a:t>
            </a:r>
            <a:r>
              <a:rPr dirty="0" err="1"/>
              <a:t>bg</a:t>
            </a:r>
            <a:r>
              <a:rPr dirty="0"/>
              <a:t>, kill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E250E-79BB-CAAC-F035-7E6BC2A3D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311" y="771039"/>
            <a:ext cx="8094133" cy="6186311"/>
          </a:xfrm>
        </p:spPr>
        <p:txBody>
          <a:bodyPr>
            <a:normAutofit/>
          </a:bodyPr>
          <a:lstStyle/>
          <a:p>
            <a:pPr marL="0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</a:rPr>
              <a:t>Process Definition</a:t>
            </a:r>
          </a:p>
          <a:p>
            <a:pPr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A </a:t>
            </a:r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process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 is a program in execution.</a:t>
            </a:r>
          </a:p>
          <a:p>
            <a:pPr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It is more than just the program code (text section); it also includes:</a:t>
            </a:r>
          </a:p>
          <a:p>
            <a:pPr marL="74295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Current activity represented by the </a:t>
            </a:r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program counter 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(PC)</a:t>
            </a:r>
          </a:p>
          <a:p>
            <a:pPr marL="74295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Processor registers</a:t>
            </a:r>
          </a:p>
          <a:p>
            <a:pPr marL="74295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Process stack (temporary data like function parameters, return addresses, local variables)</a:t>
            </a:r>
          </a:p>
          <a:p>
            <a:pPr marL="74295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Data section (global variables)</a:t>
            </a:r>
          </a:p>
          <a:p>
            <a:pPr marL="74295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Heap (dynamically allocated memory)</a:t>
            </a:r>
          </a:p>
          <a:p>
            <a:pPr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 In simple terms: </a:t>
            </a:r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Program = Passive entity 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(file on disk),</a:t>
            </a:r>
            <a:br>
              <a:rPr lang="en-US" sz="1800" dirty="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Process = Active entity 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(running program + resources).</a:t>
            </a:r>
          </a:p>
          <a:p>
            <a:pPr marL="0" indent="0">
              <a:buNone/>
            </a:pPr>
            <a:endParaRPr lang="en-IN" sz="16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0817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E250E-79BB-CAAC-F035-7E6BC2A3D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685" y="240461"/>
            <a:ext cx="8094133" cy="6186311"/>
          </a:xfrm>
        </p:spPr>
        <p:txBody>
          <a:bodyPr>
            <a:normAutofit fontScale="92500"/>
          </a:bodyPr>
          <a:lstStyle/>
          <a:p>
            <a:pPr marL="0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</a:rPr>
              <a:t>Process Attributes</a:t>
            </a:r>
          </a:p>
          <a:p>
            <a:pPr marL="0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</a:rPr>
              <a:t>Each process has several attributes that define its current state and identity: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2"/>
                </a:solidFill>
                <a:latin typeface="Arial" panose="020B0604020202020204" pitchFamily="34" charset="0"/>
              </a:rPr>
              <a:t>Process ID (PID</a:t>
            </a: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</a:rPr>
              <a:t>): Unique identifier for each process.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2"/>
                </a:solidFill>
                <a:latin typeface="Arial" panose="020B0604020202020204" pitchFamily="34" charset="0"/>
              </a:rPr>
              <a:t>Process State: </a:t>
            </a: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</a:rPr>
              <a:t>Current state (New, Ready, Running, Waiting, Terminated).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2"/>
                </a:solidFill>
                <a:latin typeface="Arial" panose="020B0604020202020204" pitchFamily="34" charset="0"/>
              </a:rPr>
              <a:t>Program Counter: </a:t>
            </a: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</a:rPr>
              <a:t>Address of the next instruction to be executed.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2"/>
                </a:solidFill>
                <a:latin typeface="Arial" panose="020B0604020202020204" pitchFamily="34" charset="0"/>
              </a:rPr>
              <a:t>CPU Registers</a:t>
            </a: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</a:rPr>
              <a:t>: General-purpose registers, accumulator, stack pointers, etc.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2"/>
                </a:solidFill>
                <a:latin typeface="Arial" panose="020B0604020202020204" pitchFamily="34" charset="0"/>
              </a:rPr>
              <a:t>Memory Management Info</a:t>
            </a: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</a:rPr>
              <a:t>: Base and limit registers, page tables, segment tables.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2"/>
                </a:solidFill>
                <a:latin typeface="Arial" panose="020B0604020202020204" pitchFamily="34" charset="0"/>
              </a:rPr>
              <a:t>Scheduling Info</a:t>
            </a: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</a:rPr>
              <a:t>: Priority, scheduling queues, CPU burst time.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2"/>
                </a:solidFill>
                <a:latin typeface="Arial" panose="020B0604020202020204" pitchFamily="34" charset="0"/>
              </a:rPr>
              <a:t>Accounting Info</a:t>
            </a: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</a:rPr>
              <a:t>: CPU usage, real time used, job or process numbers.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2"/>
                </a:solidFill>
                <a:latin typeface="Arial" panose="020B0604020202020204" pitchFamily="34" charset="0"/>
              </a:rPr>
              <a:t>I/O Status Info</a:t>
            </a: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</a:rPr>
              <a:t>: List of open files, I/O devices allocated, pending I/O requests.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2"/>
                </a:solidFill>
                <a:latin typeface="Arial" panose="020B0604020202020204" pitchFamily="34" charset="0"/>
              </a:rPr>
              <a:t>Parent Process ID: </a:t>
            </a: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</a:rPr>
              <a:t>To maintain parent-child relationship.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2"/>
                </a:solidFill>
                <a:latin typeface="Arial" panose="020B0604020202020204" pitchFamily="34" charset="0"/>
              </a:rPr>
              <a:t>Privileges</a:t>
            </a: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</a:rPr>
              <a:t>: User ID, group ID, access rights for resources.</a:t>
            </a:r>
          </a:p>
          <a:p>
            <a:pPr marL="0" indent="0">
              <a:buNone/>
            </a:pPr>
            <a:endParaRPr lang="en-IN" sz="16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2167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67AC40-32F4-E514-F4FC-D4433A8EA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5494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Process Control Block (PCB)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PCB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is a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data structure maintained by the operating system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for every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It contains all the information needed to manage and control the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The PCB acts as the "identity card" of a process.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0DF7F0FB-C10B-F992-77FA-312DC7D30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554953"/>
              </p:ext>
            </p:extLst>
          </p:nvPr>
        </p:nvGraphicFramePr>
        <p:xfrm>
          <a:off x="428977" y="2335695"/>
          <a:ext cx="7732890" cy="3888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334">
                  <a:extLst>
                    <a:ext uri="{9D8B030D-6E8A-4147-A177-3AD203B41FA5}">
                      <a16:colId xmlns:a16="http://schemas.microsoft.com/office/drawing/2014/main" val="3393852468"/>
                    </a:ext>
                  </a:extLst>
                </a:gridCol>
                <a:gridCol w="4007556">
                  <a:extLst>
                    <a:ext uri="{9D8B030D-6E8A-4147-A177-3AD203B41FA5}">
                      <a16:colId xmlns:a16="http://schemas.microsoft.com/office/drawing/2014/main" val="2235565510"/>
                    </a:ext>
                  </a:extLst>
                </a:gridCol>
              </a:tblGrid>
              <a:tr h="301452">
                <a:tc gridSpan="2">
                  <a:txBody>
                    <a:bodyPr/>
                    <a:lstStyle/>
                    <a:p>
                      <a:r>
                        <a:rPr lang="en-IN" dirty="0"/>
                        <a:t>Contents of PCB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759252"/>
                  </a:ext>
                </a:extLst>
              </a:tr>
              <a:tr h="979877">
                <a:tc>
                  <a:txBody>
                    <a:bodyPr/>
                    <a:lstStyle/>
                    <a:p>
                      <a:r>
                        <a:rPr lang="en-US" sz="1400" b="1" dirty="0"/>
                        <a:t>1.Process Identification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Process ID (PID)</a:t>
                      </a:r>
                    </a:p>
                    <a:p>
                      <a:r>
                        <a:rPr lang="en-US" sz="1400" dirty="0"/>
                        <a:t>Parent process ID</a:t>
                      </a:r>
                    </a:p>
                    <a:p>
                      <a:r>
                        <a:rPr lang="en-US" sz="1400" dirty="0"/>
                        <a:t>User ID, group ID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4.Memory Management Information</a:t>
                      </a:r>
                      <a:endParaRPr lang="en-IN" sz="1400" dirty="0"/>
                    </a:p>
                    <a:p>
                      <a:r>
                        <a:rPr lang="en-IN" sz="1400" dirty="0"/>
                        <a:t>Base and limit registers</a:t>
                      </a:r>
                    </a:p>
                    <a:p>
                      <a:r>
                        <a:rPr lang="en-IN" sz="1400" dirty="0"/>
                        <a:t>Page tables / segment tables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719653"/>
                  </a:ext>
                </a:extLst>
              </a:tr>
              <a:tr h="1151312">
                <a:tc>
                  <a:txBody>
                    <a:bodyPr/>
                    <a:lstStyle/>
                    <a:p>
                      <a:r>
                        <a:rPr lang="en-US" sz="1400" b="1" dirty="0"/>
                        <a:t>2.Process State Information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Current state (Running, Ready, Waiting, etc.)</a:t>
                      </a:r>
                    </a:p>
                    <a:p>
                      <a:r>
                        <a:rPr lang="en-US" sz="1400" dirty="0"/>
                        <a:t>Program counter</a:t>
                      </a:r>
                    </a:p>
                    <a:p>
                      <a:r>
                        <a:rPr lang="en-US" sz="1400" dirty="0"/>
                        <a:t>CPU registers</a:t>
                      </a:r>
                    </a:p>
                    <a:p>
                      <a:r>
                        <a:rPr lang="en-US" sz="1400" dirty="0"/>
                        <a:t>Stack pointer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5.Accounting Information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CPU usage, execution time, job number</a:t>
                      </a:r>
                    </a:p>
                    <a:p>
                      <a:r>
                        <a:rPr lang="en-US" sz="1400" dirty="0"/>
                        <a:t>Time limits, job queue position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910117"/>
                  </a:ext>
                </a:extLst>
              </a:tr>
              <a:tr h="1205809">
                <a:tc>
                  <a:txBody>
                    <a:bodyPr/>
                    <a:lstStyle/>
                    <a:p>
                      <a:r>
                        <a:rPr lang="en-US" sz="1400" b="1" dirty="0"/>
                        <a:t>3.CPU Scheduling Information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Process priority</a:t>
                      </a:r>
                    </a:p>
                    <a:p>
                      <a:r>
                        <a:rPr lang="en-US" sz="1400" dirty="0"/>
                        <a:t>Scheduling queue pointers</a:t>
                      </a:r>
                    </a:p>
                    <a:p>
                      <a:r>
                        <a:rPr lang="en-US" sz="1400" dirty="0"/>
                        <a:t>CPU burst time, quantum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6.I/O Information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List of open files</a:t>
                      </a:r>
                    </a:p>
                    <a:p>
                      <a:r>
                        <a:rPr lang="en-US" sz="1400" dirty="0"/>
                        <a:t>Devices allocated</a:t>
                      </a:r>
                    </a:p>
                    <a:p>
                      <a:r>
                        <a:rPr lang="en-US" sz="1400" dirty="0"/>
                        <a:t>Pending I/O requests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011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890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440A548-C0D4-4418-940E-EDC2F1D9A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08B267-8CD2-4684-A57B-9F1070769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1E5AB36-9328-47E9-95AD-E38AC1C0E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" y="-369"/>
            <a:ext cx="4568256" cy="6858000"/>
            <a:chOff x="305" y="-369"/>
            <a:chExt cx="6091008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32450F-A219-4BF5-88FA-A47084237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7007" cy="6858000"/>
            </a:xfrm>
            <a:custGeom>
              <a:avLst/>
              <a:gdLst>
                <a:gd name="connsiteX0" fmla="*/ 1423825 w 6057007"/>
                <a:gd name="connsiteY0" fmla="*/ 0 h 6858000"/>
                <a:gd name="connsiteX1" fmla="*/ 4262456 w 6057007"/>
                <a:gd name="connsiteY1" fmla="*/ 0 h 6858000"/>
                <a:gd name="connsiteX2" fmla="*/ 4371584 w 6057007"/>
                <a:gd name="connsiteY2" fmla="*/ 79625 h 6858000"/>
                <a:gd name="connsiteX3" fmla="*/ 5400299 w 6057007"/>
                <a:gd name="connsiteY3" fmla="*/ 1779691 h 6858000"/>
                <a:gd name="connsiteX4" fmla="*/ 5961759 w 6057007"/>
                <a:gd name="connsiteY4" fmla="*/ 4554903 h 6858000"/>
                <a:gd name="connsiteX5" fmla="*/ 4326541 w 6057007"/>
                <a:gd name="connsiteY5" fmla="*/ 6729688 h 6858000"/>
                <a:gd name="connsiteX6" fmla="*/ 4109121 w 6057007"/>
                <a:gd name="connsiteY6" fmla="*/ 6858000 h 6858000"/>
                <a:gd name="connsiteX7" fmla="*/ 1145358 w 6057007"/>
                <a:gd name="connsiteY7" fmla="*/ 6858000 h 6858000"/>
                <a:gd name="connsiteX8" fmla="*/ 1143587 w 6057007"/>
                <a:gd name="connsiteY8" fmla="*/ 6856705 h 6858000"/>
                <a:gd name="connsiteX9" fmla="*/ 162579 w 6057007"/>
                <a:gd name="connsiteY9" fmla="*/ 6240990 h 6858000"/>
                <a:gd name="connsiteX10" fmla="*/ 0 w 6057007"/>
                <a:gd name="connsiteY10" fmla="*/ 6125553 h 6858000"/>
                <a:gd name="connsiteX11" fmla="*/ 0 w 6057007"/>
                <a:gd name="connsiteY11" fmla="*/ 4670879 h 6858000"/>
                <a:gd name="connsiteX12" fmla="*/ 38388 w 6057007"/>
                <a:gd name="connsiteY12" fmla="*/ 4778792 h 6858000"/>
                <a:gd name="connsiteX13" fmla="*/ 155449 w 6057007"/>
                <a:gd name="connsiteY13" fmla="*/ 5029879 h 6858000"/>
                <a:gd name="connsiteX14" fmla="*/ 411802 w 6057007"/>
                <a:gd name="connsiteY14" fmla="*/ 5399531 h 6858000"/>
                <a:gd name="connsiteX15" fmla="*/ 806388 w 6057007"/>
                <a:gd name="connsiteY15" fmla="*/ 5659633 h 6858000"/>
                <a:gd name="connsiteX16" fmla="*/ 1801512 w 6057007"/>
                <a:gd name="connsiteY16" fmla="*/ 6314010 h 6858000"/>
                <a:gd name="connsiteX17" fmla="*/ 2653483 w 6057007"/>
                <a:gd name="connsiteY17" fmla="*/ 6529898 h 6858000"/>
                <a:gd name="connsiteX18" fmla="*/ 3666486 w 6057007"/>
                <a:gd name="connsiteY18" fmla="*/ 6190615 h 6858000"/>
                <a:gd name="connsiteX19" fmla="*/ 4658657 w 6057007"/>
                <a:gd name="connsiteY19" fmla="*/ 5428179 h 6858000"/>
                <a:gd name="connsiteX20" fmla="*/ 5222967 w 6057007"/>
                <a:gd name="connsiteY20" fmla="*/ 4356944 h 6858000"/>
                <a:gd name="connsiteX21" fmla="*/ 4724795 w 6057007"/>
                <a:gd name="connsiteY21" fmla="*/ 2210416 h 6858000"/>
                <a:gd name="connsiteX22" fmla="*/ 4473185 w 6057007"/>
                <a:gd name="connsiteY22" fmla="*/ 1691554 h 6858000"/>
                <a:gd name="connsiteX23" fmla="*/ 4046677 w 6057007"/>
                <a:gd name="connsiteY23" fmla="*/ 911781 h 6858000"/>
                <a:gd name="connsiteX24" fmla="*/ 3555564 w 6057007"/>
                <a:gd name="connsiteY24" fmla="*/ 585888 h 6858000"/>
                <a:gd name="connsiteX25" fmla="*/ 2405914 w 6057007"/>
                <a:gd name="connsiteY25" fmla="*/ 536282 h 6858000"/>
                <a:gd name="connsiteX26" fmla="*/ 1345719 w 6057007"/>
                <a:gd name="connsiteY26" fmla="*/ 957619 h 6858000"/>
                <a:gd name="connsiteX27" fmla="*/ 73341 w 6057007"/>
                <a:gd name="connsiteY27" fmla="*/ 2571698 h 6858000"/>
                <a:gd name="connsiteX28" fmla="*/ 0 w 6057007"/>
                <a:gd name="connsiteY28" fmla="*/ 2803810 h 6858000"/>
                <a:gd name="connsiteX29" fmla="*/ 0 w 6057007"/>
                <a:gd name="connsiteY29" fmla="*/ 1147591 h 6858000"/>
                <a:gd name="connsiteX30" fmla="*/ 142706 w 6057007"/>
                <a:gd name="connsiteY30" fmla="*/ 968763 h 6858000"/>
                <a:gd name="connsiteX31" fmla="*/ 971831 w 6057007"/>
                <a:gd name="connsiteY31" fmla="*/ 249890 h 6858000"/>
                <a:gd name="connsiteX32" fmla="*/ 1288677 w 6057007"/>
                <a:gd name="connsiteY32" fmla="*/ 6583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57007" h="6858000">
                  <a:moveTo>
                    <a:pt x="1423825" y="0"/>
                  </a:moveTo>
                  <a:lnTo>
                    <a:pt x="4262456" y="0"/>
                  </a:lnTo>
                  <a:lnTo>
                    <a:pt x="4371584" y="79625"/>
                  </a:lnTo>
                  <a:cubicBezTo>
                    <a:pt x="4860533" y="476670"/>
                    <a:pt x="5063885" y="1132812"/>
                    <a:pt x="5400299" y="1779691"/>
                  </a:cubicBezTo>
                  <a:cubicBezTo>
                    <a:pt x="5848849" y="2642194"/>
                    <a:pt x="6244956" y="3497996"/>
                    <a:pt x="5961759" y="4554903"/>
                  </a:cubicBezTo>
                  <a:cubicBezTo>
                    <a:pt x="5691575" y="5563242"/>
                    <a:pt x="5092427" y="6238887"/>
                    <a:pt x="4326541" y="6729688"/>
                  </a:cubicBezTo>
                  <a:lnTo>
                    <a:pt x="4109121" y="6858000"/>
                  </a:lnTo>
                  <a:lnTo>
                    <a:pt x="1145358" y="6858000"/>
                  </a:lnTo>
                  <a:lnTo>
                    <a:pt x="1143587" y="6856705"/>
                  </a:lnTo>
                  <a:cubicBezTo>
                    <a:pt x="699546" y="6541440"/>
                    <a:pt x="399287" y="6392433"/>
                    <a:pt x="162579" y="6240990"/>
                  </a:cubicBezTo>
                  <a:lnTo>
                    <a:pt x="0" y="6125553"/>
                  </a:lnTo>
                  <a:lnTo>
                    <a:pt x="0" y="4670879"/>
                  </a:lnTo>
                  <a:lnTo>
                    <a:pt x="38388" y="4778792"/>
                  </a:lnTo>
                  <a:cubicBezTo>
                    <a:pt x="72793" y="4862402"/>
                    <a:pt x="111802" y="4945953"/>
                    <a:pt x="155449" y="5029879"/>
                  </a:cubicBezTo>
                  <a:cubicBezTo>
                    <a:pt x="273464" y="5256810"/>
                    <a:pt x="351295" y="5344113"/>
                    <a:pt x="411802" y="5399531"/>
                  </a:cubicBezTo>
                  <a:cubicBezTo>
                    <a:pt x="500065" y="5480405"/>
                    <a:pt x="628514" y="5555615"/>
                    <a:pt x="806388" y="5659633"/>
                  </a:cubicBezTo>
                  <a:cubicBezTo>
                    <a:pt x="1044358" y="5798926"/>
                    <a:pt x="1370396" y="5989780"/>
                    <a:pt x="1801512" y="6314010"/>
                  </a:cubicBezTo>
                  <a:cubicBezTo>
                    <a:pt x="2037213" y="6491324"/>
                    <a:pt x="2315885" y="6561958"/>
                    <a:pt x="2653483" y="6529898"/>
                  </a:cubicBezTo>
                  <a:cubicBezTo>
                    <a:pt x="2962383" y="6500529"/>
                    <a:pt x="3312661" y="6383221"/>
                    <a:pt x="3666486" y="6190615"/>
                  </a:cubicBezTo>
                  <a:cubicBezTo>
                    <a:pt x="4083218" y="5963697"/>
                    <a:pt x="4407642" y="5714350"/>
                    <a:pt x="4658657" y="5428179"/>
                  </a:cubicBezTo>
                  <a:cubicBezTo>
                    <a:pt x="4927319" y="5121947"/>
                    <a:pt x="5111907" y="4771422"/>
                    <a:pt x="5222967" y="4356944"/>
                  </a:cubicBezTo>
                  <a:cubicBezTo>
                    <a:pt x="5418167" y="3628447"/>
                    <a:pt x="5139747" y="3007703"/>
                    <a:pt x="4724795" y="2210416"/>
                  </a:cubicBezTo>
                  <a:cubicBezTo>
                    <a:pt x="4631776" y="2031551"/>
                    <a:pt x="4551122" y="1858737"/>
                    <a:pt x="4473185" y="1691554"/>
                  </a:cubicBezTo>
                  <a:cubicBezTo>
                    <a:pt x="4326842" y="1377756"/>
                    <a:pt x="4200559" y="1106810"/>
                    <a:pt x="4046677" y="911781"/>
                  </a:cubicBezTo>
                  <a:cubicBezTo>
                    <a:pt x="3910561" y="739097"/>
                    <a:pt x="3763658" y="641647"/>
                    <a:pt x="3555564" y="585888"/>
                  </a:cubicBezTo>
                  <a:cubicBezTo>
                    <a:pt x="3178534" y="484863"/>
                    <a:pt x="2791842" y="468166"/>
                    <a:pt x="2405914" y="536282"/>
                  </a:cubicBezTo>
                  <a:cubicBezTo>
                    <a:pt x="2032757" y="602054"/>
                    <a:pt x="1676044" y="743871"/>
                    <a:pt x="1345719" y="957619"/>
                  </a:cubicBezTo>
                  <a:cubicBezTo>
                    <a:pt x="762775" y="1334788"/>
                    <a:pt x="318714" y="1900690"/>
                    <a:pt x="73341" y="2571698"/>
                  </a:cubicBezTo>
                  <a:lnTo>
                    <a:pt x="0" y="2803810"/>
                  </a:lnTo>
                  <a:lnTo>
                    <a:pt x="0" y="1147591"/>
                  </a:lnTo>
                  <a:lnTo>
                    <a:pt x="142706" y="968763"/>
                  </a:lnTo>
                  <a:cubicBezTo>
                    <a:pt x="388539" y="688063"/>
                    <a:pt x="668237" y="446316"/>
                    <a:pt x="971831" y="249890"/>
                  </a:cubicBezTo>
                  <a:cubicBezTo>
                    <a:pt x="1074829" y="183240"/>
                    <a:pt x="1180574" y="121805"/>
                    <a:pt x="1288677" y="6583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5AC662-4000-411A-9E33-6A4B6C0FC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91008" cy="6858000"/>
            </a:xfrm>
            <a:custGeom>
              <a:avLst/>
              <a:gdLst>
                <a:gd name="connsiteX0" fmla="*/ 0 w 6091008"/>
                <a:gd name="connsiteY0" fmla="*/ 5476844 h 6858000"/>
                <a:gd name="connsiteX1" fmla="*/ 15220 w 6091008"/>
                <a:gd name="connsiteY1" fmla="*/ 5501668 h 6858000"/>
                <a:gd name="connsiteX2" fmla="*/ 198940 w 6091008"/>
                <a:gd name="connsiteY2" fmla="*/ 5717964 h 6858000"/>
                <a:gd name="connsiteX3" fmla="*/ 251499 w 6091008"/>
                <a:gd name="connsiteY3" fmla="*/ 5763842 h 6858000"/>
                <a:gd name="connsiteX4" fmla="*/ 308460 w 6091008"/>
                <a:gd name="connsiteY4" fmla="*/ 5806337 h 6858000"/>
                <a:gd name="connsiteX5" fmla="*/ 368305 w 6091008"/>
                <a:gd name="connsiteY5" fmla="*/ 5847248 h 6858000"/>
                <a:gd name="connsiteX6" fmla="*/ 430451 w 6091008"/>
                <a:gd name="connsiteY6" fmla="*/ 5887305 h 6858000"/>
                <a:gd name="connsiteX7" fmla="*/ 975811 w 6091008"/>
                <a:gd name="connsiteY7" fmla="*/ 6205653 h 6858000"/>
                <a:gd name="connsiteX8" fmla="*/ 1510250 w 6091008"/>
                <a:gd name="connsiteY8" fmla="*/ 6575390 h 6858000"/>
                <a:gd name="connsiteX9" fmla="*/ 2002437 w 6091008"/>
                <a:gd name="connsiteY9" fmla="*/ 6825029 h 6858000"/>
                <a:gd name="connsiteX10" fmla="*/ 2137670 w 6091008"/>
                <a:gd name="connsiteY10" fmla="*/ 6856874 h 6858000"/>
                <a:gd name="connsiteX11" fmla="*/ 2145778 w 6091008"/>
                <a:gd name="connsiteY11" fmla="*/ 6858000 h 6858000"/>
                <a:gd name="connsiteX12" fmla="*/ 1098858 w 6091008"/>
                <a:gd name="connsiteY12" fmla="*/ 6858000 h 6858000"/>
                <a:gd name="connsiteX13" fmla="*/ 1004166 w 6091008"/>
                <a:gd name="connsiteY13" fmla="*/ 6786858 h 6858000"/>
                <a:gd name="connsiteX14" fmla="*/ 751974 w 6091008"/>
                <a:gd name="connsiteY14" fmla="*/ 6608169 h 6858000"/>
                <a:gd name="connsiteX15" fmla="*/ 623305 w 6091008"/>
                <a:gd name="connsiteY15" fmla="*/ 6522172 h 6858000"/>
                <a:gd name="connsiteX16" fmla="*/ 492346 w 6091008"/>
                <a:gd name="connsiteY16" fmla="*/ 6437477 h 6858000"/>
                <a:gd name="connsiteX17" fmla="*/ 358536 w 6091008"/>
                <a:gd name="connsiteY17" fmla="*/ 6352312 h 6858000"/>
                <a:gd name="connsiteX18" fmla="*/ 290710 w 6091008"/>
                <a:gd name="connsiteY18" fmla="*/ 6308820 h 6858000"/>
                <a:gd name="connsiteX19" fmla="*/ 221792 w 6091008"/>
                <a:gd name="connsiteY19" fmla="*/ 6263122 h 6858000"/>
                <a:gd name="connsiteX20" fmla="*/ 152460 w 6091008"/>
                <a:gd name="connsiteY20" fmla="*/ 6215106 h 6858000"/>
                <a:gd name="connsiteX21" fmla="*/ 83055 w 6091008"/>
                <a:gd name="connsiteY21" fmla="*/ 6163978 h 6858000"/>
                <a:gd name="connsiteX22" fmla="*/ 14161 w 6091008"/>
                <a:gd name="connsiteY22" fmla="*/ 6109014 h 6858000"/>
                <a:gd name="connsiteX23" fmla="*/ 0 w 6091008"/>
                <a:gd name="connsiteY23" fmla="*/ 6096195 h 6858000"/>
                <a:gd name="connsiteX24" fmla="*/ 3707444 w 6091008"/>
                <a:gd name="connsiteY24" fmla="*/ 0 h 6858000"/>
                <a:gd name="connsiteX25" fmla="*/ 4265528 w 6091008"/>
                <a:gd name="connsiteY25" fmla="*/ 0 h 6858000"/>
                <a:gd name="connsiteX26" fmla="*/ 4291472 w 6091008"/>
                <a:gd name="connsiteY26" fmla="*/ 15596 h 6858000"/>
                <a:gd name="connsiteX27" fmla="*/ 4431124 w 6091008"/>
                <a:gd name="connsiteY27" fmla="*/ 119052 h 6858000"/>
                <a:gd name="connsiteX28" fmla="*/ 4899570 w 6091008"/>
                <a:gd name="connsiteY28" fmla="*/ 643769 h 6858000"/>
                <a:gd name="connsiteX29" fmla="*/ 5247925 w 6091008"/>
                <a:gd name="connsiteY29" fmla="*/ 1232134 h 6858000"/>
                <a:gd name="connsiteX30" fmla="*/ 5401234 w 6091008"/>
                <a:gd name="connsiteY30" fmla="*/ 1518442 h 6858000"/>
                <a:gd name="connsiteX31" fmla="*/ 5480921 w 6091008"/>
                <a:gd name="connsiteY31" fmla="*/ 1662114 h 6858000"/>
                <a:gd name="connsiteX32" fmla="*/ 5561804 w 6091008"/>
                <a:gd name="connsiteY32" fmla="*/ 1812436 h 6858000"/>
                <a:gd name="connsiteX33" fmla="*/ 5855037 w 6091008"/>
                <a:gd name="connsiteY33" fmla="*/ 2457716 h 6858000"/>
                <a:gd name="connsiteX34" fmla="*/ 6052254 w 6091008"/>
                <a:gd name="connsiteY34" fmla="*/ 3193699 h 6858000"/>
                <a:gd name="connsiteX35" fmla="*/ 6073151 w 6091008"/>
                <a:gd name="connsiteY35" fmla="*/ 4004612 h 6858000"/>
                <a:gd name="connsiteX36" fmla="*/ 6067309 w 6091008"/>
                <a:gd name="connsiteY36" fmla="*/ 4055890 h 6858000"/>
                <a:gd name="connsiteX37" fmla="*/ 6059979 w 6091008"/>
                <a:gd name="connsiteY37" fmla="*/ 4106917 h 6858000"/>
                <a:gd name="connsiteX38" fmla="*/ 6052371 w 6091008"/>
                <a:gd name="connsiteY38" fmla="*/ 4158016 h 6858000"/>
                <a:gd name="connsiteX39" fmla="*/ 6043434 w 6091008"/>
                <a:gd name="connsiteY39" fmla="*/ 4208759 h 6858000"/>
                <a:gd name="connsiteX40" fmla="*/ 6023229 w 6091008"/>
                <a:gd name="connsiteY40" fmla="*/ 4309769 h 6858000"/>
                <a:gd name="connsiteX41" fmla="*/ 5999922 w 6091008"/>
                <a:gd name="connsiteY41" fmla="*/ 4409799 h 6858000"/>
                <a:gd name="connsiteX42" fmla="*/ 5987157 w 6091008"/>
                <a:gd name="connsiteY42" fmla="*/ 4459369 h 6858000"/>
                <a:gd name="connsiteX43" fmla="*/ 5973731 w 6091008"/>
                <a:gd name="connsiteY43" fmla="*/ 4508027 h 6858000"/>
                <a:gd name="connsiteX44" fmla="*/ 5944653 w 6091008"/>
                <a:gd name="connsiteY44" fmla="*/ 4602538 h 6858000"/>
                <a:gd name="connsiteX45" fmla="*/ 5915334 w 6091008"/>
                <a:gd name="connsiteY45" fmla="*/ 4696982 h 6858000"/>
                <a:gd name="connsiteX46" fmla="*/ 5881786 w 6091008"/>
                <a:gd name="connsiteY46" fmla="*/ 4790295 h 6858000"/>
                <a:gd name="connsiteX47" fmla="*/ 5539609 w 6091008"/>
                <a:gd name="connsiteY47" fmla="*/ 5504511 h 6858000"/>
                <a:gd name="connsiteX48" fmla="*/ 5432400 w 6091008"/>
                <a:gd name="connsiteY48" fmla="*/ 5669348 h 6858000"/>
                <a:gd name="connsiteX49" fmla="*/ 5404330 w 6091008"/>
                <a:gd name="connsiteY49" fmla="*/ 5709372 h 6858000"/>
                <a:gd name="connsiteX50" fmla="*/ 5375525 w 6091008"/>
                <a:gd name="connsiteY50" fmla="*/ 5748757 h 6858000"/>
                <a:gd name="connsiteX51" fmla="*/ 5317831 w 6091008"/>
                <a:gd name="connsiteY51" fmla="*/ 5827355 h 6858000"/>
                <a:gd name="connsiteX52" fmla="*/ 5288208 w 6091008"/>
                <a:gd name="connsiteY52" fmla="*/ 5865932 h 6858000"/>
                <a:gd name="connsiteX53" fmla="*/ 5273251 w 6091008"/>
                <a:gd name="connsiteY53" fmla="*/ 5885035 h 6858000"/>
                <a:gd name="connsiteX54" fmla="*/ 5256656 w 6091008"/>
                <a:gd name="connsiteY54" fmla="*/ 5902520 h 6858000"/>
                <a:gd name="connsiteX55" fmla="*/ 5189858 w 6091008"/>
                <a:gd name="connsiteY55" fmla="*/ 5971616 h 6858000"/>
                <a:gd name="connsiteX56" fmla="*/ 5156287 w 6091008"/>
                <a:gd name="connsiteY56" fmla="*/ 6005600 h 6858000"/>
                <a:gd name="connsiteX57" fmla="*/ 5121598 w 6091008"/>
                <a:gd name="connsiteY57" fmla="*/ 6037962 h 6858000"/>
                <a:gd name="connsiteX58" fmla="*/ 5051798 w 6091008"/>
                <a:gd name="connsiteY58" fmla="*/ 6101838 h 6858000"/>
                <a:gd name="connsiteX59" fmla="*/ 4463594 w 6091008"/>
                <a:gd name="connsiteY59" fmla="*/ 6532280 h 6858000"/>
                <a:gd name="connsiteX60" fmla="*/ 4388637 w 6091008"/>
                <a:gd name="connsiteY60" fmla="*/ 6579169 h 6858000"/>
                <a:gd name="connsiteX61" fmla="*/ 4312856 w 6091008"/>
                <a:gd name="connsiteY61" fmla="*/ 6623337 h 6858000"/>
                <a:gd name="connsiteX62" fmla="*/ 4237558 w 6091008"/>
                <a:gd name="connsiteY62" fmla="*/ 6667632 h 6858000"/>
                <a:gd name="connsiteX63" fmla="*/ 4161774 w 6091008"/>
                <a:gd name="connsiteY63" fmla="*/ 6709883 h 6858000"/>
                <a:gd name="connsiteX64" fmla="*/ 4010448 w 6091008"/>
                <a:gd name="connsiteY64" fmla="*/ 6792981 h 6858000"/>
                <a:gd name="connsiteX65" fmla="*/ 3935163 w 6091008"/>
                <a:gd name="connsiteY65" fmla="*/ 6834338 h 6858000"/>
                <a:gd name="connsiteX66" fmla="*/ 3892887 w 6091008"/>
                <a:gd name="connsiteY66" fmla="*/ 6858000 h 6858000"/>
                <a:gd name="connsiteX67" fmla="*/ 2743942 w 6091008"/>
                <a:gd name="connsiteY67" fmla="*/ 6858000 h 6858000"/>
                <a:gd name="connsiteX68" fmla="*/ 2852577 w 6091008"/>
                <a:gd name="connsiteY68" fmla="*/ 6838910 h 6858000"/>
                <a:gd name="connsiteX69" fmla="*/ 3143255 w 6091008"/>
                <a:gd name="connsiteY69" fmla="*/ 6759775 h 6858000"/>
                <a:gd name="connsiteX70" fmla="*/ 3430899 w 6091008"/>
                <a:gd name="connsiteY70" fmla="*/ 6650056 h 6858000"/>
                <a:gd name="connsiteX71" fmla="*/ 3713289 w 6091008"/>
                <a:gd name="connsiteY71" fmla="*/ 6514054 h 6858000"/>
                <a:gd name="connsiteX72" fmla="*/ 3981228 w 6091008"/>
                <a:gd name="connsiteY72" fmla="*/ 6334878 h 6858000"/>
                <a:gd name="connsiteX73" fmla="*/ 4107885 w 6091008"/>
                <a:gd name="connsiteY73" fmla="*/ 6233689 h 6858000"/>
                <a:gd name="connsiteX74" fmla="*/ 4169795 w 6091008"/>
                <a:gd name="connsiteY74" fmla="*/ 6181389 h 6858000"/>
                <a:gd name="connsiteX75" fmla="*/ 4229189 w 6091008"/>
                <a:gd name="connsiteY75" fmla="*/ 6125914 h 6858000"/>
                <a:gd name="connsiteX76" fmla="*/ 4652064 w 6091008"/>
                <a:gd name="connsiteY76" fmla="*/ 5641457 h 6858000"/>
                <a:gd name="connsiteX77" fmla="*/ 4697555 w 6091008"/>
                <a:gd name="connsiteY77" fmla="*/ 5576516 h 6858000"/>
                <a:gd name="connsiteX78" fmla="*/ 4720492 w 6091008"/>
                <a:gd name="connsiteY78" fmla="*/ 5544537 h 6858000"/>
                <a:gd name="connsiteX79" fmla="*/ 4741922 w 6091008"/>
                <a:gd name="connsiteY79" fmla="*/ 5511420 h 6858000"/>
                <a:gd name="connsiteX80" fmla="*/ 4784179 w 6091008"/>
                <a:gd name="connsiteY80" fmla="*/ 5445022 h 6858000"/>
                <a:gd name="connsiteX81" fmla="*/ 4794796 w 6091008"/>
                <a:gd name="connsiteY81" fmla="*/ 5428584 h 6858000"/>
                <a:gd name="connsiteX82" fmla="*/ 4807173 w 6091008"/>
                <a:gd name="connsiteY82" fmla="*/ 5413795 h 6858000"/>
                <a:gd name="connsiteX83" fmla="*/ 4830010 w 6091008"/>
                <a:gd name="connsiteY83" fmla="*/ 5382674 h 6858000"/>
                <a:gd name="connsiteX84" fmla="*/ 4874298 w 6091008"/>
                <a:gd name="connsiteY84" fmla="*/ 5319323 h 6858000"/>
                <a:gd name="connsiteX85" fmla="*/ 4896484 w 6091008"/>
                <a:gd name="connsiteY85" fmla="*/ 5287734 h 6858000"/>
                <a:gd name="connsiteX86" fmla="*/ 4918019 w 6091008"/>
                <a:gd name="connsiteY86" fmla="*/ 5255673 h 6858000"/>
                <a:gd name="connsiteX87" fmla="*/ 4999238 w 6091008"/>
                <a:gd name="connsiteY87" fmla="*/ 5124058 h 6858000"/>
                <a:gd name="connsiteX88" fmla="*/ 5251271 w 6091008"/>
                <a:gd name="connsiteY88" fmla="*/ 4554965 h 6858000"/>
                <a:gd name="connsiteX89" fmla="*/ 5276136 w 6091008"/>
                <a:gd name="connsiteY89" fmla="*/ 4480521 h 6858000"/>
                <a:gd name="connsiteX90" fmla="*/ 5297442 w 6091008"/>
                <a:gd name="connsiteY90" fmla="*/ 4404389 h 6858000"/>
                <a:gd name="connsiteX91" fmla="*/ 5318953 w 6091008"/>
                <a:gd name="connsiteY91" fmla="*/ 4328458 h 6858000"/>
                <a:gd name="connsiteX92" fmla="*/ 5328684 w 6091008"/>
                <a:gd name="connsiteY92" fmla="*/ 4291175 h 6858000"/>
                <a:gd name="connsiteX93" fmla="*/ 5337470 w 6091008"/>
                <a:gd name="connsiteY93" fmla="*/ 4254522 h 6858000"/>
                <a:gd name="connsiteX94" fmla="*/ 5353277 w 6091008"/>
                <a:gd name="connsiteY94" fmla="*/ 4181038 h 6858000"/>
                <a:gd name="connsiteX95" fmla="*/ 5366762 w 6091008"/>
                <a:gd name="connsiteY95" fmla="*/ 4107520 h 6858000"/>
                <a:gd name="connsiteX96" fmla="*/ 5373105 w 6091008"/>
                <a:gd name="connsiteY96" fmla="*/ 4070802 h 6858000"/>
                <a:gd name="connsiteX97" fmla="*/ 5378288 w 6091008"/>
                <a:gd name="connsiteY97" fmla="*/ 4034066 h 6858000"/>
                <a:gd name="connsiteX98" fmla="*/ 5383471 w 6091008"/>
                <a:gd name="connsiteY98" fmla="*/ 3997331 h 6858000"/>
                <a:gd name="connsiteX99" fmla="*/ 5387373 w 6091008"/>
                <a:gd name="connsiteY99" fmla="*/ 3960547 h 6858000"/>
                <a:gd name="connsiteX100" fmla="*/ 5375699 w 6091008"/>
                <a:gd name="connsiteY100" fmla="*/ 3369810 h 6858000"/>
                <a:gd name="connsiteX101" fmla="*/ 5225695 w 6091008"/>
                <a:gd name="connsiteY101" fmla="*/ 2777923 h 6858000"/>
                <a:gd name="connsiteX102" fmla="*/ 4989893 w 6091008"/>
                <a:gd name="connsiteY102" fmla="*/ 2181595 h 6858000"/>
                <a:gd name="connsiteX103" fmla="*/ 4856777 w 6091008"/>
                <a:gd name="connsiteY103" fmla="*/ 1872581 h 6858000"/>
                <a:gd name="connsiteX104" fmla="*/ 4729367 w 6091008"/>
                <a:gd name="connsiteY104" fmla="*/ 1547581 h 6858000"/>
                <a:gd name="connsiteX105" fmla="*/ 4510575 w 6091008"/>
                <a:gd name="connsiteY105" fmla="*/ 917244 h 6858000"/>
                <a:gd name="connsiteX106" fmla="*/ 4387446 w 6091008"/>
                <a:gd name="connsiteY106" fmla="*/ 626512 h 6858000"/>
                <a:gd name="connsiteX107" fmla="*/ 4227716 w 6091008"/>
                <a:gd name="connsiteY107" fmla="*/ 368510 h 6858000"/>
                <a:gd name="connsiteX108" fmla="*/ 4017774 w 6091008"/>
                <a:gd name="connsiteY108" fmla="*/ 161674 h 6858000"/>
                <a:gd name="connsiteX109" fmla="*/ 3761542 w 6091008"/>
                <a:gd name="connsiteY109" fmla="*/ 19860 h 6858000"/>
                <a:gd name="connsiteX110" fmla="*/ 3727185 w 6091008"/>
                <a:gd name="connsiteY110" fmla="*/ 6533 h 6858000"/>
                <a:gd name="connsiteX111" fmla="*/ 1325680 w 6091008"/>
                <a:gd name="connsiteY111" fmla="*/ 0 h 6858000"/>
                <a:gd name="connsiteX112" fmla="*/ 2347354 w 6091008"/>
                <a:gd name="connsiteY112" fmla="*/ 0 h 6858000"/>
                <a:gd name="connsiteX113" fmla="*/ 2262734 w 6091008"/>
                <a:gd name="connsiteY113" fmla="*/ 20581 h 6858000"/>
                <a:gd name="connsiteX114" fmla="*/ 1969830 w 6091008"/>
                <a:gd name="connsiteY114" fmla="*/ 118108 h 6858000"/>
                <a:gd name="connsiteX115" fmla="*/ 1897367 w 6091008"/>
                <a:gd name="connsiteY115" fmla="*/ 145059 h 6858000"/>
                <a:gd name="connsiteX116" fmla="*/ 1825860 w 6091008"/>
                <a:gd name="connsiteY116" fmla="*/ 175210 h 6858000"/>
                <a:gd name="connsiteX117" fmla="*/ 1754258 w 6091008"/>
                <a:gd name="connsiteY117" fmla="*/ 204746 h 6858000"/>
                <a:gd name="connsiteX118" fmla="*/ 1683442 w 6091008"/>
                <a:gd name="connsiteY118" fmla="*/ 237143 h 6858000"/>
                <a:gd name="connsiteX119" fmla="*/ 1612330 w 6091008"/>
                <a:gd name="connsiteY119" fmla="*/ 268724 h 6858000"/>
                <a:gd name="connsiteX120" fmla="*/ 1542244 w 6091008"/>
                <a:gd name="connsiteY120" fmla="*/ 303229 h 6858000"/>
                <a:gd name="connsiteX121" fmla="*/ 1471990 w 6091008"/>
                <a:gd name="connsiteY121" fmla="*/ 337395 h 6858000"/>
                <a:gd name="connsiteX122" fmla="*/ 1402813 w 6091008"/>
                <a:gd name="connsiteY122" fmla="*/ 374794 h 6858000"/>
                <a:gd name="connsiteX123" fmla="*/ 1333886 w 6091008"/>
                <a:gd name="connsiteY123" fmla="*/ 412702 h 6858000"/>
                <a:gd name="connsiteX124" fmla="*/ 1266278 w 6091008"/>
                <a:gd name="connsiteY124" fmla="*/ 453907 h 6858000"/>
                <a:gd name="connsiteX125" fmla="*/ 1199136 w 6091008"/>
                <a:gd name="connsiteY125" fmla="*/ 496266 h 6858000"/>
                <a:gd name="connsiteX126" fmla="*/ 1182302 w 6091008"/>
                <a:gd name="connsiteY126" fmla="*/ 506917 h 6858000"/>
                <a:gd name="connsiteX127" fmla="*/ 1166009 w 6091008"/>
                <a:gd name="connsiteY127" fmla="*/ 518449 h 6858000"/>
                <a:gd name="connsiteX128" fmla="*/ 1133302 w 6091008"/>
                <a:gd name="connsiteY128" fmla="*/ 541479 h 6858000"/>
                <a:gd name="connsiteX129" fmla="*/ 1067923 w 6091008"/>
                <a:gd name="connsiteY129" fmla="*/ 587403 h 6858000"/>
                <a:gd name="connsiteX130" fmla="*/ 1051509 w 6091008"/>
                <a:gd name="connsiteY130" fmla="*/ 598902 h 6858000"/>
                <a:gd name="connsiteX131" fmla="*/ 1035673 w 6091008"/>
                <a:gd name="connsiteY131" fmla="*/ 611145 h 6858000"/>
                <a:gd name="connsiteX132" fmla="*/ 1003878 w 6091008"/>
                <a:gd name="connsiteY132" fmla="*/ 635598 h 6858000"/>
                <a:gd name="connsiteX133" fmla="*/ 877673 w 6091008"/>
                <a:gd name="connsiteY133" fmla="*/ 735582 h 6858000"/>
                <a:gd name="connsiteX134" fmla="*/ 417533 w 6091008"/>
                <a:gd name="connsiteY134" fmla="*/ 1198720 h 6858000"/>
                <a:gd name="connsiteX135" fmla="*/ 54935 w 6091008"/>
                <a:gd name="connsiteY135" fmla="*/ 1756293 h 6858000"/>
                <a:gd name="connsiteX136" fmla="*/ 17844 w 6091008"/>
                <a:gd name="connsiteY136" fmla="*/ 1831433 h 6858000"/>
                <a:gd name="connsiteX137" fmla="*/ 0 w 6091008"/>
                <a:gd name="connsiteY137" fmla="*/ 1869131 h 6858000"/>
                <a:gd name="connsiteX138" fmla="*/ 0 w 6091008"/>
                <a:gd name="connsiteY138" fmla="*/ 1198550 h 6858000"/>
                <a:gd name="connsiteX139" fmla="*/ 185957 w 6091008"/>
                <a:gd name="connsiteY139" fmla="*/ 961506 h 6858000"/>
                <a:gd name="connsiteX140" fmla="*/ 689746 w 6091008"/>
                <a:gd name="connsiteY140" fmla="*/ 447064 h 6858000"/>
                <a:gd name="connsiteX141" fmla="*/ 827126 w 6091008"/>
                <a:gd name="connsiteY141" fmla="*/ 333881 h 6858000"/>
                <a:gd name="connsiteX142" fmla="*/ 968997 w 6091008"/>
                <a:gd name="connsiteY142" fmla="*/ 228085 h 6858000"/>
                <a:gd name="connsiteX143" fmla="*/ 1004883 w 6091008"/>
                <a:gd name="connsiteY143" fmla="*/ 202373 h 6858000"/>
                <a:gd name="connsiteX144" fmla="*/ 1022826 w 6091008"/>
                <a:gd name="connsiteY144" fmla="*/ 189517 h 6858000"/>
                <a:gd name="connsiteX145" fmla="*/ 1041187 w 6091008"/>
                <a:gd name="connsiteY145" fmla="*/ 177509 h 6858000"/>
                <a:gd name="connsiteX146" fmla="*/ 1114760 w 6091008"/>
                <a:gd name="connsiteY146" fmla="*/ 129512 h 6858000"/>
                <a:gd name="connsiteX147" fmla="*/ 1188498 w 6091008"/>
                <a:gd name="connsiteY147" fmla="*/ 81854 h 6858000"/>
                <a:gd name="connsiteX148" fmla="*/ 1263461 w 6091008"/>
                <a:gd name="connsiteY148" fmla="*/ 3688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6091008" h="6858000">
                  <a:moveTo>
                    <a:pt x="0" y="5476844"/>
                  </a:moveTo>
                  <a:lnTo>
                    <a:pt x="15220" y="5501668"/>
                  </a:lnTo>
                  <a:cubicBezTo>
                    <a:pt x="69097" y="5585141"/>
                    <a:pt x="130925" y="5654403"/>
                    <a:pt x="198940" y="5717964"/>
                  </a:cubicBezTo>
                  <a:lnTo>
                    <a:pt x="251499" y="5763842"/>
                  </a:lnTo>
                  <a:lnTo>
                    <a:pt x="308460" y="5806337"/>
                  </a:lnTo>
                  <a:cubicBezTo>
                    <a:pt x="326685" y="5820934"/>
                    <a:pt x="348384" y="5833667"/>
                    <a:pt x="368305" y="5847248"/>
                  </a:cubicBezTo>
                  <a:cubicBezTo>
                    <a:pt x="388782" y="5860683"/>
                    <a:pt x="408424" y="5874336"/>
                    <a:pt x="430451" y="5887305"/>
                  </a:cubicBezTo>
                  <a:cubicBezTo>
                    <a:pt x="601703" y="5991186"/>
                    <a:pt x="792871" y="6091279"/>
                    <a:pt x="975811" y="6205653"/>
                  </a:cubicBezTo>
                  <a:cubicBezTo>
                    <a:pt x="1159565" y="6318920"/>
                    <a:pt x="1337666" y="6443625"/>
                    <a:pt x="1510250" y="6575390"/>
                  </a:cubicBezTo>
                  <a:cubicBezTo>
                    <a:pt x="1658997" y="6690317"/>
                    <a:pt x="1824862" y="6774210"/>
                    <a:pt x="2002437" y="6825029"/>
                  </a:cubicBezTo>
                  <a:cubicBezTo>
                    <a:pt x="2046812" y="6837803"/>
                    <a:pt x="2091936" y="6848385"/>
                    <a:pt x="2137670" y="6856874"/>
                  </a:cubicBezTo>
                  <a:lnTo>
                    <a:pt x="2145778" y="6858000"/>
                  </a:lnTo>
                  <a:lnTo>
                    <a:pt x="1098858" y="6858000"/>
                  </a:lnTo>
                  <a:lnTo>
                    <a:pt x="1004166" y="6786858"/>
                  </a:lnTo>
                  <a:cubicBezTo>
                    <a:pt x="920997" y="6725805"/>
                    <a:pt x="837118" y="6666016"/>
                    <a:pt x="751974" y="6608169"/>
                  </a:cubicBezTo>
                  <a:lnTo>
                    <a:pt x="623305" y="6522172"/>
                  </a:lnTo>
                  <a:lnTo>
                    <a:pt x="492346" y="6437477"/>
                  </a:lnTo>
                  <a:lnTo>
                    <a:pt x="358536" y="6352312"/>
                  </a:lnTo>
                  <a:lnTo>
                    <a:pt x="290710" y="6308820"/>
                  </a:lnTo>
                  <a:lnTo>
                    <a:pt x="221792" y="6263122"/>
                  </a:lnTo>
                  <a:cubicBezTo>
                    <a:pt x="198889" y="6248595"/>
                    <a:pt x="175526" y="6231442"/>
                    <a:pt x="152460" y="6215106"/>
                  </a:cubicBezTo>
                  <a:cubicBezTo>
                    <a:pt x="129301" y="6198154"/>
                    <a:pt x="105988" y="6183223"/>
                    <a:pt x="83055" y="6163978"/>
                  </a:cubicBezTo>
                  <a:lnTo>
                    <a:pt x="14161" y="6109014"/>
                  </a:lnTo>
                  <a:lnTo>
                    <a:pt x="0" y="6096195"/>
                  </a:lnTo>
                  <a:close/>
                  <a:moveTo>
                    <a:pt x="3707444" y="0"/>
                  </a:moveTo>
                  <a:lnTo>
                    <a:pt x="4265528" y="0"/>
                  </a:lnTo>
                  <a:lnTo>
                    <a:pt x="4291472" y="15596"/>
                  </a:lnTo>
                  <a:cubicBezTo>
                    <a:pt x="4339292" y="47637"/>
                    <a:pt x="4385917" y="82210"/>
                    <a:pt x="4431124" y="119052"/>
                  </a:cubicBezTo>
                  <a:cubicBezTo>
                    <a:pt x="4612085" y="266897"/>
                    <a:pt x="4766658" y="451392"/>
                    <a:pt x="4899570" y="643769"/>
                  </a:cubicBezTo>
                  <a:cubicBezTo>
                    <a:pt x="5032421" y="836866"/>
                    <a:pt x="5144168" y="1037706"/>
                    <a:pt x="5247925" y="1232134"/>
                  </a:cubicBezTo>
                  <a:cubicBezTo>
                    <a:pt x="5299886" y="1329516"/>
                    <a:pt x="5349860" y="1425631"/>
                    <a:pt x="5401234" y="1518442"/>
                  </a:cubicBezTo>
                  <a:lnTo>
                    <a:pt x="5480921" y="1662114"/>
                  </a:lnTo>
                  <a:cubicBezTo>
                    <a:pt x="5508162" y="1711659"/>
                    <a:pt x="5535098" y="1761858"/>
                    <a:pt x="5561804" y="1812436"/>
                  </a:cubicBezTo>
                  <a:cubicBezTo>
                    <a:pt x="5668394" y="2015131"/>
                    <a:pt x="5769309" y="2228374"/>
                    <a:pt x="5855037" y="2457716"/>
                  </a:cubicBezTo>
                  <a:cubicBezTo>
                    <a:pt x="5940757" y="2686612"/>
                    <a:pt x="6011031" y="2932566"/>
                    <a:pt x="6052254" y="3193699"/>
                  </a:cubicBezTo>
                  <a:cubicBezTo>
                    <a:pt x="6093625" y="3454283"/>
                    <a:pt x="6103924" y="3730828"/>
                    <a:pt x="6073151" y="4004612"/>
                  </a:cubicBezTo>
                  <a:lnTo>
                    <a:pt x="6067309" y="4055890"/>
                  </a:lnTo>
                  <a:cubicBezTo>
                    <a:pt x="6065066" y="4072953"/>
                    <a:pt x="6062462" y="4089919"/>
                    <a:pt x="6059979" y="4106917"/>
                  </a:cubicBezTo>
                  <a:lnTo>
                    <a:pt x="6052371" y="4158016"/>
                  </a:lnTo>
                  <a:cubicBezTo>
                    <a:pt x="6049766" y="4174982"/>
                    <a:pt x="6046401" y="4191890"/>
                    <a:pt x="6043434" y="4208759"/>
                  </a:cubicBezTo>
                  <a:cubicBezTo>
                    <a:pt x="6037102" y="4242536"/>
                    <a:pt x="6031011" y="4276380"/>
                    <a:pt x="6023229" y="4309769"/>
                  </a:cubicBezTo>
                  <a:cubicBezTo>
                    <a:pt x="6015690" y="4343223"/>
                    <a:pt x="6008874" y="4376870"/>
                    <a:pt x="5999922" y="4409799"/>
                  </a:cubicBezTo>
                  <a:lnTo>
                    <a:pt x="5987157" y="4459369"/>
                  </a:lnTo>
                  <a:cubicBezTo>
                    <a:pt x="5982945" y="4476053"/>
                    <a:pt x="5978687" y="4492427"/>
                    <a:pt x="5973731" y="4508027"/>
                  </a:cubicBezTo>
                  <a:lnTo>
                    <a:pt x="5944653" y="4602538"/>
                  </a:lnTo>
                  <a:lnTo>
                    <a:pt x="5915334" y="4696982"/>
                  </a:lnTo>
                  <a:cubicBezTo>
                    <a:pt x="5905346" y="4728457"/>
                    <a:pt x="5892944" y="4759283"/>
                    <a:pt x="5881786" y="4790295"/>
                  </a:cubicBezTo>
                  <a:cubicBezTo>
                    <a:pt x="5791737" y="5038923"/>
                    <a:pt x="5677271" y="5280123"/>
                    <a:pt x="5539609" y="5504511"/>
                  </a:cubicBezTo>
                  <a:lnTo>
                    <a:pt x="5432400" y="5669348"/>
                  </a:lnTo>
                  <a:cubicBezTo>
                    <a:pt x="5423763" y="5683225"/>
                    <a:pt x="5413823" y="5696165"/>
                    <a:pt x="5404330" y="5709372"/>
                  </a:cubicBezTo>
                  <a:lnTo>
                    <a:pt x="5375525" y="5748757"/>
                  </a:lnTo>
                  <a:lnTo>
                    <a:pt x="5317831" y="5827355"/>
                  </a:lnTo>
                  <a:cubicBezTo>
                    <a:pt x="5308217" y="5840529"/>
                    <a:pt x="5298639" y="5853567"/>
                    <a:pt x="5288208" y="5865932"/>
                  </a:cubicBezTo>
                  <a:cubicBezTo>
                    <a:pt x="5283153" y="5872232"/>
                    <a:pt x="5278509" y="5878936"/>
                    <a:pt x="5273251" y="5885035"/>
                  </a:cubicBezTo>
                  <a:cubicBezTo>
                    <a:pt x="5267908" y="5890963"/>
                    <a:pt x="5262120" y="5896624"/>
                    <a:pt x="5256656" y="5902520"/>
                  </a:cubicBezTo>
                  <a:lnTo>
                    <a:pt x="5189858" y="5971616"/>
                  </a:lnTo>
                  <a:cubicBezTo>
                    <a:pt x="5178681" y="5982899"/>
                    <a:pt x="5167959" y="5994892"/>
                    <a:pt x="5156287" y="6005600"/>
                  </a:cubicBezTo>
                  <a:lnTo>
                    <a:pt x="5121598" y="6037962"/>
                  </a:lnTo>
                  <a:lnTo>
                    <a:pt x="5051798" y="6101838"/>
                  </a:lnTo>
                  <a:cubicBezTo>
                    <a:pt x="4864110" y="6268956"/>
                    <a:pt x="4663874" y="6407541"/>
                    <a:pt x="4463594" y="6532280"/>
                  </a:cubicBezTo>
                  <a:cubicBezTo>
                    <a:pt x="4438472" y="6547774"/>
                    <a:pt x="4413434" y="6563439"/>
                    <a:pt x="4388637" y="6579169"/>
                  </a:cubicBezTo>
                  <a:lnTo>
                    <a:pt x="4312856" y="6623337"/>
                  </a:lnTo>
                  <a:lnTo>
                    <a:pt x="4237558" y="6667632"/>
                  </a:lnTo>
                  <a:cubicBezTo>
                    <a:pt x="4212548" y="6682715"/>
                    <a:pt x="4186842" y="6695553"/>
                    <a:pt x="4161774" y="6709883"/>
                  </a:cubicBezTo>
                  <a:cubicBezTo>
                    <a:pt x="4111167" y="6737392"/>
                    <a:pt x="4061123" y="6766670"/>
                    <a:pt x="4010448" y="6792981"/>
                  </a:cubicBezTo>
                  <a:cubicBezTo>
                    <a:pt x="3985322" y="6806562"/>
                    <a:pt x="3960037" y="6820248"/>
                    <a:pt x="3935163" y="6834338"/>
                  </a:cubicBezTo>
                  <a:lnTo>
                    <a:pt x="3892887" y="6858000"/>
                  </a:lnTo>
                  <a:lnTo>
                    <a:pt x="2743942" y="6858000"/>
                  </a:lnTo>
                  <a:lnTo>
                    <a:pt x="2852577" y="6838910"/>
                  </a:lnTo>
                  <a:cubicBezTo>
                    <a:pt x="2949686" y="6818527"/>
                    <a:pt x="3046805" y="6791706"/>
                    <a:pt x="3143255" y="6759775"/>
                  </a:cubicBezTo>
                  <a:cubicBezTo>
                    <a:pt x="3239807" y="6727945"/>
                    <a:pt x="3335416" y="6689975"/>
                    <a:pt x="3430899" y="6650056"/>
                  </a:cubicBezTo>
                  <a:cubicBezTo>
                    <a:pt x="3526299" y="6609969"/>
                    <a:pt x="3621242" y="6565786"/>
                    <a:pt x="3713289" y="6514054"/>
                  </a:cubicBezTo>
                  <a:cubicBezTo>
                    <a:pt x="3805137" y="6460650"/>
                    <a:pt x="3895762" y="6401178"/>
                    <a:pt x="3981228" y="6334878"/>
                  </a:cubicBezTo>
                  <a:cubicBezTo>
                    <a:pt x="4024934" y="6303166"/>
                    <a:pt x="4066572" y="6268544"/>
                    <a:pt x="4107885" y="6233689"/>
                  </a:cubicBezTo>
                  <a:cubicBezTo>
                    <a:pt x="4128602" y="6216277"/>
                    <a:pt x="4149365" y="6199173"/>
                    <a:pt x="4169795" y="6181389"/>
                  </a:cubicBezTo>
                  <a:cubicBezTo>
                    <a:pt x="4189729" y="6163032"/>
                    <a:pt x="4209542" y="6144643"/>
                    <a:pt x="4229189" y="6125914"/>
                  </a:cubicBezTo>
                  <a:cubicBezTo>
                    <a:pt x="4387326" y="5978255"/>
                    <a:pt x="4528049" y="5812977"/>
                    <a:pt x="4652064" y="5641457"/>
                  </a:cubicBezTo>
                  <a:lnTo>
                    <a:pt x="4697555" y="5576516"/>
                  </a:lnTo>
                  <a:lnTo>
                    <a:pt x="4720492" y="5544537"/>
                  </a:lnTo>
                  <a:cubicBezTo>
                    <a:pt x="4728246" y="5533956"/>
                    <a:pt x="4734819" y="5522469"/>
                    <a:pt x="4741922" y="5511420"/>
                  </a:cubicBezTo>
                  <a:lnTo>
                    <a:pt x="4784179" y="5445022"/>
                  </a:lnTo>
                  <a:cubicBezTo>
                    <a:pt x="4787730" y="5439497"/>
                    <a:pt x="4791161" y="5433940"/>
                    <a:pt x="4794796" y="5428584"/>
                  </a:cubicBezTo>
                  <a:cubicBezTo>
                    <a:pt x="4798637" y="5423432"/>
                    <a:pt x="4803091" y="5418884"/>
                    <a:pt x="4807173" y="5413795"/>
                  </a:cubicBezTo>
                  <a:cubicBezTo>
                    <a:pt x="4815384" y="5403926"/>
                    <a:pt x="4822656" y="5393214"/>
                    <a:pt x="4830010" y="5382674"/>
                  </a:cubicBezTo>
                  <a:lnTo>
                    <a:pt x="4874298" y="5319323"/>
                  </a:lnTo>
                  <a:lnTo>
                    <a:pt x="4896484" y="5287734"/>
                  </a:lnTo>
                  <a:cubicBezTo>
                    <a:pt x="4903839" y="5277191"/>
                    <a:pt x="4911520" y="5266885"/>
                    <a:pt x="4918019" y="5255673"/>
                  </a:cubicBezTo>
                  <a:lnTo>
                    <a:pt x="4999238" y="5124058"/>
                  </a:lnTo>
                  <a:cubicBezTo>
                    <a:pt x="5102559" y="4945225"/>
                    <a:pt x="5185787" y="4753943"/>
                    <a:pt x="5251271" y="4554965"/>
                  </a:cubicBezTo>
                  <a:cubicBezTo>
                    <a:pt x="5259371" y="4530051"/>
                    <a:pt x="5268846" y="4505799"/>
                    <a:pt x="5276136" y="4480521"/>
                  </a:cubicBezTo>
                  <a:lnTo>
                    <a:pt x="5297442" y="4404389"/>
                  </a:lnTo>
                  <a:lnTo>
                    <a:pt x="5318953" y="4328458"/>
                  </a:lnTo>
                  <a:cubicBezTo>
                    <a:pt x="5322895" y="4315679"/>
                    <a:pt x="5325929" y="4303390"/>
                    <a:pt x="5328684" y="4291175"/>
                  </a:cubicBezTo>
                  <a:lnTo>
                    <a:pt x="5337470" y="4254522"/>
                  </a:lnTo>
                  <a:cubicBezTo>
                    <a:pt x="5343899" y="4230045"/>
                    <a:pt x="5348129" y="4205565"/>
                    <a:pt x="5353277" y="4181038"/>
                  </a:cubicBezTo>
                  <a:cubicBezTo>
                    <a:pt x="5358786" y="4156608"/>
                    <a:pt x="5362533" y="4132000"/>
                    <a:pt x="5366762" y="4107520"/>
                  </a:cubicBezTo>
                  <a:cubicBezTo>
                    <a:pt x="5368877" y="4095280"/>
                    <a:pt x="5371390" y="4083000"/>
                    <a:pt x="5373105" y="4070802"/>
                  </a:cubicBezTo>
                  <a:lnTo>
                    <a:pt x="5378288" y="4034066"/>
                  </a:lnTo>
                  <a:lnTo>
                    <a:pt x="5383471" y="3997331"/>
                  </a:lnTo>
                  <a:lnTo>
                    <a:pt x="5387373" y="3960547"/>
                  </a:lnTo>
                  <a:cubicBezTo>
                    <a:pt x="5408513" y="3764258"/>
                    <a:pt x="5404752" y="3567184"/>
                    <a:pt x="5375699" y="3369810"/>
                  </a:cubicBezTo>
                  <a:cubicBezTo>
                    <a:pt x="5347044" y="3172396"/>
                    <a:pt x="5293473" y="2975222"/>
                    <a:pt x="5225695" y="2777923"/>
                  </a:cubicBezTo>
                  <a:cubicBezTo>
                    <a:pt x="5157675" y="2580560"/>
                    <a:pt x="5075729" y="2382997"/>
                    <a:pt x="4989893" y="2181595"/>
                  </a:cubicBezTo>
                  <a:lnTo>
                    <a:pt x="4856777" y="1872581"/>
                  </a:lnTo>
                  <a:cubicBezTo>
                    <a:pt x="4811108" y="1763784"/>
                    <a:pt x="4768691" y="1655416"/>
                    <a:pt x="4729367" y="1547581"/>
                  </a:cubicBezTo>
                  <a:cubicBezTo>
                    <a:pt x="4650320" y="1331954"/>
                    <a:pt x="4585048" y="1118545"/>
                    <a:pt x="4510575" y="917244"/>
                  </a:cubicBezTo>
                  <a:cubicBezTo>
                    <a:pt x="4473339" y="816594"/>
                    <a:pt x="4433491" y="718925"/>
                    <a:pt x="4387446" y="626512"/>
                  </a:cubicBezTo>
                  <a:cubicBezTo>
                    <a:pt x="4341559" y="533993"/>
                    <a:pt x="4289352" y="446701"/>
                    <a:pt x="4227716" y="368510"/>
                  </a:cubicBezTo>
                  <a:cubicBezTo>
                    <a:pt x="4166554" y="290006"/>
                    <a:pt x="4096194" y="220222"/>
                    <a:pt x="4017774" y="161674"/>
                  </a:cubicBezTo>
                  <a:cubicBezTo>
                    <a:pt x="3939391" y="102989"/>
                    <a:pt x="3853034" y="55709"/>
                    <a:pt x="3761542" y="19860"/>
                  </a:cubicBezTo>
                  <a:lnTo>
                    <a:pt x="3727185" y="6533"/>
                  </a:lnTo>
                  <a:close/>
                  <a:moveTo>
                    <a:pt x="1325680" y="0"/>
                  </a:moveTo>
                  <a:lnTo>
                    <a:pt x="2347354" y="0"/>
                  </a:lnTo>
                  <a:lnTo>
                    <a:pt x="2262734" y="20581"/>
                  </a:lnTo>
                  <a:cubicBezTo>
                    <a:pt x="2164073" y="49233"/>
                    <a:pt x="2066423" y="82020"/>
                    <a:pt x="1969830" y="118108"/>
                  </a:cubicBezTo>
                  <a:cubicBezTo>
                    <a:pt x="1945675" y="127092"/>
                    <a:pt x="1921391" y="135598"/>
                    <a:pt x="1897367" y="145059"/>
                  </a:cubicBezTo>
                  <a:cubicBezTo>
                    <a:pt x="1873522" y="155302"/>
                    <a:pt x="1849679" y="165546"/>
                    <a:pt x="1825860" y="175210"/>
                  </a:cubicBezTo>
                  <a:lnTo>
                    <a:pt x="1754258" y="204746"/>
                  </a:lnTo>
                  <a:lnTo>
                    <a:pt x="1683442" y="237143"/>
                  </a:lnTo>
                  <a:cubicBezTo>
                    <a:pt x="1659851" y="247896"/>
                    <a:pt x="1636127" y="258172"/>
                    <a:pt x="1612330" y="268724"/>
                  </a:cubicBezTo>
                  <a:lnTo>
                    <a:pt x="1542244" y="303229"/>
                  </a:lnTo>
                  <a:lnTo>
                    <a:pt x="1471990" y="337395"/>
                  </a:lnTo>
                  <a:cubicBezTo>
                    <a:pt x="1448660" y="349103"/>
                    <a:pt x="1425927" y="362441"/>
                    <a:pt x="1402813" y="374794"/>
                  </a:cubicBezTo>
                  <a:lnTo>
                    <a:pt x="1333886" y="412702"/>
                  </a:lnTo>
                  <a:cubicBezTo>
                    <a:pt x="1310940" y="425394"/>
                    <a:pt x="1288842" y="440228"/>
                    <a:pt x="1266278" y="453907"/>
                  </a:cubicBezTo>
                  <a:lnTo>
                    <a:pt x="1199136" y="496266"/>
                  </a:lnTo>
                  <a:lnTo>
                    <a:pt x="1182302" y="506917"/>
                  </a:lnTo>
                  <a:lnTo>
                    <a:pt x="1166009" y="518449"/>
                  </a:lnTo>
                  <a:lnTo>
                    <a:pt x="1133302" y="541479"/>
                  </a:lnTo>
                  <a:lnTo>
                    <a:pt x="1067923" y="587403"/>
                  </a:lnTo>
                  <a:lnTo>
                    <a:pt x="1051509" y="598902"/>
                  </a:lnTo>
                  <a:lnTo>
                    <a:pt x="1035673" y="611145"/>
                  </a:lnTo>
                  <a:lnTo>
                    <a:pt x="1003878" y="635598"/>
                  </a:lnTo>
                  <a:cubicBezTo>
                    <a:pt x="961473" y="668248"/>
                    <a:pt x="918407" y="699983"/>
                    <a:pt x="877673" y="735582"/>
                  </a:cubicBezTo>
                  <a:cubicBezTo>
                    <a:pt x="711850" y="872792"/>
                    <a:pt x="555901" y="1026776"/>
                    <a:pt x="417533" y="1198720"/>
                  </a:cubicBezTo>
                  <a:cubicBezTo>
                    <a:pt x="278999" y="1370325"/>
                    <a:pt x="156917" y="1557820"/>
                    <a:pt x="54935" y="1756293"/>
                  </a:cubicBezTo>
                  <a:lnTo>
                    <a:pt x="17844" y="1831433"/>
                  </a:lnTo>
                  <a:lnTo>
                    <a:pt x="0" y="1869131"/>
                  </a:lnTo>
                  <a:lnTo>
                    <a:pt x="0" y="1198550"/>
                  </a:lnTo>
                  <a:lnTo>
                    <a:pt x="185957" y="961506"/>
                  </a:lnTo>
                  <a:cubicBezTo>
                    <a:pt x="342426" y="776600"/>
                    <a:pt x="509755" y="602849"/>
                    <a:pt x="689746" y="447064"/>
                  </a:cubicBezTo>
                  <a:cubicBezTo>
                    <a:pt x="733932" y="406795"/>
                    <a:pt x="780859" y="370795"/>
                    <a:pt x="827126" y="333881"/>
                  </a:cubicBezTo>
                  <a:cubicBezTo>
                    <a:pt x="872886" y="295949"/>
                    <a:pt x="921195" y="262526"/>
                    <a:pt x="968997" y="228085"/>
                  </a:cubicBezTo>
                  <a:lnTo>
                    <a:pt x="1004883" y="202373"/>
                  </a:lnTo>
                  <a:lnTo>
                    <a:pt x="1022826" y="189517"/>
                  </a:lnTo>
                  <a:lnTo>
                    <a:pt x="1041187" y="177509"/>
                  </a:lnTo>
                  <a:lnTo>
                    <a:pt x="1114760" y="129512"/>
                  </a:lnTo>
                  <a:cubicBezTo>
                    <a:pt x="1139435" y="113750"/>
                    <a:pt x="1163439" y="96630"/>
                    <a:pt x="1188498" y="81854"/>
                  </a:cubicBezTo>
                  <a:lnTo>
                    <a:pt x="1263461" y="36880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01D44A9-1D51-461B-A228-06F6C500B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5600" cy="6858000"/>
            </a:xfrm>
            <a:custGeom>
              <a:avLst/>
              <a:gdLst>
                <a:gd name="connsiteX0" fmla="*/ 0 w 6055600"/>
                <a:gd name="connsiteY0" fmla="*/ 5960220 h 6858000"/>
                <a:gd name="connsiteX1" fmla="*/ 36039 w 6055600"/>
                <a:gd name="connsiteY1" fmla="*/ 6002605 h 6858000"/>
                <a:gd name="connsiteX2" fmla="*/ 92950 w 6055600"/>
                <a:gd name="connsiteY2" fmla="*/ 6059050 h 6858000"/>
                <a:gd name="connsiteX3" fmla="*/ 153706 w 6055600"/>
                <a:gd name="connsiteY3" fmla="*/ 6111427 h 6858000"/>
                <a:gd name="connsiteX4" fmla="*/ 216806 w 6055600"/>
                <a:gd name="connsiteY4" fmla="*/ 6161603 h 6858000"/>
                <a:gd name="connsiteX5" fmla="*/ 281945 w 6055600"/>
                <a:gd name="connsiteY5" fmla="*/ 6209777 h 6858000"/>
                <a:gd name="connsiteX6" fmla="*/ 553337 w 6055600"/>
                <a:gd name="connsiteY6" fmla="*/ 6391500 h 6858000"/>
                <a:gd name="connsiteX7" fmla="*/ 690543 w 6055600"/>
                <a:gd name="connsiteY7" fmla="*/ 6481634 h 6858000"/>
                <a:gd name="connsiteX8" fmla="*/ 827127 w 6055600"/>
                <a:gd name="connsiteY8" fmla="*/ 6573159 h 6858000"/>
                <a:gd name="connsiteX9" fmla="*/ 1095915 w 6055600"/>
                <a:gd name="connsiteY9" fmla="*/ 6762202 h 6858000"/>
                <a:gd name="connsiteX10" fmla="*/ 1224853 w 6055600"/>
                <a:gd name="connsiteY10" fmla="*/ 6858000 h 6858000"/>
                <a:gd name="connsiteX11" fmla="*/ 1154072 w 6055600"/>
                <a:gd name="connsiteY11" fmla="*/ 6858000 h 6858000"/>
                <a:gd name="connsiteX12" fmla="*/ 1073489 w 6055600"/>
                <a:gd name="connsiteY12" fmla="*/ 6799140 h 6858000"/>
                <a:gd name="connsiteX13" fmla="*/ 800175 w 6055600"/>
                <a:gd name="connsiteY13" fmla="*/ 6620441 h 6858000"/>
                <a:gd name="connsiteX14" fmla="*/ 231518 w 6055600"/>
                <a:gd name="connsiteY14" fmla="*/ 6299323 h 6858000"/>
                <a:gd name="connsiteX15" fmla="*/ 160401 w 6055600"/>
                <a:gd name="connsiteY15" fmla="*/ 6256627 h 6858000"/>
                <a:gd name="connsiteX16" fmla="*/ 89697 w 6055600"/>
                <a:gd name="connsiteY16" fmla="*/ 6211916 h 6858000"/>
                <a:gd name="connsiteX17" fmla="*/ 20148 w 6055600"/>
                <a:gd name="connsiteY17" fmla="*/ 6163835 h 6858000"/>
                <a:gd name="connsiteX18" fmla="*/ 0 w 6055600"/>
                <a:gd name="connsiteY18" fmla="*/ 6147796 h 6858000"/>
                <a:gd name="connsiteX19" fmla="*/ 3748345 w 6055600"/>
                <a:gd name="connsiteY19" fmla="*/ 0 h 6858000"/>
                <a:gd name="connsiteX20" fmla="*/ 4277792 w 6055600"/>
                <a:gd name="connsiteY20" fmla="*/ 0 h 6858000"/>
                <a:gd name="connsiteX21" fmla="*/ 4339531 w 6055600"/>
                <a:gd name="connsiteY21" fmla="*/ 40262 h 6858000"/>
                <a:gd name="connsiteX22" fmla="*/ 4476306 w 6055600"/>
                <a:gd name="connsiteY22" fmla="*/ 153922 h 6858000"/>
                <a:gd name="connsiteX23" fmla="*/ 4713639 w 6055600"/>
                <a:gd name="connsiteY23" fmla="*/ 422076 h 6858000"/>
                <a:gd name="connsiteX24" fmla="*/ 4906991 w 6055600"/>
                <a:gd name="connsiteY24" fmla="*/ 723463 h 6858000"/>
                <a:gd name="connsiteX25" fmla="*/ 5070511 w 6055600"/>
                <a:gd name="connsiteY25" fmla="*/ 1037524 h 6858000"/>
                <a:gd name="connsiteX26" fmla="*/ 5219493 w 6055600"/>
                <a:gd name="connsiteY26" fmla="*/ 1352079 h 6858000"/>
                <a:gd name="connsiteX27" fmla="*/ 5367779 w 6055600"/>
                <a:gd name="connsiteY27" fmla="*/ 1658945 h 6858000"/>
                <a:gd name="connsiteX28" fmla="*/ 5446095 w 6055600"/>
                <a:gd name="connsiteY28" fmla="*/ 1811301 h 6858000"/>
                <a:gd name="connsiteX29" fmla="*/ 5525115 w 6055600"/>
                <a:gd name="connsiteY29" fmla="*/ 1967103 h 6858000"/>
                <a:gd name="connsiteX30" fmla="*/ 5816642 w 6055600"/>
                <a:gd name="connsiteY30" fmla="*/ 2618837 h 6858000"/>
                <a:gd name="connsiteX31" fmla="*/ 6015787 w 6055600"/>
                <a:gd name="connsiteY31" fmla="*/ 3339957 h 6858000"/>
                <a:gd name="connsiteX32" fmla="*/ 6054206 w 6055600"/>
                <a:gd name="connsiteY32" fmla="*/ 3727239 h 6858000"/>
                <a:gd name="connsiteX33" fmla="*/ 6039811 w 6055600"/>
                <a:gd name="connsiteY33" fmla="*/ 4122735 h 6858000"/>
                <a:gd name="connsiteX34" fmla="*/ 5971601 w 6055600"/>
                <a:gd name="connsiteY34" fmla="*/ 4514288 h 6858000"/>
                <a:gd name="connsiteX35" fmla="*/ 5946751 w 6055600"/>
                <a:gd name="connsiteY35" fmla="*/ 4609838 h 6858000"/>
                <a:gd name="connsiteX36" fmla="*/ 5919986 w 6055600"/>
                <a:gd name="connsiteY36" fmla="*/ 4703178 h 6858000"/>
                <a:gd name="connsiteX37" fmla="*/ 5890731 w 6055600"/>
                <a:gd name="connsiteY37" fmla="*/ 4795992 h 6858000"/>
                <a:gd name="connsiteX38" fmla="*/ 5859058 w 6055600"/>
                <a:gd name="connsiteY38" fmla="*/ 4888015 h 6858000"/>
                <a:gd name="connsiteX39" fmla="*/ 5525053 w 6055600"/>
                <a:gd name="connsiteY39" fmla="*/ 5588449 h 6858000"/>
                <a:gd name="connsiteX40" fmla="*/ 5058962 w 6055600"/>
                <a:gd name="connsiteY40" fmla="*/ 6189929 h 6858000"/>
                <a:gd name="connsiteX41" fmla="*/ 4787706 w 6055600"/>
                <a:gd name="connsiteY41" fmla="*/ 6442985 h 6858000"/>
                <a:gd name="connsiteX42" fmla="*/ 4498686 w 6055600"/>
                <a:gd name="connsiteY42" fmla="*/ 6663678 h 6858000"/>
                <a:gd name="connsiteX43" fmla="*/ 4197167 w 6055600"/>
                <a:gd name="connsiteY43" fmla="*/ 6854053 h 6858000"/>
                <a:gd name="connsiteX44" fmla="*/ 4189720 w 6055600"/>
                <a:gd name="connsiteY44" fmla="*/ 6858000 h 6858000"/>
                <a:gd name="connsiteX45" fmla="*/ 3651929 w 6055600"/>
                <a:gd name="connsiteY45" fmla="*/ 6858000 h 6858000"/>
                <a:gd name="connsiteX46" fmla="*/ 3789040 w 6055600"/>
                <a:gd name="connsiteY46" fmla="*/ 6778034 h 6858000"/>
                <a:gd name="connsiteX47" fmla="*/ 4335568 w 6055600"/>
                <a:gd name="connsiteY47" fmla="*/ 6382709 h 6858000"/>
                <a:gd name="connsiteX48" fmla="*/ 4586923 w 6055600"/>
                <a:gd name="connsiteY48" fmla="*/ 6158577 h 6858000"/>
                <a:gd name="connsiteX49" fmla="*/ 4819585 w 6055600"/>
                <a:gd name="connsiteY49" fmla="*/ 5915847 h 6858000"/>
                <a:gd name="connsiteX50" fmla="*/ 5214727 w 6055600"/>
                <a:gd name="connsiteY50" fmla="*/ 5371094 h 6858000"/>
                <a:gd name="connsiteX51" fmla="*/ 5495409 w 6055600"/>
                <a:gd name="connsiteY51" fmla="*/ 4752778 h 6858000"/>
                <a:gd name="connsiteX52" fmla="*/ 5522322 w 6055600"/>
                <a:gd name="connsiteY52" fmla="*/ 4671511 h 6858000"/>
                <a:gd name="connsiteX53" fmla="*/ 5547631 w 6055600"/>
                <a:gd name="connsiteY53" fmla="*/ 4589675 h 6858000"/>
                <a:gd name="connsiteX54" fmla="*/ 5570792 w 6055600"/>
                <a:gd name="connsiteY54" fmla="*/ 4506978 h 6858000"/>
                <a:gd name="connsiteX55" fmla="*/ 5591541 w 6055600"/>
                <a:gd name="connsiteY55" fmla="*/ 4425334 h 6858000"/>
                <a:gd name="connsiteX56" fmla="*/ 5649500 w 6055600"/>
                <a:gd name="connsiteY56" fmla="*/ 4097286 h 6858000"/>
                <a:gd name="connsiteX57" fmla="*/ 5637615 w 6055600"/>
                <a:gd name="connsiteY57" fmla="*/ 3437524 h 6858000"/>
                <a:gd name="connsiteX58" fmla="*/ 5475454 w 6055600"/>
                <a:gd name="connsiteY58" fmla="*/ 2791575 h 6858000"/>
                <a:gd name="connsiteX59" fmla="*/ 5217600 w 6055600"/>
                <a:gd name="connsiteY59" fmla="*/ 2164719 h 6858000"/>
                <a:gd name="connsiteX60" fmla="*/ 5144941 w 6055600"/>
                <a:gd name="connsiteY60" fmla="*/ 2009490 h 6858000"/>
                <a:gd name="connsiteX61" fmla="*/ 5070052 w 6055600"/>
                <a:gd name="connsiteY61" fmla="*/ 1851823 h 6858000"/>
                <a:gd name="connsiteX62" fmla="*/ 4926984 w 6055600"/>
                <a:gd name="connsiteY62" fmla="*/ 1529226 h 6858000"/>
                <a:gd name="connsiteX63" fmla="*/ 4790925 w 6055600"/>
                <a:gd name="connsiteY63" fmla="*/ 1209923 h 6858000"/>
                <a:gd name="connsiteX64" fmla="*/ 4650559 w 6055600"/>
                <a:gd name="connsiteY64" fmla="*/ 902490 h 6858000"/>
                <a:gd name="connsiteX65" fmla="*/ 4491930 w 6055600"/>
                <a:gd name="connsiteY65" fmla="*/ 616919 h 6858000"/>
                <a:gd name="connsiteX66" fmla="*/ 4302323 w 6055600"/>
                <a:gd name="connsiteY66" fmla="*/ 366083 h 6858000"/>
                <a:gd name="connsiteX67" fmla="*/ 4072203 w 6055600"/>
                <a:gd name="connsiteY67" fmla="*/ 164982 h 6858000"/>
                <a:gd name="connsiteX68" fmla="*/ 3803964 w 6055600"/>
                <a:gd name="connsiteY68" fmla="*/ 21052 h 6858000"/>
                <a:gd name="connsiteX69" fmla="*/ 3768314 w 6055600"/>
                <a:gd name="connsiteY69" fmla="*/ 6826 h 6858000"/>
                <a:gd name="connsiteX70" fmla="*/ 1589779 w 6055600"/>
                <a:gd name="connsiteY70" fmla="*/ 0 h 6858000"/>
                <a:gd name="connsiteX71" fmla="*/ 1918056 w 6055600"/>
                <a:gd name="connsiteY71" fmla="*/ 0 h 6858000"/>
                <a:gd name="connsiteX72" fmla="*/ 1764243 w 6055600"/>
                <a:gd name="connsiteY72" fmla="*/ 55145 h 6858000"/>
                <a:gd name="connsiteX73" fmla="*/ 1313330 w 6055600"/>
                <a:gd name="connsiteY73" fmla="*/ 274424 h 6858000"/>
                <a:gd name="connsiteX74" fmla="*/ 295673 w 6055600"/>
                <a:gd name="connsiteY74" fmla="*/ 1187630 h 6858000"/>
                <a:gd name="connsiteX75" fmla="*/ 96207 w 6055600"/>
                <a:gd name="connsiteY75" fmla="*/ 1474327 h 6858000"/>
                <a:gd name="connsiteX76" fmla="*/ 0 w 6055600"/>
                <a:gd name="connsiteY76" fmla="*/ 1641460 h 6858000"/>
                <a:gd name="connsiteX77" fmla="*/ 0 w 6055600"/>
                <a:gd name="connsiteY77" fmla="*/ 1224218 h 6858000"/>
                <a:gd name="connsiteX78" fmla="*/ 150937 w 6055600"/>
                <a:gd name="connsiteY78" fmla="*/ 1040975 h 6858000"/>
                <a:gd name="connsiteX79" fmla="*/ 1264907 w 6055600"/>
                <a:gd name="connsiteY79" fmla="*/ 158248 h 6858000"/>
                <a:gd name="connsiteX80" fmla="*/ 1575167 w 6055600"/>
                <a:gd name="connsiteY80" fmla="*/ 56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55600" h="6858000">
                  <a:moveTo>
                    <a:pt x="0" y="5960220"/>
                  </a:moveTo>
                  <a:lnTo>
                    <a:pt x="36039" y="6002605"/>
                  </a:lnTo>
                  <a:cubicBezTo>
                    <a:pt x="54896" y="6021530"/>
                    <a:pt x="73635" y="6040425"/>
                    <a:pt x="92950" y="6059050"/>
                  </a:cubicBezTo>
                  <a:lnTo>
                    <a:pt x="153706" y="6111427"/>
                  </a:lnTo>
                  <a:cubicBezTo>
                    <a:pt x="173546" y="6129485"/>
                    <a:pt x="195722" y="6144912"/>
                    <a:pt x="216806" y="6161603"/>
                  </a:cubicBezTo>
                  <a:cubicBezTo>
                    <a:pt x="238229" y="6177961"/>
                    <a:pt x="259466" y="6194551"/>
                    <a:pt x="281945" y="6209777"/>
                  </a:cubicBezTo>
                  <a:cubicBezTo>
                    <a:pt x="369940" y="6272709"/>
                    <a:pt x="461791" y="6332004"/>
                    <a:pt x="553337" y="6391500"/>
                  </a:cubicBezTo>
                  <a:lnTo>
                    <a:pt x="690543" y="6481634"/>
                  </a:lnTo>
                  <a:lnTo>
                    <a:pt x="827127" y="6573159"/>
                  </a:lnTo>
                  <a:cubicBezTo>
                    <a:pt x="917674" y="6634511"/>
                    <a:pt x="1007156" y="6697737"/>
                    <a:pt x="1095915" y="6762202"/>
                  </a:cubicBezTo>
                  <a:lnTo>
                    <a:pt x="1224853" y="6858000"/>
                  </a:lnTo>
                  <a:lnTo>
                    <a:pt x="1154072" y="6858000"/>
                  </a:lnTo>
                  <a:lnTo>
                    <a:pt x="1073489" y="6799140"/>
                  </a:lnTo>
                  <a:cubicBezTo>
                    <a:pt x="983882" y="6736908"/>
                    <a:pt x="892851" y="6677125"/>
                    <a:pt x="800175" y="6620441"/>
                  </a:cubicBezTo>
                  <a:cubicBezTo>
                    <a:pt x="615108" y="6506015"/>
                    <a:pt x="422939" y="6407807"/>
                    <a:pt x="231518" y="6299323"/>
                  </a:cubicBezTo>
                  <a:cubicBezTo>
                    <a:pt x="207467" y="6286226"/>
                    <a:pt x="184098" y="6271045"/>
                    <a:pt x="160401" y="6256627"/>
                  </a:cubicBezTo>
                  <a:cubicBezTo>
                    <a:pt x="136809" y="6241811"/>
                    <a:pt x="112558" y="6228518"/>
                    <a:pt x="89697" y="6211916"/>
                  </a:cubicBezTo>
                  <a:lnTo>
                    <a:pt x="20148" y="6163835"/>
                  </a:lnTo>
                  <a:lnTo>
                    <a:pt x="0" y="6147796"/>
                  </a:lnTo>
                  <a:close/>
                  <a:moveTo>
                    <a:pt x="3748345" y="0"/>
                  </a:moveTo>
                  <a:lnTo>
                    <a:pt x="4277792" y="0"/>
                  </a:lnTo>
                  <a:lnTo>
                    <a:pt x="4339531" y="40262"/>
                  </a:lnTo>
                  <a:cubicBezTo>
                    <a:pt x="4386991" y="75346"/>
                    <a:pt x="4432680" y="113353"/>
                    <a:pt x="4476306" y="153922"/>
                  </a:cubicBezTo>
                  <a:cubicBezTo>
                    <a:pt x="4563779" y="234693"/>
                    <a:pt x="4642423" y="325982"/>
                    <a:pt x="4713639" y="422076"/>
                  </a:cubicBezTo>
                  <a:cubicBezTo>
                    <a:pt x="4784481" y="518635"/>
                    <a:pt x="4848552" y="619893"/>
                    <a:pt x="4906991" y="723463"/>
                  </a:cubicBezTo>
                  <a:cubicBezTo>
                    <a:pt x="4965582" y="826932"/>
                    <a:pt x="5019421" y="932243"/>
                    <a:pt x="5070511" y="1037524"/>
                  </a:cubicBezTo>
                  <a:cubicBezTo>
                    <a:pt x="5121871" y="1142738"/>
                    <a:pt x="5170833" y="1248016"/>
                    <a:pt x="5219493" y="1352079"/>
                  </a:cubicBezTo>
                  <a:cubicBezTo>
                    <a:pt x="5268459" y="1455943"/>
                    <a:pt x="5317204" y="1558756"/>
                    <a:pt x="5367779" y="1658945"/>
                  </a:cubicBezTo>
                  <a:lnTo>
                    <a:pt x="5446095" y="1811301"/>
                  </a:lnTo>
                  <a:cubicBezTo>
                    <a:pt x="5472584" y="1862992"/>
                    <a:pt x="5498885" y="1914915"/>
                    <a:pt x="5525115" y="1967103"/>
                  </a:cubicBezTo>
                  <a:cubicBezTo>
                    <a:pt x="5629428" y="2176256"/>
                    <a:pt x="5730254" y="2391411"/>
                    <a:pt x="5816642" y="2618837"/>
                  </a:cubicBezTo>
                  <a:cubicBezTo>
                    <a:pt x="5902562" y="2846137"/>
                    <a:pt x="5974641" y="3086291"/>
                    <a:pt x="6015787" y="3339957"/>
                  </a:cubicBezTo>
                  <a:cubicBezTo>
                    <a:pt x="6036373" y="3466512"/>
                    <a:pt x="6050262" y="3596084"/>
                    <a:pt x="6054206" y="3727239"/>
                  </a:cubicBezTo>
                  <a:cubicBezTo>
                    <a:pt x="6058266" y="3858425"/>
                    <a:pt x="6053460" y="3990915"/>
                    <a:pt x="6039811" y="4122735"/>
                  </a:cubicBezTo>
                  <a:cubicBezTo>
                    <a:pt x="6026397" y="4254618"/>
                    <a:pt x="6002552" y="4385688"/>
                    <a:pt x="5971601" y="4514288"/>
                  </a:cubicBezTo>
                  <a:cubicBezTo>
                    <a:pt x="5963342" y="4546050"/>
                    <a:pt x="5955885" y="4579019"/>
                    <a:pt x="5946751" y="4609838"/>
                  </a:cubicBezTo>
                  <a:lnTo>
                    <a:pt x="5919986" y="4703178"/>
                  </a:lnTo>
                  <a:lnTo>
                    <a:pt x="5890731" y="4795992"/>
                  </a:lnTo>
                  <a:cubicBezTo>
                    <a:pt x="5880825" y="4826888"/>
                    <a:pt x="5869667" y="4857307"/>
                    <a:pt x="5859058" y="4888015"/>
                  </a:cubicBezTo>
                  <a:cubicBezTo>
                    <a:pt x="5772112" y="5132558"/>
                    <a:pt x="5660551" y="5369373"/>
                    <a:pt x="5525053" y="5588449"/>
                  </a:cubicBezTo>
                  <a:cubicBezTo>
                    <a:pt x="5389674" y="5807557"/>
                    <a:pt x="5232835" y="6010440"/>
                    <a:pt x="5058962" y="6189929"/>
                  </a:cubicBezTo>
                  <a:cubicBezTo>
                    <a:pt x="4972125" y="6279771"/>
                    <a:pt x="4880998" y="6363650"/>
                    <a:pt x="4787706" y="6442985"/>
                  </a:cubicBezTo>
                  <a:cubicBezTo>
                    <a:pt x="4693655" y="6521410"/>
                    <a:pt x="4597439" y="6595290"/>
                    <a:pt x="4498686" y="6663678"/>
                  </a:cubicBezTo>
                  <a:cubicBezTo>
                    <a:pt x="4399893" y="6731984"/>
                    <a:pt x="4299240" y="6795191"/>
                    <a:pt x="4197167" y="6854053"/>
                  </a:cubicBezTo>
                  <a:lnTo>
                    <a:pt x="4189720" y="6858000"/>
                  </a:lnTo>
                  <a:lnTo>
                    <a:pt x="3651929" y="6858000"/>
                  </a:lnTo>
                  <a:lnTo>
                    <a:pt x="3789040" y="6778034"/>
                  </a:lnTo>
                  <a:cubicBezTo>
                    <a:pt x="3978462" y="6656931"/>
                    <a:pt x="4162446" y="6525734"/>
                    <a:pt x="4335568" y="6382709"/>
                  </a:cubicBezTo>
                  <a:cubicBezTo>
                    <a:pt x="4422084" y="6310901"/>
                    <a:pt x="4506335" y="6236787"/>
                    <a:pt x="4586923" y="6158577"/>
                  </a:cubicBezTo>
                  <a:cubicBezTo>
                    <a:pt x="4668153" y="6081248"/>
                    <a:pt x="4745649" y="6000086"/>
                    <a:pt x="4819585" y="5915847"/>
                  </a:cubicBezTo>
                  <a:cubicBezTo>
                    <a:pt x="4967573" y="5747401"/>
                    <a:pt x="5101426" y="5566247"/>
                    <a:pt x="5214727" y="5371094"/>
                  </a:cubicBezTo>
                  <a:cubicBezTo>
                    <a:pt x="5327795" y="5175879"/>
                    <a:pt x="5421090" y="4968427"/>
                    <a:pt x="5495409" y="4752778"/>
                  </a:cubicBezTo>
                  <a:cubicBezTo>
                    <a:pt x="5504291" y="4725712"/>
                    <a:pt x="5513872" y="4698834"/>
                    <a:pt x="5522322" y="4671511"/>
                  </a:cubicBezTo>
                  <a:lnTo>
                    <a:pt x="5547631" y="4589675"/>
                  </a:lnTo>
                  <a:lnTo>
                    <a:pt x="5570792" y="4506978"/>
                  </a:lnTo>
                  <a:cubicBezTo>
                    <a:pt x="5578845" y="4479265"/>
                    <a:pt x="5584485" y="4452605"/>
                    <a:pt x="5591541" y="4425334"/>
                  </a:cubicBezTo>
                  <a:cubicBezTo>
                    <a:pt x="5618002" y="4316765"/>
                    <a:pt x="5636850" y="4207148"/>
                    <a:pt x="5649500" y="4097286"/>
                  </a:cubicBezTo>
                  <a:cubicBezTo>
                    <a:pt x="5674602" y="3877368"/>
                    <a:pt x="5668749" y="3656091"/>
                    <a:pt x="5637615" y="3437524"/>
                  </a:cubicBezTo>
                  <a:cubicBezTo>
                    <a:pt x="5605861" y="3218934"/>
                    <a:pt x="5549060" y="3003118"/>
                    <a:pt x="5475454" y="2791575"/>
                  </a:cubicBezTo>
                  <a:cubicBezTo>
                    <a:pt x="5402070" y="2579668"/>
                    <a:pt x="5313111" y="2371656"/>
                    <a:pt x="5217600" y="2164719"/>
                  </a:cubicBezTo>
                  <a:cubicBezTo>
                    <a:pt x="5193627" y="2112994"/>
                    <a:pt x="5169419" y="2061207"/>
                    <a:pt x="5144941" y="2009490"/>
                  </a:cubicBezTo>
                  <a:lnTo>
                    <a:pt x="5070052" y="1851823"/>
                  </a:lnTo>
                  <a:cubicBezTo>
                    <a:pt x="5020031" y="1744421"/>
                    <a:pt x="4972748" y="1636620"/>
                    <a:pt x="4926984" y="1529226"/>
                  </a:cubicBezTo>
                  <a:lnTo>
                    <a:pt x="4790925" y="1209923"/>
                  </a:lnTo>
                  <a:cubicBezTo>
                    <a:pt x="4745458" y="1105158"/>
                    <a:pt x="4699567" y="1001976"/>
                    <a:pt x="4650559" y="902490"/>
                  </a:cubicBezTo>
                  <a:cubicBezTo>
                    <a:pt x="4601243" y="803205"/>
                    <a:pt x="4549606" y="706978"/>
                    <a:pt x="4491930" y="616919"/>
                  </a:cubicBezTo>
                  <a:cubicBezTo>
                    <a:pt x="4434712" y="526559"/>
                    <a:pt x="4372370" y="441762"/>
                    <a:pt x="4302323" y="366083"/>
                  </a:cubicBezTo>
                  <a:cubicBezTo>
                    <a:pt x="4232428" y="290304"/>
                    <a:pt x="4155542" y="222846"/>
                    <a:pt x="4072203" y="164982"/>
                  </a:cubicBezTo>
                  <a:cubicBezTo>
                    <a:pt x="3988864" y="107118"/>
                    <a:pt x="3898693" y="59316"/>
                    <a:pt x="3803964" y="21052"/>
                  </a:cubicBezTo>
                  <a:lnTo>
                    <a:pt x="3768314" y="6826"/>
                  </a:lnTo>
                  <a:close/>
                  <a:moveTo>
                    <a:pt x="1589779" y="0"/>
                  </a:moveTo>
                  <a:lnTo>
                    <a:pt x="1918056" y="0"/>
                  </a:lnTo>
                  <a:lnTo>
                    <a:pt x="1764243" y="55145"/>
                  </a:lnTo>
                  <a:cubicBezTo>
                    <a:pt x="1609764" y="115414"/>
                    <a:pt x="1458840" y="188978"/>
                    <a:pt x="1313330" y="274424"/>
                  </a:cubicBezTo>
                  <a:cubicBezTo>
                    <a:pt x="924625" y="501532"/>
                    <a:pt x="576885" y="817476"/>
                    <a:pt x="295673" y="1187630"/>
                  </a:cubicBezTo>
                  <a:cubicBezTo>
                    <a:pt x="225216" y="1280162"/>
                    <a:pt x="158640" y="1375858"/>
                    <a:pt x="96207" y="1474327"/>
                  </a:cubicBezTo>
                  <a:lnTo>
                    <a:pt x="0" y="1641460"/>
                  </a:lnTo>
                  <a:lnTo>
                    <a:pt x="0" y="1224218"/>
                  </a:lnTo>
                  <a:lnTo>
                    <a:pt x="150937" y="1040975"/>
                  </a:lnTo>
                  <a:cubicBezTo>
                    <a:pt x="478530" y="677729"/>
                    <a:pt x="858178" y="381092"/>
                    <a:pt x="1264907" y="158248"/>
                  </a:cubicBezTo>
                  <a:cubicBezTo>
                    <a:pt x="1366631" y="102619"/>
                    <a:pt x="1470177" y="51760"/>
                    <a:pt x="1575167" y="567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067FF0A-D499-DF3C-28BA-9291228DA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26" y="1614310"/>
            <a:ext cx="4095193" cy="379306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D912-70FD-F476-03B6-8FFC4F24F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7049" y="1790180"/>
            <a:ext cx="3574461" cy="379306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chemeClr val="tx2"/>
                </a:solidFill>
              </a:rPr>
              <a:t>Process States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New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→ process creation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Ready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→ waiting for CPU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Running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→ executing on CPU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Waiting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→ waiting for I/O/event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Terminated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→ process finished</a:t>
            </a:r>
          </a:p>
          <a:p>
            <a:pPr marL="0" indent="0">
              <a:buNone/>
            </a:pPr>
            <a:endParaRPr lang="en-US" sz="1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862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E9DC14-D558-A965-3F83-B3C3058037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6873428"/>
              </p:ext>
            </p:extLst>
          </p:nvPr>
        </p:nvGraphicFramePr>
        <p:xfrm>
          <a:off x="284151" y="2"/>
          <a:ext cx="8229600" cy="7064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7609923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36442600"/>
                    </a:ext>
                  </a:extLst>
                </a:gridCol>
              </a:tblGrid>
              <a:tr h="347506"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Process States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819916"/>
                  </a:ext>
                </a:extLst>
              </a:tr>
              <a:tr h="2229829">
                <a:tc>
                  <a:txBody>
                    <a:bodyPr/>
                    <a:lstStyle/>
                    <a:p>
                      <a:r>
                        <a:rPr lang="en-US" sz="1400" b="1" dirty="0"/>
                        <a:t>New (Creation State)</a:t>
                      </a:r>
                    </a:p>
                    <a:p>
                      <a:r>
                        <a:rPr lang="en-US" sz="1400" dirty="0"/>
                        <a:t>Process is </a:t>
                      </a:r>
                      <a:r>
                        <a:rPr lang="en-US" sz="1400" b="1" dirty="0"/>
                        <a:t>being created</a:t>
                      </a:r>
                      <a:r>
                        <a:rPr lang="en-US" sz="1400" dirty="0"/>
                        <a:t>.</a:t>
                      </a:r>
                    </a:p>
                    <a:p>
                      <a:r>
                        <a:rPr lang="en-US" sz="1400" dirty="0"/>
                        <a:t>OS is allocating resources:</a:t>
                      </a:r>
                    </a:p>
                    <a:p>
                      <a:pPr lvl="1"/>
                      <a:r>
                        <a:rPr lang="en-US" sz="1400" dirty="0"/>
                        <a:t>Memory space</a:t>
                      </a:r>
                    </a:p>
                    <a:p>
                      <a:pPr lvl="1"/>
                      <a:r>
                        <a:rPr lang="en-US" sz="1400" dirty="0"/>
                        <a:t>PCB initialization</a:t>
                      </a:r>
                    </a:p>
                    <a:p>
                      <a:pPr lvl="1"/>
                      <a:r>
                        <a:rPr lang="en-US" sz="1400" dirty="0"/>
                        <a:t>File descriptors</a:t>
                      </a:r>
                    </a:p>
                    <a:p>
                      <a:r>
                        <a:rPr lang="en-US" sz="1400" dirty="0"/>
                        <a:t>If resources are available and admission policy allows, the process is moved to </a:t>
                      </a:r>
                      <a:r>
                        <a:rPr lang="en-US" sz="1400" b="1" dirty="0"/>
                        <a:t>Ready</a:t>
                      </a:r>
                      <a:r>
                        <a:rPr lang="en-US" sz="1400" dirty="0"/>
                        <a:t> state.</a:t>
                      </a:r>
                    </a:p>
                    <a:p>
                      <a:r>
                        <a:rPr lang="en-US" sz="1400" dirty="0"/>
                        <a:t>If not, process may be rejected.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Waiting (or Blocked State)</a:t>
                      </a:r>
                    </a:p>
                    <a:p>
                      <a:r>
                        <a:rPr lang="en-US" sz="1400" dirty="0"/>
                        <a:t>Process cannot continue execution until </a:t>
                      </a:r>
                      <a:r>
                        <a:rPr lang="en-US" sz="1400" b="1" dirty="0"/>
                        <a:t>an external event occurs</a:t>
                      </a:r>
                      <a:r>
                        <a:rPr lang="en-US" sz="1400" dirty="0"/>
                        <a:t>.</a:t>
                      </a:r>
                    </a:p>
                    <a:p>
                      <a:r>
                        <a:rPr lang="en-US" sz="1400" dirty="0"/>
                        <a:t>Common reasons:</a:t>
                      </a:r>
                    </a:p>
                    <a:p>
                      <a:pPr lvl="1"/>
                      <a:r>
                        <a:rPr lang="en-US" sz="1400" dirty="0"/>
                        <a:t>I/O request (disk read, network access)</a:t>
                      </a:r>
                    </a:p>
                    <a:p>
                      <a:pPr lvl="1"/>
                      <a:r>
                        <a:rPr lang="en-US" sz="1400" dirty="0"/>
                        <a:t>Waiting for a resource (like a printer)</a:t>
                      </a:r>
                    </a:p>
                    <a:p>
                      <a:pPr lvl="1"/>
                      <a:r>
                        <a:rPr lang="en-US" sz="1400" dirty="0"/>
                        <a:t>Waiting for a signal from another process</a:t>
                      </a:r>
                    </a:p>
                    <a:p>
                      <a:r>
                        <a:rPr lang="en-US" sz="1400" dirty="0"/>
                        <a:t>Once the event is complete, the process moves to the </a:t>
                      </a:r>
                      <a:r>
                        <a:rPr lang="en-US" sz="1400" b="1" dirty="0"/>
                        <a:t>Ready Queue</a:t>
                      </a:r>
                      <a:r>
                        <a:rPr lang="en-US" sz="1400" dirty="0"/>
                        <a:t>.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65804"/>
                  </a:ext>
                </a:extLst>
              </a:tr>
              <a:tr h="2363628">
                <a:tc>
                  <a:txBody>
                    <a:bodyPr/>
                    <a:lstStyle/>
                    <a:p>
                      <a:r>
                        <a:rPr lang="en-US" sz="1400" b="1" dirty="0"/>
                        <a:t>Ready (Waiting for CPU)</a:t>
                      </a:r>
                    </a:p>
                    <a:p>
                      <a:r>
                        <a:rPr lang="en-US" sz="1400" dirty="0"/>
                        <a:t>The process is </a:t>
                      </a:r>
                      <a:r>
                        <a:rPr lang="en-US" sz="1400" b="1" dirty="0"/>
                        <a:t>in main memory</a:t>
                      </a:r>
                      <a:r>
                        <a:rPr lang="en-US" sz="1400" dirty="0"/>
                        <a:t> and is waiting for the CPU scheduler.</a:t>
                      </a:r>
                    </a:p>
                    <a:p>
                      <a:r>
                        <a:rPr lang="en-US" sz="1400" dirty="0"/>
                        <a:t>It is ready to run, but not currently executing because the CPU is busy.</a:t>
                      </a:r>
                    </a:p>
                    <a:p>
                      <a:r>
                        <a:rPr lang="en-US" sz="1400" dirty="0"/>
                        <a:t>Multiple processes can exist in the </a:t>
                      </a:r>
                      <a:r>
                        <a:rPr lang="en-US" sz="1400" b="1" dirty="0"/>
                        <a:t>Ready Queue</a:t>
                      </a:r>
                      <a:r>
                        <a:rPr lang="en-US" sz="1400" dirty="0"/>
                        <a:t>.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Terminated (Exit State)</a:t>
                      </a:r>
                    </a:p>
                    <a:p>
                      <a:r>
                        <a:rPr lang="en-US" sz="1400" dirty="0"/>
                        <a:t>Process has </a:t>
                      </a:r>
                      <a:r>
                        <a:rPr lang="en-US" sz="1400" b="1" dirty="0"/>
                        <a:t>finished execution</a:t>
                      </a:r>
                      <a:r>
                        <a:rPr lang="en-US" sz="1400" dirty="0"/>
                        <a:t> (successfully or abnormally).</a:t>
                      </a:r>
                    </a:p>
                    <a:p>
                      <a:r>
                        <a:rPr lang="en-US" sz="1400" dirty="0"/>
                        <a:t>OS deallocates all resources:</a:t>
                      </a:r>
                    </a:p>
                    <a:p>
                      <a:pPr lvl="1"/>
                      <a:r>
                        <a:rPr lang="en-US" sz="1400" dirty="0"/>
                        <a:t>Memory</a:t>
                      </a:r>
                    </a:p>
                    <a:p>
                      <a:pPr lvl="1"/>
                      <a:r>
                        <a:rPr lang="en-US" sz="1400" dirty="0"/>
                        <a:t>Open files</a:t>
                      </a:r>
                    </a:p>
                    <a:p>
                      <a:pPr lvl="1"/>
                      <a:r>
                        <a:rPr lang="en-US" sz="1400" dirty="0"/>
                        <a:t>I/O devices</a:t>
                      </a:r>
                    </a:p>
                    <a:p>
                      <a:r>
                        <a:rPr lang="en-US" sz="1400" dirty="0"/>
                        <a:t>PCB may be kept temporarily for statistics or debugging.</a:t>
                      </a:r>
                    </a:p>
                    <a:p>
                      <a:r>
                        <a:rPr lang="en-US" sz="1400" dirty="0"/>
                        <a:t>📌 </a:t>
                      </a:r>
                      <a:r>
                        <a:rPr lang="en-US" sz="1400" b="1" dirty="0"/>
                        <a:t>Example:</a:t>
                      </a:r>
                      <a:r>
                        <a:rPr lang="en-US" sz="1400" dirty="0"/>
                        <a:t> You close a text editor after saving your file → the process is terminated.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28817"/>
                  </a:ext>
                </a:extLst>
              </a:tr>
              <a:tr h="1761248">
                <a:tc gridSpan="2">
                  <a:txBody>
                    <a:bodyPr/>
                    <a:lstStyle/>
                    <a:p>
                      <a:r>
                        <a:rPr lang="en-US" sz="1100" b="1" dirty="0"/>
                        <a:t>Running (Execution State)</a:t>
                      </a:r>
                    </a:p>
                    <a:p>
                      <a:r>
                        <a:rPr lang="en-US" sz="1100" dirty="0"/>
                        <a:t>Process is </a:t>
                      </a:r>
                      <a:r>
                        <a:rPr lang="en-US" sz="1100" b="1" dirty="0"/>
                        <a:t>executing instructions on the CPU</a:t>
                      </a:r>
                      <a:r>
                        <a:rPr lang="en-US" sz="1100" dirty="0"/>
                        <a:t>.</a:t>
                      </a:r>
                    </a:p>
                    <a:p>
                      <a:r>
                        <a:rPr lang="en-US" sz="1100" dirty="0"/>
                        <a:t>Program Counter (PC) indicates the next instruction.</a:t>
                      </a:r>
                    </a:p>
                    <a:p>
                      <a:r>
                        <a:rPr lang="en-US" sz="1100" dirty="0"/>
                        <a:t>Only one process per CPU/core can be in Running state.</a:t>
                      </a:r>
                    </a:p>
                    <a:p>
                      <a:r>
                        <a:rPr lang="en-US" sz="1100" dirty="0"/>
                        <a:t>A process may leave the Running state in three ways:</a:t>
                      </a:r>
                    </a:p>
                    <a:p>
                      <a:pPr lvl="1"/>
                      <a:r>
                        <a:rPr lang="en-US" sz="1100" b="1" dirty="0"/>
                        <a:t>Voluntary yield</a:t>
                      </a:r>
                      <a:r>
                        <a:rPr lang="en-US" sz="1100" dirty="0"/>
                        <a:t> → waiting for I/O (goes to Waiting).</a:t>
                      </a:r>
                    </a:p>
                    <a:p>
                      <a:pPr lvl="1"/>
                      <a:r>
                        <a:rPr lang="en-US" sz="1100" b="1" dirty="0"/>
                        <a:t>Preemption</a:t>
                      </a:r>
                      <a:r>
                        <a:rPr lang="en-US" sz="1100" dirty="0"/>
                        <a:t> → scheduler stops it to give CPU to another process (goes to Ready).</a:t>
                      </a:r>
                    </a:p>
                    <a:p>
                      <a:pPr lvl="1"/>
                      <a:r>
                        <a:rPr lang="en-US" sz="1100" b="1" dirty="0"/>
                        <a:t>Completion</a:t>
                      </a:r>
                      <a:r>
                        <a:rPr lang="en-US" sz="1100" dirty="0"/>
                        <a:t> → finishes execution (goes to Terminated).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18390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00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272CD6AB-EDC6-EBE0-1A4B-0DCE7D3E1C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765" y="335847"/>
            <a:ext cx="9170604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Process Creation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new process is created using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fork() system call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 process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calls fork().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fork() creates a nearly identical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child process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Both processes continue execution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independently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from the point where fork() was called.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Every Process Has a Parent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Except for the very first process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 nowadays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systemd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all processes are created by other processes.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 a process creates another using fork(), it becomes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 the new one is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child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Each process has: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(Process ID)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PPID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(Parent Process ID)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113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83FDECC-B6C2-B810-0ADE-81CF8FF6083E}"/>
              </a:ext>
            </a:extLst>
          </p:cNvPr>
          <p:cNvSpPr txBox="1"/>
          <p:nvPr/>
        </p:nvSpPr>
        <p:spPr>
          <a:xfrm>
            <a:off x="323943" y="566372"/>
            <a:ext cx="78909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How fork() Works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 a process calls fork():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 process continues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execution after the fork.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child process starts execution as a copy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the parent (same code, same variables, same program counter).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 they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independent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changing a variable in the child does not affect the parent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57C793-0DFB-3D05-9B95-1C3FA5286734}"/>
              </a:ext>
            </a:extLst>
          </p:cNvPr>
          <p:cNvSpPr txBox="1"/>
          <p:nvPr/>
        </p:nvSpPr>
        <p:spPr>
          <a:xfrm>
            <a:off x="417688" y="3044972"/>
            <a:ext cx="816186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pid_t</a:t>
            </a:r>
            <a:r>
              <a:rPr lang="en-US" dirty="0"/>
              <a:t> </a:t>
            </a:r>
            <a:r>
              <a:rPr lang="en-US" dirty="0" err="1"/>
              <a:t>pid</a:t>
            </a:r>
            <a:r>
              <a:rPr lang="en-US" dirty="0"/>
              <a:t> = fork();</a:t>
            </a:r>
          </a:p>
          <a:p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pid</a:t>
            </a:r>
            <a:r>
              <a:rPr lang="en-US" dirty="0"/>
              <a:t> == 0) {</a:t>
            </a:r>
          </a:p>
          <a:p>
            <a:r>
              <a:rPr lang="en-US" dirty="0"/>
              <a:t>    // Child process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("I am the child! My PID = %d, My PPID = %d\n", </a:t>
            </a:r>
            <a:r>
              <a:rPr lang="en-US" dirty="0" err="1"/>
              <a:t>getpid</a:t>
            </a:r>
            <a:r>
              <a:rPr lang="en-US" dirty="0"/>
              <a:t>(), </a:t>
            </a:r>
            <a:r>
              <a:rPr lang="en-US" dirty="0" err="1"/>
              <a:t>getppid</a:t>
            </a:r>
            <a:r>
              <a:rPr lang="en-US" dirty="0"/>
              <a:t>());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 else</a:t>
            </a:r>
          </a:p>
          <a:p>
            <a:r>
              <a:rPr lang="en-US" dirty="0"/>
              <a:t> {</a:t>
            </a:r>
          </a:p>
          <a:p>
            <a:r>
              <a:rPr lang="en-US" dirty="0"/>
              <a:t>    // Parent process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("I am the parent! My PID = %d, My child's PID = %d\n", </a:t>
            </a:r>
            <a:r>
              <a:rPr lang="en-US" dirty="0" err="1"/>
              <a:t>getpid</a:t>
            </a:r>
            <a:r>
              <a:rPr lang="en-US" dirty="0"/>
              <a:t>(), </a:t>
            </a:r>
            <a:r>
              <a:rPr lang="en-US" dirty="0" err="1"/>
              <a:t>pid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4546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272CD6AB-EDC6-EBE0-1A4B-0DCE7D3E1C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765" y="3105834"/>
            <a:ext cx="91706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74D7A-499E-6601-83CA-8986DA450E51}"/>
              </a:ext>
            </a:extLst>
          </p:cNvPr>
          <p:cNvSpPr txBox="1"/>
          <p:nvPr/>
        </p:nvSpPr>
        <p:spPr>
          <a:xfrm>
            <a:off x="440267" y="413319"/>
            <a:ext cx="83312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Parent–Child Relationship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 Process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The process that initiates the creation of another process using fork().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Child Process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The newly created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child inherits many attributes from its parent: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Process environment (variables, open file descriptors, working directory, etc.).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IDs and group IDs.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Priority and scheduling parameters.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But, the child gets: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unique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Process ID (PID)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own copy of data, stack, and heap segments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(not shared unless explicitly done with shared memory).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850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272CD6AB-EDC6-EBE0-1A4B-0DCE7D3E1C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765" y="3105834"/>
            <a:ext cx="91706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74D7A-499E-6601-83CA-8986DA450E51}"/>
              </a:ext>
            </a:extLst>
          </p:cNvPr>
          <p:cNvSpPr txBox="1"/>
          <p:nvPr/>
        </p:nvSpPr>
        <p:spPr>
          <a:xfrm>
            <a:off x="440267" y="413319"/>
            <a:ext cx="83312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Execution After Fork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After fork(),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two processes run concurrently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process receives the child’s PID as the return value of fork().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child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process receives 0 as the return value of fork().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helps them decide what to do next.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Role of exec()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Often, the child process immediately calls one of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exec() family of system calls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replace its memory image with a new program.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When you run a command in the shell: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shell (parent)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uses fork() to create a new process.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child process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uses exec() to load and run the command.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 (shell)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waits for child to finish.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5547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272CD6AB-EDC6-EBE0-1A4B-0DCE7D3E1C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765" y="3105834"/>
            <a:ext cx="91706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74D7A-499E-6601-83CA-8986DA450E51}"/>
              </a:ext>
            </a:extLst>
          </p:cNvPr>
          <p:cNvSpPr txBox="1"/>
          <p:nvPr/>
        </p:nvSpPr>
        <p:spPr>
          <a:xfrm>
            <a:off x="440267" y="228600"/>
            <a:ext cx="83312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Process Termination &amp; Orphans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 a child finishes execution, it sends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SIGCHLD signal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the parent.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parent can collect the child’s exit status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wait() or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waitpid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the parent terminates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child: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child becomes 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orphan process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(PID 1) adopts the orphan process, ensuring proper cleanup.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6. Zombie Processes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the child terminates but the parent does not call wait():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child remains in the process table with status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“zombie”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until the parent collects its exit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7. Example: Shell as Parent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 you type a command in the UNIX shell: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shell (parent) calls fork().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child process runs exec(command).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parent may either: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(foreground execution), or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Continue immediately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(background execution with &amp;).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715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272CD6AB-EDC6-EBE0-1A4B-0DCE7D3E1C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765" y="3105834"/>
            <a:ext cx="91706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CBF682-9C91-E8F3-6942-B0CF263F8551}"/>
              </a:ext>
            </a:extLst>
          </p:cNvPr>
          <p:cNvSpPr txBox="1"/>
          <p:nvPr/>
        </p:nvSpPr>
        <p:spPr>
          <a:xfrm>
            <a:off x="474133" y="712353"/>
            <a:ext cx="8026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Special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Orphan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the parent dies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before the child finishes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child is “adopted” by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(PID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Run a program in the background.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Kill the shell → The background job becomes an orphan.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1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Zombie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the child dies but the parent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never calls wait()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Child stays in the process table with status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Takes up a slot in the table → bad for system health.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2265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C49B5851-A18F-14C6-D06F-79913DCB76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2179" y="337863"/>
            <a:ext cx="7947378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Signals in UNIX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a software interrupt delivered to a process. It notifies the process that an event has occurred (like pressing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Ctrl+C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 child process ending, etc.).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Common Signals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SIGKILL (9)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Immediately kills a process.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Cannot be caught, blocked, or ignored.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kill -9 &lt;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SIGINT (2)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Interrupt signal, usually sent when you press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Ctrl+C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the terminal.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By default, it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terminates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process, but you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catch/handle 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C.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SIGCHLD (17 or 20 depending on system)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Sent by the kernel to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when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child process terminates or stops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 can handle it to call wait() 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waitpid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to clean up the child.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Prevents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zombie processes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0347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509575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319752" y="4030420"/>
            <a:ext cx="3878664" cy="1776494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74D3CE9E-0553-9D3B-612E-2832E180C8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6607" y="823597"/>
            <a:ext cx="710386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Signal Handling in 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can write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 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signals using the signal() function.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3BFE9C-7093-DD0F-42BD-24EC901E1540}"/>
              </a:ext>
            </a:extLst>
          </p:cNvPr>
          <p:cNvSpPr txBox="1"/>
          <p:nvPr/>
        </p:nvSpPr>
        <p:spPr>
          <a:xfrm>
            <a:off x="316089" y="1760796"/>
            <a:ext cx="29099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 &lt;</a:t>
            </a:r>
            <a:r>
              <a:rPr lang="en-IN" dirty="0" err="1"/>
              <a:t>signal.h</a:t>
            </a:r>
            <a:r>
              <a:rPr lang="en-IN" dirty="0"/>
              <a:t>&gt;</a:t>
            </a:r>
          </a:p>
          <a:p>
            <a:r>
              <a:rPr lang="en-IN" dirty="0"/>
              <a:t>void handler(int signum);   // custom function</a:t>
            </a:r>
          </a:p>
          <a:p>
            <a:r>
              <a:rPr lang="en-IN" dirty="0"/>
              <a:t>signal(int signum, handler);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9A37AF-ACB5-401F-E252-1DA9C33F8712}"/>
              </a:ext>
            </a:extLst>
          </p:cNvPr>
          <p:cNvSpPr txBox="1"/>
          <p:nvPr/>
        </p:nvSpPr>
        <p:spPr>
          <a:xfrm>
            <a:off x="3541710" y="1648229"/>
            <a:ext cx="537871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/>
              <a:t>#include &lt;</a:t>
            </a:r>
            <a:r>
              <a:rPr lang="en-IN" dirty="0" err="1"/>
              <a:t>signal.h</a:t>
            </a:r>
            <a:r>
              <a:rPr lang="en-IN" dirty="0"/>
              <a:t>&gt;</a:t>
            </a:r>
          </a:p>
          <a:p>
            <a:r>
              <a:rPr lang="en-IN" dirty="0"/>
              <a:t>#include &lt;</a:t>
            </a:r>
            <a:r>
              <a:rPr lang="en-IN" dirty="0" err="1"/>
              <a:t>unistd.h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void </a:t>
            </a:r>
            <a:r>
              <a:rPr lang="en-IN" dirty="0" err="1"/>
              <a:t>sigint_handler</a:t>
            </a:r>
            <a:r>
              <a:rPr lang="en-IN" dirty="0"/>
              <a:t>(int sig) {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nCaught</a:t>
            </a:r>
            <a:r>
              <a:rPr lang="en-IN" dirty="0"/>
              <a:t> SIGINT (</a:t>
            </a:r>
            <a:r>
              <a:rPr lang="en-IN" dirty="0" err="1"/>
              <a:t>Ctrl+C</a:t>
            </a:r>
            <a:r>
              <a:rPr lang="en-IN" dirty="0"/>
              <a:t>). Ignoring...\n");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int main() {</a:t>
            </a:r>
          </a:p>
          <a:p>
            <a:r>
              <a:rPr lang="en-IN" dirty="0"/>
              <a:t>    signal(SIGINT, </a:t>
            </a:r>
            <a:r>
              <a:rPr lang="en-IN" dirty="0" err="1"/>
              <a:t>sigint_handler</a:t>
            </a:r>
            <a:r>
              <a:rPr lang="en-IN" dirty="0"/>
              <a:t>);  // Register handler</a:t>
            </a:r>
          </a:p>
          <a:p>
            <a:r>
              <a:rPr lang="en-IN" dirty="0"/>
              <a:t>    while (1) {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("Running... Press </a:t>
            </a:r>
            <a:r>
              <a:rPr lang="en-IN" dirty="0" err="1"/>
              <a:t>Ctrl+C</a:t>
            </a:r>
            <a:r>
              <a:rPr lang="en-IN" dirty="0"/>
              <a:t> to test\n");</a:t>
            </a:r>
          </a:p>
          <a:p>
            <a:r>
              <a:rPr lang="en-IN" dirty="0"/>
              <a:t>        sleep(2);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9791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509575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319752" y="4030420"/>
            <a:ext cx="3878664" cy="1776494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8567A7F1-18E7-DE8B-39AC-D9DF878FAD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6549" y="167463"/>
            <a:ext cx="748153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Job Control in UNIX 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Job control allows users to manage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foreground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jobs.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&amp; (ampersand)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Run a process 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732FB3-6243-2884-24E9-06A7267EC9EC}"/>
              </a:ext>
            </a:extLst>
          </p:cNvPr>
          <p:cNvSpPr txBox="1"/>
          <p:nvPr/>
        </p:nvSpPr>
        <p:spPr>
          <a:xfrm>
            <a:off x="1090084" y="2524467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sleep 100 &amp;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Runs sleep in the background → shell prompt is free.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IN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A198D79-811F-BA27-3EC6-567C28EF7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761" y="3416779"/>
            <a:ext cx="471333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Brings a background job to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foreground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bg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Resume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suspended job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in the background.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Run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sleep 100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then press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Ctrl+Z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→ suspends it.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Run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bg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 %1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→ continues in background.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3349DD-002C-8A10-038C-53168A1ABD52}"/>
              </a:ext>
            </a:extLst>
          </p:cNvPr>
          <p:cNvSpPr txBox="1"/>
          <p:nvPr/>
        </p:nvSpPr>
        <p:spPr>
          <a:xfrm>
            <a:off x="5495960" y="3643551"/>
            <a:ext cx="28516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kill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Send signals to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5BB-E6DF-D046-A621-C67533997E78}"/>
              </a:ext>
            </a:extLst>
          </p:cNvPr>
          <p:cNvSpPr txBox="1"/>
          <p:nvPr/>
        </p:nvSpPr>
        <p:spPr>
          <a:xfrm>
            <a:off x="5662084" y="484826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kill -SIGINT &lt;pid&gt;   # send SIGINT</a:t>
            </a:r>
          </a:p>
          <a:p>
            <a:r>
              <a:rPr lang="sv-SE" dirty="0"/>
              <a:t>kill -9 &lt;pid&gt;        # send SIGKILL</a:t>
            </a:r>
          </a:p>
        </p:txBody>
      </p:sp>
    </p:spTree>
    <p:extLst>
      <p:ext uri="{BB962C8B-B14F-4D97-AF65-F5344CB8AC3E}">
        <p14:creationId xmlns:p14="http://schemas.microsoft.com/office/powerpoint/2010/main" val="37058895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2DF475B7-CE74-2A8F-561D-F626E50F62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2270" y="859262"/>
            <a:ext cx="795923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SIGKILL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immediate kill, no handling possible.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interrupt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Ctrl+C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can be caught with signal().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SIGCHLD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sent to parent when child terminates, useful to prevent zombies.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Signal handling in 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use signal() to define custom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Job control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&amp; → run in background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bring to foreground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continue job in background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kill → send signals to jobs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460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UNIX File System Internals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dirty="0"/>
              <a:t>• File Types: regular, directory, device, pipe, socket</a:t>
            </a:r>
          </a:p>
          <a:p>
            <a:pPr marL="0" indent="0">
              <a:buNone/>
            </a:pPr>
            <a:r>
              <a:rPr dirty="0"/>
              <a:t>• File System Structure: boot block, superblock, </a:t>
            </a:r>
            <a:r>
              <a:rPr dirty="0" err="1"/>
              <a:t>inode</a:t>
            </a:r>
            <a:r>
              <a:rPr dirty="0"/>
              <a:t> table, data blocks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Inode</a:t>
            </a:r>
            <a:r>
              <a:rPr dirty="0"/>
              <a:t>: metadata (owner, permissions, timestamps, pointers)</a:t>
            </a:r>
          </a:p>
          <a:p>
            <a:pPr marL="0" indent="0">
              <a:buNone/>
            </a:pPr>
            <a:r>
              <a:rPr dirty="0"/>
              <a:t>• Directory Implementation: names → </a:t>
            </a:r>
            <a:r>
              <a:rPr dirty="0" err="1"/>
              <a:t>inodes</a:t>
            </a:r>
            <a:endParaRPr dirty="0"/>
          </a:p>
          <a:p>
            <a:pPr marL="0" indent="0">
              <a:buNone/>
            </a:pPr>
            <a:r>
              <a:rPr dirty="0"/>
              <a:t>• System Calls: open(), read(), write(), close(), stat()</a:t>
            </a:r>
          </a:p>
          <a:p>
            <a:pPr marL="0" indent="0">
              <a:buNone/>
            </a:pPr>
            <a:r>
              <a:rPr dirty="0"/>
              <a:t>• Hard vs Soft Links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4" y="4001437"/>
            <a:ext cx="3655725" cy="2057400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51397183-0850-415F-26CB-645756DB1E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1562" y="58848"/>
            <a:ext cx="8087060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File Types in UNIX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UNIX treats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everything as a file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– devices, sockets, directories, pipes.</a:t>
            </a: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File Type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Regular File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Contains actual data (text, binary, executable).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Can be read or written.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/home/user/file.txt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Directory File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 special file storing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mappings of names →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inode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numbers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ls -l /home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lists contents of a directory.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Device Files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(found in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/dev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Provide access to hardware as files.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Character device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byte-oriented, sequential I/O (keyboard, serial port).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Block device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block-oriented, random access (hard disk).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/dev/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sda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(disk),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/dev/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tty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(terminal).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Pipe (FIFO)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Temporary files for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Interprocess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Communication (IPC)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Unidirectional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data flow.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Socket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Allows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bidirectional communication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between processes (local or network).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Example: A web server listens on a socket at port 80.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4046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4" y="4001437"/>
            <a:ext cx="3655725" cy="2057400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51397183-0850-415F-26CB-645756DB1E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9168" y="244019"/>
            <a:ext cx="8087060" cy="131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File System Structure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A disk is divided into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blocks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. The UNIX file system (UFS/EXT) organizes it as</a:t>
            </a:r>
          </a:p>
          <a:p>
            <a:pPr marL="0" indent="0">
              <a:buNone/>
            </a:pPr>
            <a:endParaRPr lang="en-US" sz="1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1A17FBA-E42B-0858-AB80-30E8825E4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712733"/>
              </p:ext>
            </p:extLst>
          </p:nvPr>
        </p:nvGraphicFramePr>
        <p:xfrm>
          <a:off x="376599" y="1279263"/>
          <a:ext cx="60960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9672944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Boot Block --&gt; Bootstrapping info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994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Superblock   --&gt; Filesystem metadata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261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Inode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Table  --&gt; Metadata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266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 Blocks  --&gt; Actual file contents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79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2B24076-EC29-D175-C108-B79E8F6F904F}"/>
              </a:ext>
            </a:extLst>
          </p:cNvPr>
          <p:cNvSpPr txBox="1"/>
          <p:nvPr/>
        </p:nvSpPr>
        <p:spPr>
          <a:xfrm>
            <a:off x="260338" y="3041572"/>
            <a:ext cx="796589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Boot Block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Located at the start of the partition.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Holds code to boot the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Superblock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Global info about filesystem: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Size of filesystem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No. of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inodes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No. of blocks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Free space 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Inode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Table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Array of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inodes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. Each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inode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describes one file.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Data Blocks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Store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actual file content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(text, program code, etc.).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34422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4" y="4001437"/>
            <a:ext cx="3655725" cy="2057400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4BCB18-A7B3-1947-B398-787C6A97E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413" y="1326794"/>
            <a:ext cx="8229600" cy="38679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2B9CD7-FD7C-0D2E-AA79-05FA9F0B7EDA}"/>
              </a:ext>
            </a:extLst>
          </p:cNvPr>
          <p:cNvSpPr txBox="1"/>
          <p:nvPr/>
        </p:nvSpPr>
        <p:spPr>
          <a:xfrm>
            <a:off x="668865" y="609599"/>
            <a:ext cx="2777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File System Structure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59796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4" y="4001437"/>
            <a:ext cx="3655725" cy="2057400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9D50E92F-BA62-1376-B942-03459AE0EA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9708" y="191940"/>
            <a:ext cx="7055136" cy="580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Inode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Each file has an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inode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(index node), identified by a number.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 directory maps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filename →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inode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number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Inode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Contents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File type (regular, directory, socket,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Owner UID, Group GID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Permissions (read, write, execute for owner/group/others)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File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Number of links (hard links)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Timestamps: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atime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(last access)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mtime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(last modification)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ctime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(last status change)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Pointers to data blocks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Direct pointers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point to actual data blocks.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Indirect pointers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point to blocks that store addresses of data blocks.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Double indirect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two-level pointers.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Triple indirect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three-level pointers.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This allows UNIX files to grow dynamically.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28BEA8-63CB-9A69-2886-2A532FA75160}"/>
              </a:ext>
            </a:extLst>
          </p:cNvPr>
          <p:cNvSpPr txBox="1"/>
          <p:nvPr/>
        </p:nvSpPr>
        <p:spPr>
          <a:xfrm>
            <a:off x="6213056" y="1020127"/>
            <a:ext cx="27316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An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inode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is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data structure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that stores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metadata about a file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(not the file name).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Each file, directory, or special object has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exactly one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inode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 filename → maps to an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inode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number →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inode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points to file’s data blocks</a:t>
            </a:r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DA71D8-F65E-208F-9E1C-C7A36A4DAD05}"/>
              </a:ext>
            </a:extLst>
          </p:cNvPr>
          <p:cNvSpPr txBox="1"/>
          <p:nvPr/>
        </p:nvSpPr>
        <p:spPr>
          <a:xfrm>
            <a:off x="4470400" y="5679376"/>
            <a:ext cx="4673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Example:</a:t>
            </a:r>
          </a:p>
          <a:p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$ ls -li</a:t>
            </a:r>
          </a:p>
          <a:p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1050 -rw-r--r-- 1 user user 20480 Sep 15  file.txt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06535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4" y="4001437"/>
            <a:ext cx="3655725" cy="2057400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9D50E92F-BA62-1376-B942-03459AE0EA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6428" y="155963"/>
            <a:ext cx="8274756" cy="7432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Directory 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directory is just a file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containing a list of: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filename →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inode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 number</a:t>
            </a:r>
            <a:endParaRPr lang="en-US" altLang="en-US" sz="1600" dirty="0">
              <a:solidFill>
                <a:schemeClr val="accent1">
                  <a:lumMod val="75000"/>
                </a:schemeClr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File: "notes.txt" →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Inode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: 1502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File: "report.pdf" →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Inode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: 1503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Dir : "docs/"     →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Inode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: 1504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To access a file: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Search directory for filename.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Get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inode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number.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Access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inode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→ follow pointers → get data blocks.</a:t>
            </a:r>
          </a:p>
          <a:p>
            <a:pPr marL="0" indent="0"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Every directory contains: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              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→ points to the directory itself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              ..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→ points to the parent directory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Example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ls -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lai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1001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</a:rPr>
              <a:t>drwxr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</a:rPr>
              <a:t>xr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-x 2 user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</a:rPr>
              <a:t>user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 4096 Sep 15 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1000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</a:rPr>
              <a:t>drwxr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</a:rPr>
              <a:t>xr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-x 5 user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</a:rPr>
              <a:t>user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 4096 Sep 15 ..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1002 -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</a:rPr>
              <a:t>rw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-r--r-- 1 user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</a:rPr>
              <a:t>user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    6 Sep 15 file1.txt</a:t>
            </a:r>
          </a:p>
          <a:p>
            <a:pPr marL="0" indent="0"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4565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4" y="4001437"/>
            <a:ext cx="3655725" cy="2057400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9D50E92F-BA62-1376-B942-03459AE0EA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7069" y="118694"/>
            <a:ext cx="8274756" cy="751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System Calls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allow programs to interact with the file system.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File Operations</a:t>
            </a:r>
          </a:p>
          <a:p>
            <a:pPr>
              <a:buFont typeface="+mj-lt"/>
              <a:buAutoNum type="arabicPeriod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open()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Opens file and returns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descriptor (int)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int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open("file.txt", O_RDONLY);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 read()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Reads from file into buffer.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read(</a:t>
            </a:r>
            <a:r>
              <a:rPr lang="en-US" altLang="en-US" sz="1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buffer, 100);</a:t>
            </a:r>
          </a:p>
          <a:p>
            <a:pPr marL="0" indent="0">
              <a:buNone/>
            </a:pPr>
            <a:r>
              <a:rPr lang="en-US" altLang="en-US" sz="16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write()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Writes buffer contents to file.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write(</a:t>
            </a:r>
            <a:r>
              <a:rPr lang="en-US" altLang="en-US" sz="1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buffer, size);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close()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Closes an open file descriptor.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5.stat()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Retrieves metadata 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struct stat </a:t>
            </a:r>
            <a:r>
              <a:rPr lang="en-US" altLang="en-US" sz="1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stat("file.txt", &amp;</a:t>
            </a:r>
            <a:r>
              <a:rPr lang="en-US" altLang="en-US" sz="1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  <a:r>
              <a:rPr lang="en-US" altLang="en-US" sz="1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("File size: %</a:t>
            </a:r>
            <a:r>
              <a:rPr lang="en-US" altLang="en-US" sz="1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ld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\n", </a:t>
            </a:r>
            <a:r>
              <a:rPr lang="en-US" altLang="en-US" sz="1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st.st_size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2632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4" y="4001437"/>
            <a:ext cx="3655725" cy="2057400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9D50E92F-BA62-1376-B942-03459AE0EA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4731" y="339569"/>
            <a:ext cx="8274756" cy="7746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Hard vs Soft Links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Both are ways of referring to a file, but they differ.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Hard Link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Hard Link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A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hard link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is essentially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another directory entry pointing to the same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inode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as the original file.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Since both entries point to the same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inode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→ they share the same data blocks.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Properties: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Same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inode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number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for all hard-linked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Deleting one filename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does not delete the data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as long as at least one hard link remains.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File permissions/ownership are shared (since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inode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is shared).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Cannot link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directories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(to avoid loops).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Cannot span across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different file systems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(since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inode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numbers are local to a filesystem).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$ echo "hello" &gt; file1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$ ln file1 file2        # create hard link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$ ls -li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12345 -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-r--r-- 2 user 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 Sep 15  file1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12345 -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-r--r-- 2 user 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 Sep 15  file2</a:t>
            </a:r>
          </a:p>
          <a:p>
            <a:pPr marL="0" indent="0"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94585F-FBCC-47E4-1A87-0212EA3AA179}"/>
              </a:ext>
            </a:extLst>
          </p:cNvPr>
          <p:cNvSpPr txBox="1"/>
          <p:nvPr/>
        </p:nvSpPr>
        <p:spPr>
          <a:xfrm>
            <a:off x="4955822" y="5029846"/>
            <a:ext cx="41881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Both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file1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and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file2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have the same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inode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number (12345)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Link count = 2 (because two directory entries point to same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inode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file1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is deleted, data remains accessible via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file2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7019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4" y="4001437"/>
            <a:ext cx="3655725" cy="2057400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9D50E92F-BA62-1376-B942-03459AE0EA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8357" y="136450"/>
            <a:ext cx="8715022" cy="7451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Hard vs Soft Links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 Link (Symbolic Link)</a:t>
            </a:r>
            <a:endParaRPr 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A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soft link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is a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special file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that stores the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path to another file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It has its own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inode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number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, different from the target file’s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inode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Think of it as a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shortcut/alias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Properties: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Different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inode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number from the target.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If the target file is deleted, the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symlink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becomes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dangling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(broken link).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Can link to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directories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Can cross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different file systems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Faster to create, but requires one extra lookup (since kernel has to read the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symlink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→ follow path → open real file).</a:t>
            </a:r>
          </a:p>
          <a:p>
            <a:pPr marL="0" indent="0"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$ ln -s file1 file3      # create soft link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$ ls -li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12345 -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-r--r-- 2 user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 Sep 15  file1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12345 -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-r--r-- 2 user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 Sep 15  file2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12346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lrwxrwxrwx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user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 Sep 15  file3 -&gt; file1</a:t>
            </a:r>
          </a:p>
          <a:p>
            <a:pPr marL="0" indent="0"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736730-A748-5896-631B-39377C48CFD9}"/>
              </a:ext>
            </a:extLst>
          </p:cNvPr>
          <p:cNvSpPr txBox="1"/>
          <p:nvPr/>
        </p:nvSpPr>
        <p:spPr>
          <a:xfrm>
            <a:off x="6042632" y="4533135"/>
            <a:ext cx="29892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file3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has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inode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12346 (different).</a:t>
            </a:r>
            <a:endParaRPr lang="en-US" altLang="en-US" sz="1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It stores a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reference: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file3 -&gt; file1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file1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is deleted,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file3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is dangling.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12137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Memory Management in UNIX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•Physical vs Virtual memory</a:t>
            </a:r>
          </a:p>
          <a:p>
            <a:pPr marL="0" indent="0">
              <a:buNone/>
            </a:pPr>
            <a:r>
              <a:rPr dirty="0"/>
              <a:t>•Process Memory Layout: text, data, heap, stack</a:t>
            </a:r>
          </a:p>
          <a:p>
            <a:r>
              <a:rPr dirty="0"/>
              <a:t> Paging &amp; Page Tables</a:t>
            </a:r>
          </a:p>
          <a:p>
            <a:r>
              <a:rPr dirty="0"/>
              <a:t> Demand Paging in UNIX</a:t>
            </a:r>
          </a:p>
          <a:p>
            <a:pPr marL="0" indent="0">
              <a:buNone/>
            </a:pPr>
            <a:r>
              <a:rPr dirty="0"/>
              <a:t>•Page Replacement Algorithms: FIFO, LRU, Optimal</a:t>
            </a:r>
          </a:p>
          <a:p>
            <a:pPr marL="0" indent="0">
              <a:buNone/>
            </a:pPr>
            <a:r>
              <a:rPr dirty="0"/>
              <a:t>• Swapping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4" y="4001437"/>
            <a:ext cx="3655725" cy="2057400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A3DD11E-656E-1B8C-EEDD-0F5E5FA5CD45}"/>
              </a:ext>
            </a:extLst>
          </p:cNvPr>
          <p:cNvSpPr txBox="1"/>
          <p:nvPr/>
        </p:nvSpPr>
        <p:spPr>
          <a:xfrm>
            <a:off x="304799" y="214489"/>
            <a:ext cx="8726311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vs Virtual Memory</a:t>
            </a:r>
          </a:p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Actual RAM installed on the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in size (e.g., 8 GB).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Directly accessible only by the kernel.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Processes cannot access raw physical memory directly → prevents interference between processes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Characteristics of Physical Memory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Finite Resource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total physical memory is fixed (e.g., 16 GB DDR4 RAM).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OS must allocate it among processes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Managed in Units (Frames)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Physical memory is divided into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frames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(fixed-size chunks, e.g., 4 KB each).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These frames are allocated to processes as needed.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Direct Access by Kernel Only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kernel controls all physical memory access.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 processes cannot directly manipulate physical memory addresses → they see only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virtual addresses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This provides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protection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one process cannot overwrite another’s memory.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Mapping via MMU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CPU’s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Memory Management Unit (MMU)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translates virtual addresses → physical addresses.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Example: A process wants byte at virtual address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0x00402000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. The MMU looks in the page table to find which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physical frame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it corresponds to (e.g., frame 42 at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0x2A000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5103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7BDD930-0E65-490A-9CE5-554C357C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12C67-99A1-4956-8F68-1846C2177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8998CB8-5C3D-9892-5D65-28581C7A0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09" y="1085550"/>
            <a:ext cx="4164042" cy="41810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Role of the OS in Managing Physical 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Allocation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: Assigns frames to processes when they request memory.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Deallocation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: Frees frames when processes release or terminate.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Swapping/Paging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: If RAM is full, OS may swap/push some frames to disk (swap space).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Protection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: Ensures each process accesses only its allocated memory.</a:t>
            </a: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9E5994-073E-4708-B3E6-43BFED0C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669019" y="4465804"/>
            <a:ext cx="3061444" cy="1722949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32F818D-9087-4691-AABA-465619A0C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B7668A-5C96-4FB9-BFA9-38094EB87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F4F95BD-8661-4C45-94E3-CF3159BF4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85BBF8A-E2FB-47F6-A60F-4FB855D50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81D498-EAA8-40F3-8230-AE4DEDA38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679642" y="0"/>
            <a:ext cx="2461685" cy="2837712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62F2402-5879-41A3-ACEC-6D2811BA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BD41895-A230-4959-97BA-80F516383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670BD54-10A6-4092-9E32-647B2F870D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C2B9A82-4826-4BF4-A16E-0B005FE76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49ADF9A-05AC-FBBD-5962-CE688326F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48" y="1271095"/>
            <a:ext cx="4164042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5092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4" y="4001437"/>
            <a:ext cx="3655725" cy="2057400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A3DD11E-656E-1B8C-EEDD-0F5E5FA5CD45}"/>
              </a:ext>
            </a:extLst>
          </p:cNvPr>
          <p:cNvSpPr txBox="1"/>
          <p:nvPr/>
        </p:nvSpPr>
        <p:spPr>
          <a:xfrm>
            <a:off x="304800" y="545876"/>
            <a:ext cx="8128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Virtual 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abstraction of physical memory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provided by the OS + hardware (MMU).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Each process is given its own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virtual address space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(looks like it has all memory to itself).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Virtual addresses are translated into physical addresses via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page tables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Benefits: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Process isolation (no accidental overwrite).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Allows use of more memory than physically available (via disk swap).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Supports demand paging.</a:t>
            </a:r>
          </a:p>
          <a:p>
            <a:pPr lvl="1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System has 4 GB RAM.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Process A sees 0x00000000 – 0xFFFFFFFF (4 GB virtual space).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Process B also sees the same range, but mapped to different physical memory pages.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6540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70406F9-F924-57A7-F52A-C062BE03C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92" y="952250"/>
            <a:ext cx="3580571" cy="337779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F2CDDDA-C21C-EF29-9FC8-194C3F6A8E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97263" y="338270"/>
            <a:ext cx="5461371" cy="6531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Step 1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</a:rPr>
              <a:t>: Process generates a 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virtual address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</a:rPr>
              <a:t>Every instruction that 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accesses memory (load/store/fetch) 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</a:rPr>
              <a:t>uses a virtual address.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</a:rPr>
              <a:t>Example: 0x00405005.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</a:rPr>
              <a:t>This address is divided into: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</a:rPr>
              <a:t>Virtual Page Number (VPN) → identifies the page.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</a:rPr>
              <a:t>Page Offset → position inside that page.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Step 2: MMU extracts VPN and Offset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Memory Management Unit (MMU)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splits the virtual address: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VPN → used for page table lookup.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Offset → kept aside to append later.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Step 3: Page Table Lookup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MMU checks the process’s </a:t>
            </a: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page table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 (kept by OS in memory).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Page Table Entry (PTE) contains: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PFN (Physical Frame Number)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 → if page is in RAM.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Valid/Invalid bit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 → indicates whether the page is present in RAM.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Access permissions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 → read/write/execute.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Other metadata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 → dirty bit, reference bit, etc.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4783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70406F9-F924-57A7-F52A-C062BE03C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92" y="952250"/>
            <a:ext cx="3580571" cy="33777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BB847E-1279-1F2A-2814-BFBFFB69070A}"/>
              </a:ext>
            </a:extLst>
          </p:cNvPr>
          <p:cNvSpPr txBox="1"/>
          <p:nvPr/>
        </p:nvSpPr>
        <p:spPr>
          <a:xfrm>
            <a:off x="4319448" y="940961"/>
            <a:ext cx="460786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Step 4A: If Page is in RAM (Valid Entry)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MMU replaces VPN with PFN.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Final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physical address = PFN + Offset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Memory access continues normally.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Step 4B: If Page is NOT in RAM (Invalid Entry → Page Fault)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MMU raises a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page fault interrupt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to OS.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OS locates the page on disk (swap space or executable).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OS loads the page into a free frame in physical memory.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Page table is updated with the new PFN.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Instruction that caused the fault is restarted.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Step 5: Physical Address is Accessed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The translated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physical address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is sent to RAM.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Data (read/write) happens at that physical location.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95630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4" y="4001437"/>
            <a:ext cx="3655725" cy="2057400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A3DD11E-656E-1B8C-EEDD-0F5E5FA5CD45}"/>
              </a:ext>
            </a:extLst>
          </p:cNvPr>
          <p:cNvSpPr txBox="1"/>
          <p:nvPr/>
        </p:nvSpPr>
        <p:spPr>
          <a:xfrm>
            <a:off x="304800" y="214489"/>
            <a:ext cx="81054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Process Memory Layout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Each process has a structured memory layout in virtual space</a:t>
            </a:r>
            <a:r>
              <a:rPr lang="en-US" dirty="0"/>
              <a:t>:</a:t>
            </a:r>
          </a:p>
          <a:p>
            <a:endParaRPr lang="en-IN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F6BA5089-4783-85D6-AAB9-2E394BB7B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91621"/>
              </p:ext>
            </p:extLst>
          </p:nvPr>
        </p:nvGraphicFramePr>
        <p:xfrm>
          <a:off x="180852" y="1247346"/>
          <a:ext cx="6118348" cy="466802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118348">
                  <a:extLst>
                    <a:ext uri="{9D8B030D-6E8A-4147-A177-3AD203B41FA5}">
                      <a16:colId xmlns:a16="http://schemas.microsoft.com/office/drawing/2014/main" val="922906894"/>
                    </a:ext>
                  </a:extLst>
                </a:gridCol>
              </a:tblGrid>
              <a:tr h="43913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High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815491"/>
                  </a:ext>
                </a:extLst>
              </a:tr>
              <a:tr h="75795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Stack    </a:t>
                      </a:r>
                      <a:r>
                        <a:rPr lang="en-IN" b="0" dirty="0"/>
                        <a:t>          |  (grows down) → function calls, local vars</a:t>
                      </a:r>
                    </a:p>
                    <a:p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718402"/>
                  </a:ext>
                </a:extLst>
              </a:tr>
              <a:tr h="75795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Heap    </a:t>
                      </a:r>
                      <a:r>
                        <a:rPr lang="en-IN" b="0" dirty="0"/>
                        <a:t>           |  (grows up)   → dynamic memory (malloc/new)</a:t>
                      </a:r>
                    </a:p>
                    <a:p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57494"/>
                  </a:ext>
                </a:extLst>
              </a:tr>
              <a:tr h="75795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BSS Segment        </a:t>
                      </a:r>
                      <a:r>
                        <a:rPr lang="en-IN" b="0" dirty="0"/>
                        <a:t>|  → uninitialized </a:t>
                      </a:r>
                      <a:r>
                        <a:rPr lang="en-IN" b="0" dirty="0" err="1"/>
                        <a:t>globals</a:t>
                      </a:r>
                      <a:r>
                        <a:rPr lang="en-IN" b="0" dirty="0"/>
                        <a:t>/static vars</a:t>
                      </a:r>
                    </a:p>
                    <a:p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113292"/>
                  </a:ext>
                </a:extLst>
              </a:tr>
              <a:tr h="75795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Data Segment       </a:t>
                      </a:r>
                      <a:r>
                        <a:rPr lang="en-IN" b="0" dirty="0"/>
                        <a:t>|  → initialized </a:t>
                      </a:r>
                      <a:r>
                        <a:rPr lang="en-IN" b="0" dirty="0" err="1"/>
                        <a:t>globals</a:t>
                      </a:r>
                      <a:r>
                        <a:rPr lang="en-IN" b="0" dirty="0"/>
                        <a:t>/static vars</a:t>
                      </a:r>
                    </a:p>
                    <a:p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485167"/>
                  </a:ext>
                </a:extLst>
              </a:tr>
              <a:tr h="75795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Text Segment       </a:t>
                      </a:r>
                      <a:r>
                        <a:rPr lang="en-IN" b="0" dirty="0"/>
                        <a:t>|  → program code (read-only)</a:t>
                      </a:r>
                    </a:p>
                    <a:p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530830"/>
                  </a:ext>
                </a:extLst>
              </a:tr>
              <a:tr h="43913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/>
                        <a:t>Low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86231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9042FE7-1232-CF8D-B127-FFAA5143214D}"/>
              </a:ext>
            </a:extLst>
          </p:cNvPr>
          <p:cNvSpPr txBox="1"/>
          <p:nvPr/>
        </p:nvSpPr>
        <p:spPr>
          <a:xfrm>
            <a:off x="6480052" y="1763684"/>
            <a:ext cx="248309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Text segment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machine instructions (read-only).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Data segment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initialized variables.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BSS segment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uninitialized variables (set to zero).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Heap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grows upward when memory is allocated dynamically.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Stack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grows downward with function calls and local variables</a:t>
            </a:r>
            <a:endParaRPr lang="en-IN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5083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B0317-CE3F-2B9F-5891-06CDF51B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214489"/>
            <a:ext cx="8477956" cy="2889955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2">
                    <a:lumMod val="75000"/>
                  </a:schemeClr>
                </a:solidFill>
              </a:rPr>
              <a:t>Paging &amp; Page Tables</a:t>
            </a:r>
          </a:p>
          <a:p>
            <a:pPr marL="0" indent="0">
              <a:buNone/>
            </a:pPr>
            <a:r>
              <a:rPr lang="en-US" sz="1900" b="1" dirty="0"/>
              <a:t> </a:t>
            </a:r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What is Paging?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Paging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</a:rPr>
              <a:t> is a memory management scheme that eliminates </a:t>
            </a:r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fragmentation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</a:rPr>
              <a:t> and simplifies allocation.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</a:rPr>
              <a:t>It divides </a:t>
            </a:r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virtual memory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</a:rPr>
              <a:t> and </a:t>
            </a:r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physical memory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</a:rPr>
              <a:t> into fixed-size blocks: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Pages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</a:rPr>
              <a:t> → fixed-size blocks of virtual memory.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Frames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</a:rPr>
              <a:t> → fixed-size blocks of physical memory.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</a:rPr>
              <a:t>Page size = Frame size (e.g., 4 KB).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</a:rPr>
              <a:t>Each virtual page is mapped to a physical frame using a </a:t>
            </a:r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page table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sz="17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IN" sz="1700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4" y="4001437"/>
            <a:ext cx="3655725" cy="2057400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04FBDBD-2653-1B72-5585-2233784C7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393" y="3301844"/>
            <a:ext cx="3739408" cy="3456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ABAF3F-C354-D3D3-6B5E-A5AF1F83BEE4}"/>
              </a:ext>
            </a:extLst>
          </p:cNvPr>
          <p:cNvSpPr txBox="1"/>
          <p:nvPr/>
        </p:nvSpPr>
        <p:spPr>
          <a:xfrm>
            <a:off x="345705" y="3813762"/>
            <a:ext cx="4368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How Paging Works</a:t>
            </a:r>
          </a:p>
          <a:p>
            <a:pPr marL="0" indent="0">
              <a:buNone/>
            </a:pPr>
            <a:endParaRPr 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Process generates a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virtual address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Virtual Address =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Page Number + Offset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OS keeps a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Page Table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to map Virtual Page Numbers (VPN) → Physical Frame Numbers (PFN).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MMU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(Memory Management Unit) uses the Page Table to translate virtual → physical addresses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244937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B0317-CE3F-2B9F-5891-06CDF51B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214489"/>
            <a:ext cx="8308622" cy="6366933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</a:rPr>
              <a:t>Paging &amp; Page Tables</a:t>
            </a:r>
          </a:p>
          <a:p>
            <a:pPr marL="0" indent="0">
              <a:buNone/>
            </a:pPr>
            <a:endParaRPr lang="en-US" sz="19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2">
                    <a:lumMod val="50000"/>
                  </a:schemeClr>
                </a:solidFill>
              </a:rPr>
              <a:t>Paging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Divides virtual memory into fixed-size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pages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(e.g., 4 KB).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Physical memory is divided into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frames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(same size as pages).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Each virtual page is mapped to a physical frame using a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page table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2">
                    <a:lumMod val="50000"/>
                  </a:schemeClr>
                </a:solidFill>
              </a:rPr>
              <a:t>Page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Maintained by OS for each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Maps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virtual page number → physical frame number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Example:</a:t>
            </a:r>
          </a:p>
          <a:p>
            <a:pPr marL="0" indent="0"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	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If page is not in memory, a page fault occurs → OS brings it from disk (swap).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IN" sz="1700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4" y="4001437"/>
            <a:ext cx="3655725" cy="2057400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B57E398-6F0E-1443-C33B-3C786A51F012}"/>
              </a:ext>
            </a:extLst>
          </p:cNvPr>
          <p:cNvGraphicFramePr>
            <a:graphicFrameLocks noGrp="1"/>
          </p:cNvGraphicFramePr>
          <p:nvPr/>
        </p:nvGraphicFramePr>
        <p:xfrm>
          <a:off x="1128889" y="3175646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26524652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022761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Virtual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Physical Frame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7714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5129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069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4549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52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05416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A9CD0-2C47-52CD-5D6C-8E188E2EE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158045"/>
            <a:ext cx="8589232" cy="283453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What is a Page Table?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A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Page Table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is a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data structure maintained by the OS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to map a process’s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Virtual Pages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to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Physical Frames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in RAM.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Every process has its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own page table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MMU (Memory Management Unit)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uses the page table to translate virtual addresses → physical addresses.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Structure of a Page Table Entry (PTE)</a:t>
            </a:r>
          </a:p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Each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Page Table Entry (PTE)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holds information about one virtual page:</a:t>
            </a:r>
          </a:p>
          <a:p>
            <a:endParaRPr lang="en-IN" sz="1600" dirty="0">
              <a:solidFill>
                <a:schemeClr val="tx2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B41DB4-83A9-1BA0-1FF4-1FAE5F973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229564"/>
              </p:ext>
            </p:extLst>
          </p:nvPr>
        </p:nvGraphicFramePr>
        <p:xfrm>
          <a:off x="291009" y="3195094"/>
          <a:ext cx="8229600" cy="2865120"/>
        </p:xfrm>
        <a:graphic>
          <a:graphicData uri="http://schemas.openxmlformats.org/drawingml/2006/table">
            <a:tbl>
              <a:tblPr/>
              <a:tblGrid>
                <a:gridCol w="3390342">
                  <a:extLst>
                    <a:ext uri="{9D8B030D-6E8A-4147-A177-3AD203B41FA5}">
                      <a16:colId xmlns:a16="http://schemas.microsoft.com/office/drawing/2014/main" val="3600806730"/>
                    </a:ext>
                  </a:extLst>
                </a:gridCol>
                <a:gridCol w="4839258">
                  <a:extLst>
                    <a:ext uri="{9D8B030D-6E8A-4147-A177-3AD203B41FA5}">
                      <a16:colId xmlns:a16="http://schemas.microsoft.com/office/drawing/2014/main" val="1106588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287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PFN (Physical Frame Number)</a:t>
                      </a:r>
                      <a:endParaRPr lang="en-IN" sz="16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Which physical frame this page is stored in.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  <a:alpha val="2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194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Valid/Invalid Bit</a:t>
                      </a:r>
                      <a:endParaRPr lang="en-IN" sz="16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 if page is in RAM, 0 if not (page fault).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  <a:alpha val="2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273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Protection Bits</a:t>
                      </a:r>
                      <a:endParaRPr lang="en-IN" sz="16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Permissions (Read/Write/Execute).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  <a:alpha val="2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211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Dirty Bit</a:t>
                      </a:r>
                      <a:endParaRPr lang="en-IN" sz="16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1 if page has been modified, else 0 (important for writing back to disk).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  <a:alpha val="2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763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Referenced Bit</a:t>
                      </a:r>
                      <a:endParaRPr lang="en-IN" sz="16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Used for page replacement algorithms (shows if page was recently used).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  <a:alpha val="2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322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Caching/Control Bits</a:t>
                      </a:r>
                      <a:endParaRPr lang="en-IN" sz="16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Hardware-level optimizations.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  <a:alpha val="2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102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9423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FBADD-7839-B4DE-A303-A4BCFB73C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710" y="349955"/>
            <a:ext cx="8094133" cy="6220177"/>
          </a:xfrm>
        </p:spPr>
        <p:txBody>
          <a:bodyPr anchor="ctr"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Types of Page Tables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Because programs can use huge address spaces, page tables can get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very large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 Different designs exist: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(a) Single-Level Page Table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Simple array mapping VPN → PFN.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Works well for small address spaces.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Problem: Huge memory overhead for large address spaces (e.g., 64-bit).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b) Multi-Level Page Tables (Hierarchical)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Breaks the page table into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levels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(2, 3, or 4 levels).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Only allocates entries for regions actually used by the process.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Common in modern 64-bit systems.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Example (2-level):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Virtual Address = [Directory Index | Table Index | Offset].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Directory points to a page table, which points to frames.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(c)Inverted Page Table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Instead of one entry per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virtual page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it has one entry per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physical frame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Each entry tells which (process, virtual page) is stored in that frame.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Saves memory for very large address spaces.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(d) Hashed / TLB-assisted Page Tables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Use hashing 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Translation Lookaside Buffer (TLB)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(a cache for page table entries).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Speeds up translation since page table lookups are frequent.</a:t>
            </a:r>
          </a:p>
          <a:p>
            <a:pPr>
              <a:lnSpc>
                <a:spcPct val="90000"/>
              </a:lnSpc>
            </a:pPr>
            <a:endParaRPr lang="en-IN" sz="9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52996"/>
            <a:ext cx="4446455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646033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0BC24-9B91-5EAB-C3F5-B19B5034F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044" y="575733"/>
            <a:ext cx="7676445" cy="587022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 Paging in UNIX</a:t>
            </a:r>
          </a:p>
          <a:p>
            <a:pPr marL="0" indent="0">
              <a:buNone/>
            </a:pPr>
            <a:endParaRPr lang="en-US" sz="21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Pages are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loaded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RAM until needed (lazy loading).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a process tries to access a page that is not in memory: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Fault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occurs.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checks if the page is valid.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valid, it loads the page from disk (swap area or executable file) into RAM.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Updates page table.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Restarts instruction.</a:t>
            </a:r>
          </a:p>
          <a:p>
            <a:pPr marL="457200" lvl="1" indent="0"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 memory use (only needed pages loaded).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Supports large programs that don’t fit entirely in RAM.</a:t>
            </a:r>
          </a:p>
          <a:p>
            <a:endParaRPr lang="en-IN" sz="1700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4" y="4001437"/>
            <a:ext cx="3655725" cy="2057400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70822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A3BB7-2C29-DD3D-96FB-345B999EC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759" y="201880"/>
            <a:ext cx="8467106" cy="662624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900" b="1" dirty="0">
                <a:solidFill>
                  <a:schemeClr val="accent2">
                    <a:lumMod val="75000"/>
                  </a:schemeClr>
                </a:solidFill>
              </a:rPr>
              <a:t>What is Demand Paging?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2"/>
                </a:solidFill>
              </a:rPr>
              <a:t>Demand Paging</a:t>
            </a:r>
            <a:r>
              <a:rPr lang="en-US" sz="2100" dirty="0">
                <a:solidFill>
                  <a:schemeClr val="tx2"/>
                </a:solidFill>
              </a:rPr>
              <a:t> = a memory management scheme where </a:t>
            </a:r>
            <a:r>
              <a:rPr lang="en-US" sz="2100" b="1" dirty="0">
                <a:solidFill>
                  <a:schemeClr val="tx2"/>
                </a:solidFill>
              </a:rPr>
              <a:t>pages are loaded into physical memory (RAM) only when they are needed (on demand)</a:t>
            </a:r>
            <a:r>
              <a:rPr lang="en-US" sz="2100" dirty="0">
                <a:solidFill>
                  <a:schemeClr val="tx2"/>
                </a:solidFill>
              </a:rPr>
              <a:t>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2"/>
                </a:solidFill>
              </a:rPr>
              <a:t>Unlike </a:t>
            </a:r>
            <a:r>
              <a:rPr lang="en-US" sz="2100" b="1" dirty="0">
                <a:solidFill>
                  <a:schemeClr val="tx2"/>
                </a:solidFill>
              </a:rPr>
              <a:t>pre-paging</a:t>
            </a:r>
            <a:r>
              <a:rPr lang="en-US" sz="2100" dirty="0">
                <a:solidFill>
                  <a:schemeClr val="tx2"/>
                </a:solidFill>
              </a:rPr>
              <a:t>, which loads many pages in advance, demand paging is </a:t>
            </a:r>
            <a:r>
              <a:rPr lang="en-US" sz="2100" b="1" dirty="0">
                <a:solidFill>
                  <a:schemeClr val="tx2"/>
                </a:solidFill>
              </a:rPr>
              <a:t>lazy loading</a:t>
            </a:r>
            <a:r>
              <a:rPr lang="en-US" sz="2100" dirty="0">
                <a:solidFill>
                  <a:schemeClr val="tx2"/>
                </a:solidFill>
              </a:rPr>
              <a:t>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2"/>
                </a:solidFill>
              </a:rPr>
              <a:t>Used in UNIX/Linux to run programs larger than physical memory.</a:t>
            </a:r>
          </a:p>
          <a:p>
            <a:pPr>
              <a:lnSpc>
                <a:spcPct val="90000"/>
              </a:lnSpc>
            </a:pPr>
            <a:r>
              <a:rPr lang="en-US" sz="2100" dirty="0">
                <a:solidFill>
                  <a:schemeClr val="tx2"/>
                </a:solidFill>
              </a:rPr>
              <a:t>Benefit: Saves RAM and reduces startup time (only necessary pages are brought in).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9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900" b="1" dirty="0">
                <a:solidFill>
                  <a:schemeClr val="accent2">
                    <a:lumMod val="75000"/>
                  </a:schemeClr>
                </a:solidFill>
              </a:rPr>
              <a:t>How Demand Paging Works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2300" dirty="0">
                <a:solidFill>
                  <a:schemeClr val="tx2"/>
                </a:solidFill>
              </a:rPr>
              <a:t>Process starts execution → </a:t>
            </a:r>
            <a:r>
              <a:rPr lang="en-US" sz="2300" b="1" dirty="0">
                <a:solidFill>
                  <a:schemeClr val="tx2"/>
                </a:solidFill>
              </a:rPr>
              <a:t>only a few essential pages</a:t>
            </a:r>
            <a:r>
              <a:rPr lang="en-US" sz="2300" dirty="0">
                <a:solidFill>
                  <a:schemeClr val="tx2"/>
                </a:solidFill>
              </a:rPr>
              <a:t> (like code and stack) are loaded.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2300" dirty="0">
                <a:solidFill>
                  <a:schemeClr val="tx2"/>
                </a:solidFill>
              </a:rPr>
              <a:t>If process references a page </a:t>
            </a:r>
            <a:r>
              <a:rPr lang="en-US" sz="2300" b="1" dirty="0">
                <a:solidFill>
                  <a:schemeClr val="tx2"/>
                </a:solidFill>
              </a:rPr>
              <a:t>not in RAM</a:t>
            </a:r>
            <a:r>
              <a:rPr lang="en-US" sz="2300" dirty="0">
                <a:solidFill>
                  <a:schemeClr val="tx2"/>
                </a:solidFill>
              </a:rPr>
              <a:t>:</a:t>
            </a:r>
          </a:p>
          <a:p>
            <a:pPr marL="742950" lvl="1" indent="-285750">
              <a:lnSpc>
                <a:spcPct val="90000"/>
              </a:lnSpc>
              <a:buFont typeface="+mj-lt"/>
              <a:buAutoNum type="arabicPeriod"/>
            </a:pPr>
            <a:r>
              <a:rPr lang="en-US" sz="2300" dirty="0">
                <a:solidFill>
                  <a:schemeClr val="tx2"/>
                </a:solidFill>
              </a:rPr>
              <a:t>A </a:t>
            </a:r>
            <a:r>
              <a:rPr lang="en-US" sz="2300" b="1" dirty="0">
                <a:solidFill>
                  <a:schemeClr val="tx2"/>
                </a:solidFill>
              </a:rPr>
              <a:t>page fault</a:t>
            </a:r>
            <a:r>
              <a:rPr lang="en-US" sz="2300" dirty="0">
                <a:solidFill>
                  <a:schemeClr val="tx2"/>
                </a:solidFill>
              </a:rPr>
              <a:t> occurs.</a:t>
            </a:r>
          </a:p>
          <a:p>
            <a:pPr marL="742950" lvl="1" indent="-285750">
              <a:lnSpc>
                <a:spcPct val="90000"/>
              </a:lnSpc>
              <a:buFont typeface="+mj-lt"/>
              <a:buAutoNum type="arabicPeriod"/>
            </a:pPr>
            <a:r>
              <a:rPr lang="en-US" sz="2300" dirty="0">
                <a:solidFill>
                  <a:schemeClr val="tx2"/>
                </a:solidFill>
              </a:rPr>
              <a:t>The OS traps to the kernel and checks if the reference is valid.</a:t>
            </a:r>
          </a:p>
          <a:p>
            <a:pPr marL="742950" lvl="1" indent="-285750">
              <a:lnSpc>
                <a:spcPct val="90000"/>
              </a:lnSpc>
              <a:buFont typeface="+mj-lt"/>
              <a:buAutoNum type="arabicPeriod"/>
            </a:pPr>
            <a:r>
              <a:rPr lang="en-US" sz="2300" dirty="0">
                <a:solidFill>
                  <a:schemeClr val="tx2"/>
                </a:solidFill>
              </a:rPr>
              <a:t>If valid → OS loads the page from disk (swap space or executable file).</a:t>
            </a:r>
          </a:p>
          <a:p>
            <a:pPr marL="742950" lvl="1" indent="-285750">
              <a:lnSpc>
                <a:spcPct val="90000"/>
              </a:lnSpc>
              <a:buFont typeface="+mj-lt"/>
              <a:buAutoNum type="arabicPeriod"/>
            </a:pPr>
            <a:r>
              <a:rPr lang="en-US" sz="2300" dirty="0">
                <a:solidFill>
                  <a:schemeClr val="tx2"/>
                </a:solidFill>
              </a:rPr>
              <a:t>Updates page table (mark as present, valid).</a:t>
            </a:r>
          </a:p>
          <a:p>
            <a:pPr marL="742950" lvl="1" indent="-285750">
              <a:lnSpc>
                <a:spcPct val="90000"/>
              </a:lnSpc>
              <a:buFont typeface="+mj-lt"/>
              <a:buAutoNum type="arabicPeriod"/>
            </a:pPr>
            <a:r>
              <a:rPr lang="en-US" sz="2300" dirty="0">
                <a:solidFill>
                  <a:schemeClr val="tx2"/>
                </a:solidFill>
              </a:rPr>
              <a:t>Resumes process.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2300" dirty="0">
                <a:solidFill>
                  <a:schemeClr val="tx2"/>
                </a:solidFill>
              </a:rPr>
              <a:t>If invalid (illegal address) → process receives </a:t>
            </a:r>
            <a:r>
              <a:rPr lang="en-US" sz="2300" b="1" dirty="0">
                <a:solidFill>
                  <a:schemeClr val="tx2"/>
                </a:solidFill>
              </a:rPr>
              <a:t>segmentation fault (SIGSEGV)</a:t>
            </a:r>
            <a:r>
              <a:rPr lang="en-US" sz="2300" dirty="0">
                <a:solidFill>
                  <a:schemeClr val="tx2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endParaRPr lang="en-IN" sz="900" dirty="0">
              <a:solidFill>
                <a:schemeClr val="tx2"/>
              </a:solidFill>
            </a:endParaRPr>
          </a:p>
        </p:txBody>
      </p:sp>
      <p:grpSp>
        <p:nvGrpSpPr>
          <p:cNvPr id="31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2163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A3BB7-2C29-DD3D-96FB-345B999EC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759" y="201880"/>
            <a:ext cx="4535891" cy="6626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100" b="1" dirty="0">
                <a:solidFill>
                  <a:schemeClr val="accent2">
                    <a:lumMod val="75000"/>
                  </a:schemeClr>
                </a:solidFill>
              </a:rPr>
              <a:t>Page Fault Handling Steps in UNIX</a:t>
            </a:r>
          </a:p>
          <a:p>
            <a:pPr>
              <a:buFont typeface="+mj-lt"/>
              <a:buAutoNum type="arabicPeriod"/>
            </a:pPr>
            <a:r>
              <a:rPr lang="en-IN" sz="1800" dirty="0"/>
              <a:t>CPU generates a </a:t>
            </a:r>
            <a:r>
              <a:rPr lang="en-IN" sz="1800" b="1" dirty="0"/>
              <a:t>virtual address</a:t>
            </a:r>
            <a:r>
              <a:rPr lang="en-IN" sz="1800" dirty="0"/>
              <a:t>.</a:t>
            </a:r>
          </a:p>
          <a:p>
            <a:pPr>
              <a:buFont typeface="+mj-lt"/>
              <a:buAutoNum type="arabicPeriod"/>
            </a:pPr>
            <a:r>
              <a:rPr lang="en-IN" sz="1800" dirty="0"/>
              <a:t>MMU looks up page table → entry marked “invalid” (page not in RAM).</a:t>
            </a:r>
          </a:p>
          <a:p>
            <a:pPr>
              <a:buFont typeface="+mj-lt"/>
              <a:buAutoNum type="arabicPeriod"/>
            </a:pPr>
            <a:r>
              <a:rPr lang="en-IN" sz="1800" dirty="0"/>
              <a:t>Hardware raises </a:t>
            </a:r>
            <a:r>
              <a:rPr lang="en-IN" sz="1800" b="1" dirty="0"/>
              <a:t>page fault interrupt</a:t>
            </a:r>
            <a:r>
              <a:rPr lang="en-IN" sz="1800" dirty="0"/>
              <a:t>.</a:t>
            </a:r>
          </a:p>
          <a:p>
            <a:pPr>
              <a:buFont typeface="+mj-lt"/>
              <a:buAutoNum type="arabicPeriod"/>
            </a:pPr>
            <a:r>
              <a:rPr lang="en-IN" sz="1800" dirty="0"/>
              <a:t>OS checks: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800" dirty="0"/>
              <a:t>Is the memory reference valid?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IN" sz="1800" dirty="0"/>
              <a:t>❌ No → kill process (seg fault).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IN" sz="1800" dirty="0"/>
              <a:t>✅ Yes → continue.</a:t>
            </a:r>
          </a:p>
          <a:p>
            <a:pPr>
              <a:buFont typeface="+mj-lt"/>
              <a:buAutoNum type="arabicPeriod"/>
            </a:pPr>
            <a:r>
              <a:rPr lang="en-IN" sz="1800" dirty="0"/>
              <a:t>OS finds a </a:t>
            </a:r>
            <a:r>
              <a:rPr lang="en-IN" sz="1800" b="1" dirty="0"/>
              <a:t>free frame</a:t>
            </a:r>
            <a:r>
              <a:rPr lang="en-IN" sz="1800" dirty="0"/>
              <a:t> in RAM.</a:t>
            </a:r>
          </a:p>
          <a:p>
            <a:pPr>
              <a:buFont typeface="+mj-lt"/>
              <a:buAutoNum type="arabicPeriod"/>
            </a:pPr>
            <a:r>
              <a:rPr lang="en-IN" sz="1800" dirty="0"/>
              <a:t>If no free frame → use a </a:t>
            </a:r>
            <a:r>
              <a:rPr lang="en-IN" sz="1800" b="1" dirty="0"/>
              <a:t>page replacement algorithm</a:t>
            </a:r>
            <a:r>
              <a:rPr lang="en-IN" sz="1800" dirty="0"/>
              <a:t> (FIFO, LRU, Optimal).</a:t>
            </a:r>
          </a:p>
          <a:p>
            <a:pPr>
              <a:buFont typeface="+mj-lt"/>
              <a:buAutoNum type="arabicPeriod"/>
            </a:pPr>
            <a:r>
              <a:rPr lang="en-IN" sz="1800" dirty="0"/>
              <a:t>OS loads page from </a:t>
            </a:r>
            <a:r>
              <a:rPr lang="en-IN" sz="1800" b="1" dirty="0"/>
              <a:t>disk (swap area or file system)</a:t>
            </a:r>
            <a:r>
              <a:rPr lang="en-IN" sz="1800" dirty="0"/>
              <a:t> into RAM.</a:t>
            </a:r>
          </a:p>
          <a:p>
            <a:pPr>
              <a:buFont typeface="+mj-lt"/>
              <a:buAutoNum type="arabicPeriod"/>
            </a:pPr>
            <a:r>
              <a:rPr lang="en-IN" sz="1800" dirty="0"/>
              <a:t>Updates page table entry → mark page as valid + frame number.</a:t>
            </a:r>
          </a:p>
          <a:p>
            <a:pPr>
              <a:buFont typeface="+mj-lt"/>
              <a:buAutoNum type="arabicPeriod"/>
            </a:pPr>
            <a:r>
              <a:rPr lang="en-IN" sz="1800" dirty="0"/>
              <a:t>Restart instruction that caused the fault.</a:t>
            </a:r>
          </a:p>
          <a:p>
            <a:pPr>
              <a:lnSpc>
                <a:spcPct val="90000"/>
              </a:lnSpc>
            </a:pPr>
            <a:endParaRPr lang="en-IN" sz="900" dirty="0">
              <a:solidFill>
                <a:schemeClr val="tx2"/>
              </a:solidFill>
            </a:endParaRPr>
          </a:p>
        </p:txBody>
      </p:sp>
      <p:grpSp>
        <p:nvGrpSpPr>
          <p:cNvPr id="31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CE4802B-AB2A-19E2-9A6B-88CA94DB0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333" y="1306287"/>
            <a:ext cx="3407979" cy="479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3895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F1C8B-4EC3-9DDC-62A1-18EE7D67F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67" y="282222"/>
            <a:ext cx="7819313" cy="53027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Replacement Algorithms</a:t>
            </a:r>
          </a:p>
          <a:p>
            <a:pPr marL="0" indent="0">
              <a:buNone/>
            </a:pPr>
            <a:endParaRPr lang="en-US" sz="20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memory is full and a new page is needed, the OS must </a:t>
            </a: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evict a page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 FIFO (First-In-First-Out)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oldest page in memory is replaced first.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Easy but may evict frequently used pages.</a:t>
            </a:r>
          </a:p>
          <a:p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 LRU (Least Recently Used)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Replace the page that hasn’t been used for the longest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performance but costly to implement (requires tracking usage).</a:t>
            </a:r>
          </a:p>
          <a:p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(c) Optimal (MIN)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Replace the page that </a:t>
            </a: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not be used for the longest time in the future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practical (requires future knowledge) → used as a benchmark.</a:t>
            </a:r>
          </a:p>
          <a:p>
            <a:pPr marL="0" indent="0">
              <a:buNone/>
            </a:pP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Example 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 frames, reference string: 7, 0, 1, 2, 0, 3, 0, 4):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FIFO → many page faults.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LRU → fewer page faults.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 → minimum possible faults.</a:t>
            </a:r>
          </a:p>
          <a:p>
            <a:endParaRPr lang="en-IN" sz="16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0390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0109197A-BE51-E050-4D06-D0910B781D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3063" y="166756"/>
            <a:ext cx="7916738" cy="568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Swapping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What is Swapping?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Swapping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is a memory management technique where entire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processes or pages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are temporarily moved between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RAM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and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disk (swap space)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to free up physical memory.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It is used when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RAM is full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and the system needs space for active processes.</a:t>
            </a:r>
          </a:p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In UNIX/Linux, swapping usually refers to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paging out individual pages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to disk (not entire processes, as in older systems).</a:t>
            </a:r>
          </a:p>
          <a:p>
            <a:pPr marL="0" indent="0">
              <a:buNone/>
            </a:pPr>
            <a:endParaRPr lang="en-US" sz="18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Why Swapping is Needed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Physical memory (RAM) is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limited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Many processes may be active at once.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To keep the system responsive, the kernel moves inactive or less-used pages to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swap space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on disk.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When needed again, those pages are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swapped back into RAM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0258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0109197A-BE51-E050-4D06-D0910B781D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6809" y="523126"/>
            <a:ext cx="5319273" cy="6352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Swapping Process in UNIX/Linux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Step 1: Memory Pressure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OS detects low free memory.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Step 2: Select Pages to Swap 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Page replacement algorithm (e.g., LRU, FIFO, Clock) decides which pages are least recently used.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Step 3: Write Pages to Swap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The selected pages are written to a special area on disk called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swap space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(partition or swap file).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Their page table entries are marked as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not present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Step 4: Free Frames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The physical frames used by those pages are freed for use by other processes.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Step 5: Page Fault on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If a swapped-out page is accessed again →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page fault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occurs.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OS retrieves the page from swap space back into RAM.</a:t>
            </a:r>
          </a:p>
          <a:p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EF8F1B-C3B6-4DEC-F750-F7EA7F028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665" y="1092138"/>
            <a:ext cx="3374880" cy="430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067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UNIX Performance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Factors: CPU, I/O, Memory, File System</a:t>
            </a:r>
          </a:p>
          <a:p>
            <a:pPr marL="0" indent="0">
              <a:buNone/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• Monitoring Tools: top,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vmstat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iostat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sar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B12CBA4E-B4AA-8734-B360-E60F9F008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607765"/>
              </p:ext>
            </p:extLst>
          </p:nvPr>
        </p:nvGraphicFramePr>
        <p:xfrm>
          <a:off x="135466" y="109501"/>
          <a:ext cx="9024701" cy="66506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62714">
                  <a:extLst>
                    <a:ext uri="{9D8B030D-6E8A-4147-A177-3AD203B41FA5}">
                      <a16:colId xmlns:a16="http://schemas.microsoft.com/office/drawing/2014/main" val="1814738457"/>
                    </a:ext>
                  </a:extLst>
                </a:gridCol>
                <a:gridCol w="4261987">
                  <a:extLst>
                    <a:ext uri="{9D8B030D-6E8A-4147-A177-3AD203B41FA5}">
                      <a16:colId xmlns:a16="http://schemas.microsoft.com/office/drawing/2014/main" val="2923599301"/>
                    </a:ext>
                  </a:extLst>
                </a:gridCol>
              </a:tblGrid>
              <a:tr h="307060"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u="non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UNIX Performance &amp; Optimization factors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217607"/>
                  </a:ext>
                </a:extLst>
              </a:tr>
              <a:tr h="5980083">
                <a:tc>
                  <a:txBody>
                    <a:bodyPr/>
                    <a:lstStyle/>
                    <a:p>
                      <a:pPr marL="0" marR="0" lvl="0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CPU (Central Processing Unit)</a:t>
                      </a:r>
                    </a:p>
                    <a:p>
                      <a:pPr marL="0" marR="0" lvl="0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Role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: Executes instructions of processes.</a:t>
                      </a:r>
                    </a:p>
                    <a:p>
                      <a:pPr marL="0" marR="0" lvl="0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Performance indicators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:</a:t>
                      </a: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Load Average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 (from 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Unicode MS"/>
                        </a:rPr>
                        <a:t>uptime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 or 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Unicode MS"/>
                        </a:rPr>
                        <a:t>top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): shows average runnable processes.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914400" marR="0" lvl="2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If load &gt; number of cores → CPU bottleneck.</a:t>
                      </a: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User vs System Time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 (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Unicode MS"/>
                        </a:rPr>
                        <a:t>top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 → 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Unicode MS"/>
                        </a:rPr>
                        <a:t>%us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 vs 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Unicode MS"/>
                        </a:rPr>
                        <a:t>%</a:t>
                      </a:r>
                      <a:r>
                        <a:rPr kumimoji="0" lang="en-US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Unicode MS"/>
                        </a:rPr>
                        <a:t>sy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):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914400" marR="0" lvl="2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User time = executing application code.</a:t>
                      </a:r>
                    </a:p>
                    <a:p>
                      <a:pPr marL="914400" marR="0" lvl="2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System time = executing kernel code.</a:t>
                      </a: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Context Switching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: frequent switches slow down performance.</a:t>
                      </a:r>
                    </a:p>
                    <a:p>
                      <a:pPr marL="0" marR="0" lvl="0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Bottlenecks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:</a:t>
                      </a: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Too many CPU-bound processes (e.g., compilation, video rendering).</a:t>
                      </a: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Poor scheduling (high-priority jobs starving others).</a:t>
                      </a:r>
                    </a:p>
                    <a:p>
                      <a:pPr marL="0" marR="0" lvl="0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Optimization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:</a:t>
                      </a: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Use 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Unicode MS"/>
                        </a:rPr>
                        <a:t>nice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 / 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Unicode MS"/>
                        </a:rPr>
                        <a:t>renice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 to adjust priorities.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Pin processes to cores with 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Unicode MS"/>
                        </a:rPr>
                        <a:t>taskset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.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Optimize algorithms to reduce CPU cycles.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I/O (Input/Output)</a:t>
                      </a:r>
                    </a:p>
                    <a:p>
                      <a:pPr marL="0" marR="0" lvl="0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Role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: Handles disk + network operations.</a:t>
                      </a:r>
                    </a:p>
                    <a:p>
                      <a:pPr marL="0" marR="0" lvl="0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Why slower than CPU/RAM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: mechanical disks (seek/rotation), network latency.</a:t>
                      </a:r>
                    </a:p>
                    <a:p>
                      <a:pPr marL="0" marR="0" lvl="0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Performance indicators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:</a:t>
                      </a: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Unicode MS"/>
                        </a:rPr>
                        <a:t>iostat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: 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Unicode MS"/>
                        </a:rPr>
                        <a:t>%util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 (disk busy time), 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Unicode MS"/>
                        </a:rPr>
                        <a:t>await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 (I/O wait time).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Unicode MS"/>
                        </a:rPr>
                        <a:t>vmstat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: shows blocked processes (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Unicode MS"/>
                        </a:rPr>
                        <a:t>b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).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Bottlenecks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:</a:t>
                      </a: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Too many read/write requests.</a:t>
                      </a: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Disk fragmentation (old FS).</a:t>
                      </a: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Slow devices (HDD vs SSD).</a:t>
                      </a: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High network latency or packet drops.</a:t>
                      </a:r>
                    </a:p>
                    <a:p>
                      <a:pPr marL="0" marR="0" lvl="0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Optimization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:</a:t>
                      </a: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Use SSDs or RAID.</a:t>
                      </a: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Increase I/O scheduler efficiency (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Unicode MS"/>
                        </a:rPr>
                        <a:t>deadline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, </a:t>
                      </a:r>
                      <a:r>
                        <a:rPr kumimoji="0" lang="en-US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Unicode MS"/>
                        </a:rPr>
                        <a:t>noop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</a:rPr>
                        <a:t> for SSDs).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457200" marR="0" lvl="1" indent="0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Use async I/O or caching.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124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0130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B12CBA4E-B4AA-8734-B360-E60F9F008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370877"/>
              </p:ext>
            </p:extLst>
          </p:nvPr>
        </p:nvGraphicFramePr>
        <p:xfrm>
          <a:off x="135466" y="109501"/>
          <a:ext cx="8748889" cy="66506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3564">
                  <a:extLst>
                    <a:ext uri="{9D8B030D-6E8A-4147-A177-3AD203B41FA5}">
                      <a16:colId xmlns:a16="http://schemas.microsoft.com/office/drawing/2014/main" val="1814738457"/>
                    </a:ext>
                  </a:extLst>
                </a:gridCol>
                <a:gridCol w="3965325">
                  <a:extLst>
                    <a:ext uri="{9D8B030D-6E8A-4147-A177-3AD203B41FA5}">
                      <a16:colId xmlns:a16="http://schemas.microsoft.com/office/drawing/2014/main" val="2923599301"/>
                    </a:ext>
                  </a:extLst>
                </a:gridCol>
              </a:tblGrid>
              <a:tr h="307060"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u="non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UNIX Performance &amp; Optimization factors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217607"/>
                  </a:ext>
                </a:extLst>
              </a:tr>
              <a:tr h="598008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Role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: Stores data/code for fast access.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Performance indicators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:</a:t>
                      </a:r>
                    </a:p>
                    <a:p>
                      <a:pPr marL="45720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Unicode MS"/>
                        </a:rPr>
                        <a:t>free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 / </a:t>
                      </a:r>
                      <a:r>
                        <a:rPr kumimoji="0" lang="en-US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Unicode MS"/>
                        </a:rPr>
                        <a:t>vmstat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: available memory.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45720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Unicode MS"/>
                        </a:rPr>
                        <a:t>si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Unicode MS"/>
                        </a:rPr>
                        <a:t>/so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 (swap in/out) in </a:t>
                      </a:r>
                      <a:r>
                        <a:rPr kumimoji="0" lang="en-US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Unicode MS"/>
                        </a:rPr>
                        <a:t>vmstat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: high values → memory pressure.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45720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Page faults (too frequent → slow performance).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Bottlenecks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:</a:t>
                      </a:r>
                    </a:p>
                    <a:p>
                      <a:pPr marL="45720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Running many apps exceeding RAM.</a:t>
                      </a:r>
                    </a:p>
                    <a:p>
                      <a:pPr marL="45720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Poor paging → high disk swapping.</a:t>
                      </a:r>
                    </a:p>
                    <a:p>
                      <a:pPr marL="45720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Cache thrashing.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Optimization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:</a:t>
                      </a:r>
                    </a:p>
                    <a:p>
                      <a:pPr marL="45720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Add more RAM.</a:t>
                      </a:r>
                    </a:p>
                    <a:p>
                      <a:pPr marL="45720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Adjust </a:t>
                      </a:r>
                      <a:r>
                        <a:rPr kumimoji="0" lang="en-US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Unicode MS"/>
                        </a:rPr>
                        <a:t>vm.swappiness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.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45720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Use </a:t>
                      </a:r>
                      <a:r>
                        <a:rPr kumimoji="0" lang="en-US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HugePages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 for large memory apps (DBs).</a:t>
                      </a:r>
                    </a:p>
                    <a:p>
                      <a:pPr marL="45720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Optimize application memory usage.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File System</a:t>
                      </a:r>
                    </a:p>
                    <a:p>
                      <a:r>
                        <a:rPr lang="en-IN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Role</a:t>
                      </a:r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: Organizes data in files/directories.</a:t>
                      </a:r>
                    </a:p>
                    <a:p>
                      <a:r>
                        <a:rPr lang="en-IN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Performance indicators</a:t>
                      </a:r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:</a:t>
                      </a:r>
                    </a:p>
                    <a:p>
                      <a:pPr lvl="1"/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Metadata operations (</a:t>
                      </a:r>
                      <a:r>
                        <a:rPr lang="en-IN" sz="16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inode</a:t>
                      </a:r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lookups).</a:t>
                      </a:r>
                    </a:p>
                    <a:p>
                      <a:pPr lvl="1"/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Journaling overhead.</a:t>
                      </a:r>
                    </a:p>
                    <a:p>
                      <a:pPr lvl="1"/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File access latency.</a:t>
                      </a:r>
                    </a:p>
                    <a:p>
                      <a:r>
                        <a:rPr lang="en-IN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Bottlenecks</a:t>
                      </a:r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:</a:t>
                      </a:r>
                    </a:p>
                    <a:p>
                      <a:pPr lvl="1"/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Frequent metadata updates (e.g., updating access times).</a:t>
                      </a:r>
                    </a:p>
                    <a:p>
                      <a:pPr lvl="1"/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Slow FS recovery after crash.</a:t>
                      </a:r>
                    </a:p>
                    <a:p>
                      <a:pPr lvl="1"/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Small file fragmentation.</a:t>
                      </a:r>
                    </a:p>
                    <a:p>
                      <a:r>
                        <a:rPr lang="en-IN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Optimization</a:t>
                      </a:r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:</a:t>
                      </a:r>
                    </a:p>
                    <a:p>
                      <a:pPr lvl="1"/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Use journaling FS (ext4, XFS, ZFS).</a:t>
                      </a:r>
                    </a:p>
                    <a:p>
                      <a:pPr lvl="1"/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Mount with </a:t>
                      </a:r>
                      <a:r>
                        <a:rPr lang="en-IN" sz="16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noatime</a:t>
                      </a:r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to avoid updating access time.</a:t>
                      </a:r>
                    </a:p>
                    <a:p>
                      <a:pPr lvl="1"/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Use caching + prefetching.</a:t>
                      </a:r>
                    </a:p>
                    <a:p>
                      <a:pPr lvl="1"/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Defragment if needed (on older FS).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124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8733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73011" y="5285"/>
            <a:ext cx="5470989" cy="6858000"/>
            <a:chOff x="4897348" y="-5799"/>
            <a:chExt cx="7294653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8FCABDF6-F217-8323-A91E-5394E38A92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5542" y="474133"/>
            <a:ext cx="8222101" cy="54863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9559FD-FA2D-A079-53DF-DCE72886A872}"/>
              </a:ext>
            </a:extLst>
          </p:cNvPr>
          <p:cNvSpPr txBox="1"/>
          <p:nvPr/>
        </p:nvSpPr>
        <p:spPr>
          <a:xfrm>
            <a:off x="408647" y="889053"/>
            <a:ext cx="4097867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1. top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Real-time view of processes, CPU, and memory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Key Features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Shows running processes, their PID, CPU%, MEM%, state.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Displays system load average, uptime, task counts.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      top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      top -o %CPU    # sort by CPU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      top -o %MEM    # sort by memory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Optimization Use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Identify “hog” processes, check if system load &gt; available cores, adjust priorities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Unicode MS"/>
              </a:rPr>
              <a:t>renice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EE4F6-A1A2-1687-7F13-EB1A082C6D8C}"/>
              </a:ext>
            </a:extLst>
          </p:cNvPr>
          <p:cNvSpPr txBox="1"/>
          <p:nvPr/>
        </p:nvSpPr>
        <p:spPr>
          <a:xfrm>
            <a:off x="4571885" y="1134772"/>
            <a:ext cx="471993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vmstat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(Virtual Memory Statistics)</a:t>
            </a:r>
          </a:p>
          <a:p>
            <a:endParaRPr lang="en-US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Summarizes CPU, memory, swap, I/O, and process states.</a:t>
            </a:r>
          </a:p>
          <a:p>
            <a:endParaRPr lang="en-US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Usage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vmstat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5   # refresh every 2 sec, show 5 times</a:t>
            </a:r>
          </a:p>
          <a:p>
            <a:endParaRPr lang="en-US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Fields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r: processes waiting for CPU.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b: processes blocked (I/O wait).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/so: swap in/out (high → memory bottleneck).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/id/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CPU breakdown → user, system, idle, I/O wait.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Optimization Use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Detect CPU overloading, memory shortage (swap activity), or I/O bottlenecks (high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61E529-00D8-EE8C-BA58-493C39D6A6FC}"/>
              </a:ext>
            </a:extLst>
          </p:cNvPr>
          <p:cNvSpPr txBox="1"/>
          <p:nvPr/>
        </p:nvSpPr>
        <p:spPr>
          <a:xfrm>
            <a:off x="364992" y="281483"/>
            <a:ext cx="7823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Monitoring Tools: top,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vmstat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iostat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sar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6600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73011" y="5285"/>
            <a:ext cx="5470989" cy="6858000"/>
            <a:chOff x="4897348" y="-5799"/>
            <a:chExt cx="7294653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8FCABDF6-F217-8323-A91E-5394E38A92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5542" y="474133"/>
            <a:ext cx="8222101" cy="54863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9559FD-FA2D-A079-53DF-DCE72886A872}"/>
              </a:ext>
            </a:extLst>
          </p:cNvPr>
          <p:cNvSpPr txBox="1"/>
          <p:nvPr/>
        </p:nvSpPr>
        <p:spPr>
          <a:xfrm>
            <a:off x="370514" y="1136064"/>
            <a:ext cx="409786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iostat (I/O Statistics)</a:t>
            </a:r>
          </a:p>
          <a:p>
            <a:endParaRPr lang="it-IT" sz="16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it-IT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Monitors disk I/O performance.</a:t>
            </a:r>
          </a:p>
          <a:p>
            <a:endParaRPr lang="it-IT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Usage</a:t>
            </a:r>
            <a:r>
              <a:rPr lang="it-IT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IN" sz="1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iostat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-dx 2</a:t>
            </a:r>
          </a:p>
          <a:p>
            <a:endParaRPr lang="en-IN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Metrics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r/s, w/s: read/write requests per second.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rkB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/s,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wkB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/s: throughput in KB/sec.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await: average wait time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%util: % time device is busy (close to 100 = bottleneck).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Optimization Use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Detect slow disks, overloaded storage, need for SSD/RAID, or tuning I/O schedulers</a:t>
            </a:r>
            <a:endParaRPr lang="en-IN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EE4F6-A1A2-1687-7F13-EB1A082C6D8C}"/>
              </a:ext>
            </a:extLst>
          </p:cNvPr>
          <p:cNvSpPr txBox="1"/>
          <p:nvPr/>
        </p:nvSpPr>
        <p:spPr>
          <a:xfrm>
            <a:off x="4666946" y="1148764"/>
            <a:ext cx="42782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(System Activity Report)</a:t>
            </a:r>
          </a:p>
          <a:p>
            <a:endParaRPr lang="en-US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Collects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historical performance data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CPU, memory, I/O, network.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Usage Examples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-u 5 5    # CPU usage every 5s, 5 times</a:t>
            </a:r>
          </a:p>
          <a:p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-r 1 10   # memory usage</a:t>
            </a:r>
          </a:p>
          <a:p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-d 1 10   # disk activity</a:t>
            </a:r>
          </a:p>
          <a:p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-n DEV 1  # network statistics</a:t>
            </a:r>
          </a:p>
          <a:p>
            <a:endParaRPr lang="en-US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Benefit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Unlike top,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provides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long-term trends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useful for capacity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Optimization Use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Detect recurring high CPU/memory load at certain times of day, or analyze system slowdowns after-the-fact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61E529-00D8-EE8C-BA58-493C39D6A6FC}"/>
              </a:ext>
            </a:extLst>
          </p:cNvPr>
          <p:cNvSpPr txBox="1"/>
          <p:nvPr/>
        </p:nvSpPr>
        <p:spPr>
          <a:xfrm>
            <a:off x="564444" y="214489"/>
            <a:ext cx="7823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Monitoring Tools: top,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vmstat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iostat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sar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6925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8EBEA-ADC0-8DFE-35C4-7936FD3B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top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pic>
        <p:nvPicPr>
          <p:cNvPr id="1026" name="Picture 2" descr="top to monitor CPU usage on linux">
            <a:extLst>
              <a:ext uri="{FF2B5EF4-FFF2-40B4-BE49-F238E27FC236}">
                <a16:creationId xmlns:a16="http://schemas.microsoft.com/office/drawing/2014/main" id="{D7EEB841-6113-8C44-15D2-44599F402F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65" y="1068780"/>
            <a:ext cx="7766462" cy="505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72420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D8AD5504-0BEF-C1FB-0C35-A07949DD29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4663" y="3157736"/>
            <a:ext cx="184731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mpstat command usage on Linux to monitor CPU Usage">
            <a:extLst>
              <a:ext uri="{FF2B5EF4-FFF2-40B4-BE49-F238E27FC236}">
                <a16:creationId xmlns:a16="http://schemas.microsoft.com/office/drawing/2014/main" id="{3585529B-BF6B-91DF-6533-75B5B44B8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28" y="710405"/>
            <a:ext cx="7787358" cy="519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91BF00-D5AD-6E6E-7714-5D13AB4EA239}"/>
              </a:ext>
            </a:extLst>
          </p:cNvPr>
          <p:cNvSpPr txBox="1"/>
          <p:nvPr/>
        </p:nvSpPr>
        <p:spPr>
          <a:xfrm>
            <a:off x="659394" y="307103"/>
            <a:ext cx="4251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mpstat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6937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E6101-BB57-F2CE-0628-B5C12D69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75517" cy="722889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vmstat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074" name="Picture 2" descr="vmstat command to get real time CPU usage">
            <a:extLst>
              <a:ext uri="{FF2B5EF4-FFF2-40B4-BE49-F238E27FC236}">
                <a16:creationId xmlns:a16="http://schemas.microsoft.com/office/drawing/2014/main" id="{1E8DFA69-281B-E04D-65FC-2840BC98C2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23306"/>
            <a:ext cx="7201524" cy="3851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06972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FFB2-7D83-9E43-E0A8-250DA25AB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iostat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4" descr="iostat command provides CPU utilization alongside I O statistics">
            <a:extLst>
              <a:ext uri="{FF2B5EF4-FFF2-40B4-BE49-F238E27FC236}">
                <a16:creationId xmlns:a16="http://schemas.microsoft.com/office/drawing/2014/main" id="{9B088D54-4E8E-AA02-D6BE-FDA37C989D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7638"/>
            <a:ext cx="8229600" cy="440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64231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56DD3-8A4C-61D6-0F8F-101D12E4B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1014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sar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E4F2FF-E1BE-7B2F-9F3D-874807014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191368"/>
            <a:ext cx="8229600" cy="278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142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7514</Words>
  <Application>Microsoft Office PowerPoint</Application>
  <PresentationFormat>On-screen Show (4:3)</PresentationFormat>
  <Paragraphs>1068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9" baseType="lpstr">
      <vt:lpstr>Arial</vt:lpstr>
      <vt:lpstr>Arial Unicode MS</vt:lpstr>
      <vt:lpstr>Calibri</vt:lpstr>
      <vt:lpstr>Office Theme</vt:lpstr>
      <vt:lpstr>Unit-2 UNIX Operating System Internals</vt:lpstr>
      <vt:lpstr>Evolution &amp; Architecture of UNIX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 Management in UNIX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UNIX File System Internals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Memory Management in UNIX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UNIX Performance &amp; Optimization</vt:lpstr>
      <vt:lpstr>PowerPoint Presentation</vt:lpstr>
      <vt:lpstr>PowerPoint Presentation</vt:lpstr>
      <vt:lpstr>PowerPoint Presentation</vt:lpstr>
      <vt:lpstr>PowerPoint Presentation</vt:lpstr>
      <vt:lpstr>top </vt:lpstr>
      <vt:lpstr>PowerPoint Presentation</vt:lpstr>
      <vt:lpstr>vmstat</vt:lpstr>
      <vt:lpstr>iostat</vt:lpstr>
      <vt:lpstr>sar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Operating System Internals</dc:title>
  <dc:subject/>
  <dc:creator>ADMIN</dc:creator>
  <cp:keywords/>
  <dc:description>generated using python-pptx</dc:description>
  <cp:lastModifiedBy>Mr.Arhath Kumar</cp:lastModifiedBy>
  <cp:revision>13</cp:revision>
  <dcterms:created xsi:type="dcterms:W3CDTF">2013-01-27T09:14:16Z</dcterms:created>
  <dcterms:modified xsi:type="dcterms:W3CDTF">2025-09-26T05:13:36Z</dcterms:modified>
  <cp:category/>
</cp:coreProperties>
</file>