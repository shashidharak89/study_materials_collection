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handoutMasterIdLst>
    <p:handoutMasterId r:id="rId31"/>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0080625" cy="7559675"/>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BE6F6C34-889C-4CDE-B293-EE5DF5B7A049}" styleName="">
    <a:wholeTbl>
      <a:tcStyle>
        <a:tcBdr/>
      </a:tcStyle>
    </a:wholeTbl>
    <a:band1H>
      <a:tcStyle>
        <a:tcBdr/>
      </a:tcStyle>
    </a:band1H>
    <a:band1V>
      <a:tcStyle>
        <a:tcBdr/>
      </a:tcStyle>
    </a:band1V>
    <a:lastCol>
      <a:tcStyle>
        <a:tcBdr/>
      </a:tcStyle>
    </a:lastCol>
    <a:firstCol>
      <a:tcStyle>
        <a:tcBdr/>
      </a:tcStyle>
    </a:firstCol>
    <a:lastRow>
      <a:tcStyle>
        <a:tcBdr/>
      </a:tcStyle>
    </a:lastRow>
    <a:firstRow>
      <a:tcStyle>
        <a:tcBdr/>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46EE32C-E81B-4867-8DA0-36B7022984DA}"/>
              </a:ext>
            </a:extLst>
          </p:cNvPr>
          <p:cNvSpPr txBox="1">
            <a:spLocks noGrp="1"/>
          </p:cNvSpPr>
          <p:nvPr>
            <p:ph type="hdr" sz="quarter"/>
          </p:nvPr>
        </p:nvSpPr>
        <p:spPr>
          <a:xfrm>
            <a:off x="0" y="0"/>
            <a:ext cx="3280320" cy="534240"/>
          </a:xfrm>
          <a:prstGeom prst="rect">
            <a:avLst/>
          </a:prstGeom>
          <a:noFill/>
          <a:ln>
            <a:noFill/>
          </a:ln>
        </p:spPr>
        <p:txBody>
          <a:bodyPr vert="horz" wrap="none" lIns="90000" tIns="45000" rIns="90000" bIns="45000" anchorCtr="0" compatLnSpc="0">
            <a:noAutofit/>
          </a:bodyPr>
          <a:lstStyle/>
          <a:p>
            <a:pPr marL="0" marR="0" lvl="0" indent="0" rtl="0" hangingPunct="0">
              <a:lnSpc>
                <a:spcPct val="100000"/>
              </a:lnSpc>
              <a:spcBef>
                <a:spcPts val="0"/>
              </a:spcBef>
              <a:spcAft>
                <a:spcPts val="0"/>
              </a:spcAft>
              <a:buNone/>
              <a:tabLst/>
              <a:defRPr sz="1400"/>
            </a:pPr>
            <a:endParaRPr lang="en-IN" sz="1400" b="0" i="0" u="none" strike="noStrike" kern="1200" cap="none">
              <a:ln>
                <a:noFill/>
              </a:ln>
              <a:latin typeface="Liberation Sans" pitchFamily="18"/>
              <a:ea typeface="Droid Sans Fallback" pitchFamily="2"/>
              <a:cs typeface="FreeSans" pitchFamily="2"/>
            </a:endParaRPr>
          </a:p>
        </p:txBody>
      </p:sp>
      <p:sp>
        <p:nvSpPr>
          <p:cNvPr id="3" name="Date Placeholder 2">
            <a:extLst>
              <a:ext uri="{FF2B5EF4-FFF2-40B4-BE49-F238E27FC236}">
                <a16:creationId xmlns:a16="http://schemas.microsoft.com/office/drawing/2014/main" id="{A87AFB77-8F92-4B6D-888A-BAE7DC5FEA2F}"/>
              </a:ext>
            </a:extLst>
          </p:cNvPr>
          <p:cNvSpPr txBox="1">
            <a:spLocks noGrp="1"/>
          </p:cNvSpPr>
          <p:nvPr>
            <p:ph type="dt" sz="quarter" idx="1"/>
          </p:nvPr>
        </p:nvSpPr>
        <p:spPr>
          <a:xfrm>
            <a:off x="4279320" y="0"/>
            <a:ext cx="3280320" cy="534240"/>
          </a:xfrm>
          <a:prstGeom prst="rect">
            <a:avLst/>
          </a:prstGeom>
          <a:noFill/>
          <a:ln>
            <a:noFill/>
          </a:ln>
        </p:spPr>
        <p:txBody>
          <a:bodyPr vert="horz" wrap="none" lIns="90000" tIns="45000" rIns="90000" bIns="45000" anchorCtr="0" compatLnSpc="0">
            <a:noAutofit/>
          </a:bodyPr>
          <a:lstStyle/>
          <a:p>
            <a:pPr marL="0" marR="0" lvl="0" indent="0" algn="r" rtl="0" hangingPunct="0">
              <a:lnSpc>
                <a:spcPct val="100000"/>
              </a:lnSpc>
              <a:spcBef>
                <a:spcPts val="0"/>
              </a:spcBef>
              <a:spcAft>
                <a:spcPts val="0"/>
              </a:spcAft>
              <a:buNone/>
              <a:tabLst/>
              <a:defRPr sz="1400"/>
            </a:pPr>
            <a:endParaRPr lang="en-IN" sz="1400" b="0" i="0" u="none" strike="noStrike" kern="1200" cap="none">
              <a:ln>
                <a:noFill/>
              </a:ln>
              <a:latin typeface="Liberation Sans" pitchFamily="18"/>
              <a:ea typeface="Droid Sans Fallback" pitchFamily="2"/>
              <a:cs typeface="FreeSans" pitchFamily="2"/>
            </a:endParaRPr>
          </a:p>
        </p:txBody>
      </p:sp>
      <p:sp>
        <p:nvSpPr>
          <p:cNvPr id="4" name="Footer Placeholder 3">
            <a:extLst>
              <a:ext uri="{FF2B5EF4-FFF2-40B4-BE49-F238E27FC236}">
                <a16:creationId xmlns:a16="http://schemas.microsoft.com/office/drawing/2014/main" id="{F7FA9C9D-DFD6-41D2-977A-EE63D6977325}"/>
              </a:ext>
            </a:extLst>
          </p:cNvPr>
          <p:cNvSpPr txBox="1">
            <a:spLocks noGrp="1"/>
          </p:cNvSpPr>
          <p:nvPr>
            <p:ph type="ftr" sz="quarter" idx="2"/>
          </p:nvPr>
        </p:nvSpPr>
        <p:spPr>
          <a:xfrm>
            <a:off x="0" y="10157400"/>
            <a:ext cx="3280320" cy="534240"/>
          </a:xfrm>
          <a:prstGeom prst="rect">
            <a:avLst/>
          </a:prstGeom>
          <a:noFill/>
          <a:ln>
            <a:noFill/>
          </a:ln>
        </p:spPr>
        <p:txBody>
          <a:bodyPr vert="horz" wrap="none" lIns="90000" tIns="45000" rIns="90000" bIns="45000" anchor="b" anchorCtr="0" compatLnSpc="0">
            <a:noAutofit/>
          </a:bodyPr>
          <a:lstStyle/>
          <a:p>
            <a:pPr marL="0" marR="0" lvl="0" indent="0" rtl="0" hangingPunct="0">
              <a:lnSpc>
                <a:spcPct val="100000"/>
              </a:lnSpc>
              <a:spcBef>
                <a:spcPts val="0"/>
              </a:spcBef>
              <a:spcAft>
                <a:spcPts val="0"/>
              </a:spcAft>
              <a:buNone/>
              <a:tabLst/>
              <a:defRPr sz="1400"/>
            </a:pPr>
            <a:endParaRPr lang="en-IN" sz="1400" b="0" i="0" u="none" strike="noStrike" kern="1200" cap="none">
              <a:ln>
                <a:noFill/>
              </a:ln>
              <a:latin typeface="Liberation Sans" pitchFamily="18"/>
              <a:ea typeface="Droid Sans Fallback" pitchFamily="2"/>
              <a:cs typeface="FreeSans" pitchFamily="2"/>
            </a:endParaRPr>
          </a:p>
        </p:txBody>
      </p:sp>
      <p:sp>
        <p:nvSpPr>
          <p:cNvPr id="5" name="Slide Number Placeholder 4">
            <a:extLst>
              <a:ext uri="{FF2B5EF4-FFF2-40B4-BE49-F238E27FC236}">
                <a16:creationId xmlns:a16="http://schemas.microsoft.com/office/drawing/2014/main" id="{7825BD75-EED6-4009-80DE-7B9A2F54512E}"/>
              </a:ext>
            </a:extLst>
          </p:cNvPr>
          <p:cNvSpPr txBox="1">
            <a:spLocks noGrp="1"/>
          </p:cNvSpPr>
          <p:nvPr>
            <p:ph type="sldNum" sz="quarter" idx="3"/>
          </p:nvPr>
        </p:nvSpPr>
        <p:spPr>
          <a:xfrm>
            <a:off x="4279320" y="10157400"/>
            <a:ext cx="3280320" cy="534240"/>
          </a:xfrm>
          <a:prstGeom prst="rect">
            <a:avLst/>
          </a:prstGeom>
          <a:noFill/>
          <a:ln>
            <a:noFill/>
          </a:ln>
        </p:spPr>
        <p:txBody>
          <a:bodyPr vert="horz" wrap="none" lIns="90000" tIns="45000" rIns="90000" bIns="45000" anchor="b" anchorCtr="0" compatLnSpc="0">
            <a:noAutofit/>
          </a:bodyPr>
          <a:lstStyle/>
          <a:p>
            <a:pPr marL="0" marR="0" lvl="0" indent="0" algn="r" rtl="0" hangingPunct="0">
              <a:lnSpc>
                <a:spcPct val="100000"/>
              </a:lnSpc>
              <a:spcBef>
                <a:spcPts val="0"/>
              </a:spcBef>
              <a:spcAft>
                <a:spcPts val="0"/>
              </a:spcAft>
              <a:buNone/>
              <a:tabLst/>
              <a:defRPr sz="1400"/>
            </a:pPr>
            <a:fld id="{EE706C21-535C-4935-8D56-C4CEE985E1CA}" type="slidenum">
              <a:t>‹#›</a:t>
            </a:fld>
            <a:endParaRPr lang="en-IN" sz="1400" b="0" i="0" u="none" strike="noStrike" kern="1200" cap="none">
              <a:ln>
                <a:noFill/>
              </a:ln>
              <a:latin typeface="Liberation Sans" pitchFamily="18"/>
              <a:ea typeface="Droid Sans Fallback" pitchFamily="2"/>
              <a:cs typeface="FreeSans" pitchFamily="2"/>
            </a:endParaRPr>
          </a:p>
        </p:txBody>
      </p:sp>
    </p:spTree>
    <p:extLst>
      <p:ext uri="{BB962C8B-B14F-4D97-AF65-F5344CB8AC3E}">
        <p14:creationId xmlns:p14="http://schemas.microsoft.com/office/powerpoint/2010/main" val="31726419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5506F8-FE36-48FF-BD53-3EEB5F96DD78}"/>
              </a:ext>
            </a:extLst>
          </p:cNvPr>
          <p:cNvSpPr>
            <a:spLocks noGrp="1" noRot="1" noChangeAspect="1"/>
          </p:cNvSpPr>
          <p:nvPr>
            <p:ph type="sldImg" idx="2"/>
          </p:nvPr>
        </p:nvSpPr>
        <p:spPr>
          <a:xfrm>
            <a:off x="1107000" y="812520"/>
            <a:ext cx="5345280" cy="4008600"/>
          </a:xfrm>
          <a:prstGeom prst="rect">
            <a:avLst/>
          </a:prstGeom>
          <a:noFill/>
          <a:ln>
            <a:noFill/>
            <a:prstDash val="solid"/>
          </a:ln>
        </p:spPr>
      </p:sp>
      <p:sp>
        <p:nvSpPr>
          <p:cNvPr id="3" name="Notes Placeholder 2">
            <a:extLst>
              <a:ext uri="{FF2B5EF4-FFF2-40B4-BE49-F238E27FC236}">
                <a16:creationId xmlns:a16="http://schemas.microsoft.com/office/drawing/2014/main" id="{70AC51C7-586F-40D7-B30D-A7B8B38808D3}"/>
              </a:ext>
            </a:extLst>
          </p:cNvPr>
          <p:cNvSpPr txBox="1">
            <a:spLocks noGrp="1"/>
          </p:cNvSpPr>
          <p:nvPr>
            <p:ph type="body" sz="quarter" idx="3"/>
          </p:nvPr>
        </p:nvSpPr>
        <p:spPr>
          <a:xfrm>
            <a:off x="756000" y="5078520"/>
            <a:ext cx="6047640" cy="4811040"/>
          </a:xfrm>
          <a:prstGeom prst="rect">
            <a:avLst/>
          </a:prstGeom>
          <a:noFill/>
          <a:ln>
            <a:noFill/>
          </a:ln>
        </p:spPr>
        <p:txBody>
          <a:bodyPr lIns="0" tIns="0" rIns="0" bIns="0"/>
          <a:lstStyle/>
          <a:p>
            <a:endParaRPr lang="en-IN"/>
          </a:p>
        </p:txBody>
      </p:sp>
      <p:sp>
        <p:nvSpPr>
          <p:cNvPr id="4" name="Header Placeholder 3">
            <a:extLst>
              <a:ext uri="{FF2B5EF4-FFF2-40B4-BE49-F238E27FC236}">
                <a16:creationId xmlns:a16="http://schemas.microsoft.com/office/drawing/2014/main" id="{D537CE56-1DD5-4B04-8FF6-A99B7E10D890}"/>
              </a:ext>
            </a:extLst>
          </p:cNvPr>
          <p:cNvSpPr txBox="1">
            <a:spLocks noGrp="1"/>
          </p:cNvSpPr>
          <p:nvPr>
            <p:ph type="hdr" sz="quarter"/>
          </p:nvPr>
        </p:nvSpPr>
        <p:spPr>
          <a:xfrm>
            <a:off x="0" y="0"/>
            <a:ext cx="3280320" cy="534240"/>
          </a:xfrm>
          <a:prstGeom prst="rect">
            <a:avLst/>
          </a:prstGeom>
          <a:noFill/>
          <a:ln>
            <a:noFill/>
          </a:ln>
        </p:spPr>
        <p:txBody>
          <a:bodyPr vert="horz" lIns="0" tIns="0" rIns="0" bIns="0" anchorCtr="0">
            <a:noAutofit/>
          </a:bodyPr>
          <a:lstStyle>
            <a:lvl1pPr lvl="0" rtl="0" hangingPunct="0">
              <a:buNone/>
              <a:tabLst/>
              <a:defRPr lang="en-IN" sz="1400" kern="1200">
                <a:latin typeface="Liberation Serif" pitchFamily="18"/>
                <a:ea typeface="DejaVu Sans" pitchFamily="2"/>
                <a:cs typeface="DejaVu Sans" pitchFamily="2"/>
              </a:defRPr>
            </a:lvl1pPr>
          </a:lstStyle>
          <a:p>
            <a:pPr lvl="0"/>
            <a:endParaRPr lang="en-IN"/>
          </a:p>
        </p:txBody>
      </p:sp>
      <p:sp>
        <p:nvSpPr>
          <p:cNvPr id="5" name="Date Placeholder 4">
            <a:extLst>
              <a:ext uri="{FF2B5EF4-FFF2-40B4-BE49-F238E27FC236}">
                <a16:creationId xmlns:a16="http://schemas.microsoft.com/office/drawing/2014/main" id="{82C3851A-1BAD-4643-8D88-ECCEDCEF625B}"/>
              </a:ext>
            </a:extLst>
          </p:cNvPr>
          <p:cNvSpPr txBox="1">
            <a:spLocks noGrp="1"/>
          </p:cNvSpPr>
          <p:nvPr>
            <p:ph type="dt" idx="1"/>
          </p:nvPr>
        </p:nvSpPr>
        <p:spPr>
          <a:xfrm>
            <a:off x="4279320" y="0"/>
            <a:ext cx="3280320" cy="534240"/>
          </a:xfrm>
          <a:prstGeom prst="rect">
            <a:avLst/>
          </a:prstGeom>
          <a:noFill/>
          <a:ln>
            <a:noFill/>
          </a:ln>
        </p:spPr>
        <p:txBody>
          <a:bodyPr vert="horz" lIns="0" tIns="0" rIns="0" bIns="0" anchorCtr="0">
            <a:noAutofit/>
          </a:bodyPr>
          <a:lstStyle>
            <a:lvl1pPr lvl="0" algn="r" rtl="0" hangingPunct="0">
              <a:buNone/>
              <a:tabLst/>
              <a:defRPr lang="en-IN" sz="1400" kern="1200">
                <a:latin typeface="Liberation Serif" pitchFamily="18"/>
                <a:ea typeface="DejaVu Sans" pitchFamily="2"/>
                <a:cs typeface="DejaVu Sans" pitchFamily="2"/>
              </a:defRPr>
            </a:lvl1pPr>
          </a:lstStyle>
          <a:p>
            <a:pPr lvl="0"/>
            <a:endParaRPr lang="en-IN"/>
          </a:p>
        </p:txBody>
      </p:sp>
      <p:sp>
        <p:nvSpPr>
          <p:cNvPr id="6" name="Footer Placeholder 5">
            <a:extLst>
              <a:ext uri="{FF2B5EF4-FFF2-40B4-BE49-F238E27FC236}">
                <a16:creationId xmlns:a16="http://schemas.microsoft.com/office/drawing/2014/main" id="{21FE2166-9A4A-4FA8-94ED-5CC4881659FE}"/>
              </a:ext>
            </a:extLst>
          </p:cNvPr>
          <p:cNvSpPr txBox="1">
            <a:spLocks noGrp="1"/>
          </p:cNvSpPr>
          <p:nvPr>
            <p:ph type="ftr" sz="quarter" idx="4"/>
          </p:nvPr>
        </p:nvSpPr>
        <p:spPr>
          <a:xfrm>
            <a:off x="0" y="10157400"/>
            <a:ext cx="3280320" cy="534240"/>
          </a:xfrm>
          <a:prstGeom prst="rect">
            <a:avLst/>
          </a:prstGeom>
          <a:noFill/>
          <a:ln>
            <a:noFill/>
          </a:ln>
        </p:spPr>
        <p:txBody>
          <a:bodyPr vert="horz" lIns="0" tIns="0" rIns="0" bIns="0" anchor="b" anchorCtr="0">
            <a:noAutofit/>
          </a:bodyPr>
          <a:lstStyle>
            <a:lvl1pPr lvl="0" rtl="0" hangingPunct="0">
              <a:buNone/>
              <a:tabLst/>
              <a:defRPr lang="en-IN" sz="1400" kern="1200">
                <a:latin typeface="Liberation Serif" pitchFamily="18"/>
                <a:ea typeface="DejaVu Sans" pitchFamily="2"/>
                <a:cs typeface="DejaVu Sans" pitchFamily="2"/>
              </a:defRPr>
            </a:lvl1pPr>
          </a:lstStyle>
          <a:p>
            <a:pPr lvl="0"/>
            <a:endParaRPr lang="en-IN"/>
          </a:p>
        </p:txBody>
      </p:sp>
      <p:sp>
        <p:nvSpPr>
          <p:cNvPr id="7" name="Slide Number Placeholder 6">
            <a:extLst>
              <a:ext uri="{FF2B5EF4-FFF2-40B4-BE49-F238E27FC236}">
                <a16:creationId xmlns:a16="http://schemas.microsoft.com/office/drawing/2014/main" id="{4CF01050-5B5B-4BE9-B6AB-4F86F072F117}"/>
              </a:ext>
            </a:extLst>
          </p:cNvPr>
          <p:cNvSpPr txBox="1">
            <a:spLocks noGrp="1"/>
          </p:cNvSpPr>
          <p:nvPr>
            <p:ph type="sldNum" sz="quarter" idx="5"/>
          </p:nvPr>
        </p:nvSpPr>
        <p:spPr>
          <a:xfrm>
            <a:off x="4279320" y="10157400"/>
            <a:ext cx="3280320" cy="534240"/>
          </a:xfrm>
          <a:prstGeom prst="rect">
            <a:avLst/>
          </a:prstGeom>
          <a:noFill/>
          <a:ln>
            <a:noFill/>
          </a:ln>
        </p:spPr>
        <p:txBody>
          <a:bodyPr vert="horz" lIns="0" tIns="0" rIns="0" bIns="0" anchor="b" anchorCtr="0">
            <a:noAutofit/>
          </a:bodyPr>
          <a:lstStyle>
            <a:lvl1pPr lvl="0" algn="r" rtl="0" hangingPunct="0">
              <a:buNone/>
              <a:tabLst/>
              <a:defRPr lang="en-IN" sz="1400" kern="1200">
                <a:latin typeface="Liberation Serif" pitchFamily="18"/>
                <a:ea typeface="DejaVu Sans" pitchFamily="2"/>
                <a:cs typeface="DejaVu Sans" pitchFamily="2"/>
              </a:defRPr>
            </a:lvl1pPr>
          </a:lstStyle>
          <a:p>
            <a:pPr lvl="0"/>
            <a:fld id="{E6D065CB-1B6D-45AA-BABF-B676CD50A4AB}" type="slidenum">
              <a:t>‹#›</a:t>
            </a:fld>
            <a:endParaRPr lang="en-IN"/>
          </a:p>
        </p:txBody>
      </p:sp>
    </p:spTree>
    <p:extLst>
      <p:ext uri="{BB962C8B-B14F-4D97-AF65-F5344CB8AC3E}">
        <p14:creationId xmlns:p14="http://schemas.microsoft.com/office/powerpoint/2010/main" val="1810753426"/>
      </p:ext>
    </p:extLst>
  </p:cSld>
  <p:clrMap bg1="lt1" tx1="dk1" bg2="lt2" tx2="dk2" accent1="accent1" accent2="accent2" accent3="accent3" accent4="accent4" accent5="accent5" accent6="accent6" hlink="hlink" folHlink="folHlink"/>
  <p:notesStyle>
    <a:lvl1pPr marL="216000" marR="0" indent="-216000" hangingPunct="0">
      <a:tabLst/>
      <a:defRPr lang="en-IN" sz="2000" b="0" i="0" u="none" strike="noStrike" kern="1200" cap="none">
        <a:ln>
          <a:noFill/>
        </a:ln>
        <a:latin typeface="Liberation Sans" pitchFamily="18"/>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C424B75-3E84-46B4-8ED4-C00C132E5B00}"/>
              </a:ext>
            </a:extLst>
          </p:cNvPr>
          <p:cNvSpPr txBox="1">
            <a:spLocks noGrp="1"/>
          </p:cNvSpPr>
          <p:nvPr>
            <p:ph type="sldNum" sz="quarter" idx="5"/>
          </p:nvPr>
        </p:nvSpPr>
        <p:spPr>
          <a:ln/>
        </p:spPr>
        <p:txBody>
          <a:bodyPr vert="horz" lIns="0" tIns="0" rIns="0" bIns="0" anchor="b" anchorCtr="0">
            <a:noAutofit/>
          </a:bodyPr>
          <a:lstStyle/>
          <a:p>
            <a:pPr lvl="0"/>
            <a:fld id="{E4901DB6-4E31-4727-9EEC-B1BA1F964CB3}" type="slidenum">
              <a:t>1</a:t>
            </a:fld>
            <a:endParaRPr lang="en-IN"/>
          </a:p>
        </p:txBody>
      </p:sp>
      <p:sp>
        <p:nvSpPr>
          <p:cNvPr id="2" name="Slide Image Placeholder 1">
            <a:extLst>
              <a:ext uri="{FF2B5EF4-FFF2-40B4-BE49-F238E27FC236}">
                <a16:creationId xmlns:a16="http://schemas.microsoft.com/office/drawing/2014/main" id="{889D8CDD-4770-4AA0-8D89-0FB0CA57DBAD}"/>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9DAB442E-398B-418A-858B-1F81B952DEC6}"/>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88C2A20-9D58-4189-A710-E5155E941464}"/>
              </a:ext>
            </a:extLst>
          </p:cNvPr>
          <p:cNvSpPr txBox="1">
            <a:spLocks noGrp="1"/>
          </p:cNvSpPr>
          <p:nvPr>
            <p:ph type="sldNum" sz="quarter" idx="5"/>
          </p:nvPr>
        </p:nvSpPr>
        <p:spPr>
          <a:ln/>
        </p:spPr>
        <p:txBody>
          <a:bodyPr vert="horz" lIns="0" tIns="0" rIns="0" bIns="0" anchor="b" anchorCtr="0">
            <a:noAutofit/>
          </a:bodyPr>
          <a:lstStyle/>
          <a:p>
            <a:pPr lvl="0"/>
            <a:fld id="{EDAD4497-D29E-4C8B-AE1D-E8624C6ADF1C}" type="slidenum">
              <a:t>2</a:t>
            </a:fld>
            <a:endParaRPr lang="en-IN"/>
          </a:p>
        </p:txBody>
      </p:sp>
      <p:sp>
        <p:nvSpPr>
          <p:cNvPr id="2" name="Slide Image Placeholder 1">
            <a:extLst>
              <a:ext uri="{FF2B5EF4-FFF2-40B4-BE49-F238E27FC236}">
                <a16:creationId xmlns:a16="http://schemas.microsoft.com/office/drawing/2014/main" id="{17BA36B0-6F9E-47E5-AB4E-F0B8755FB149}"/>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C030118B-8AFE-40B5-BE38-5E44BA32597D}"/>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E1163C3-6991-4BA9-80E0-C0E889539185}"/>
              </a:ext>
            </a:extLst>
          </p:cNvPr>
          <p:cNvSpPr txBox="1">
            <a:spLocks noGrp="1"/>
          </p:cNvSpPr>
          <p:nvPr>
            <p:ph type="sldNum" sz="quarter" idx="5"/>
          </p:nvPr>
        </p:nvSpPr>
        <p:spPr>
          <a:ln/>
        </p:spPr>
        <p:txBody>
          <a:bodyPr vert="horz" lIns="0" tIns="0" rIns="0" bIns="0" anchor="b" anchorCtr="0">
            <a:noAutofit/>
          </a:bodyPr>
          <a:lstStyle/>
          <a:p>
            <a:pPr lvl="0"/>
            <a:fld id="{F7461EAA-BBF4-45C2-8C27-84AD48B839F2}" type="slidenum">
              <a:t>3</a:t>
            </a:fld>
            <a:endParaRPr lang="en-IN"/>
          </a:p>
        </p:txBody>
      </p:sp>
      <p:sp>
        <p:nvSpPr>
          <p:cNvPr id="2" name="Slide Image Placeholder 1">
            <a:extLst>
              <a:ext uri="{FF2B5EF4-FFF2-40B4-BE49-F238E27FC236}">
                <a16:creationId xmlns:a16="http://schemas.microsoft.com/office/drawing/2014/main" id="{8827BB6B-E764-4DC5-8F23-FCE7E60AFDBF}"/>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EF501849-2F0D-418A-B30B-75DA3FDEFA5A}"/>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F3AEB7F7-6DAC-49A9-BF88-DD859674B8F0}"/>
              </a:ext>
            </a:extLst>
          </p:cNvPr>
          <p:cNvSpPr txBox="1">
            <a:spLocks noGrp="1"/>
          </p:cNvSpPr>
          <p:nvPr>
            <p:ph type="sldNum" sz="quarter" idx="5"/>
          </p:nvPr>
        </p:nvSpPr>
        <p:spPr>
          <a:ln/>
        </p:spPr>
        <p:txBody>
          <a:bodyPr vert="horz" lIns="0" tIns="0" rIns="0" bIns="0" anchor="b" anchorCtr="0">
            <a:noAutofit/>
          </a:bodyPr>
          <a:lstStyle/>
          <a:p>
            <a:pPr lvl="0"/>
            <a:fld id="{FAE2CAF6-C310-49F5-A8B9-A7B1C334EEA6}" type="slidenum">
              <a:t>4</a:t>
            </a:fld>
            <a:endParaRPr lang="en-IN"/>
          </a:p>
        </p:txBody>
      </p:sp>
      <p:sp>
        <p:nvSpPr>
          <p:cNvPr id="2" name="Slide Image Placeholder 1">
            <a:extLst>
              <a:ext uri="{FF2B5EF4-FFF2-40B4-BE49-F238E27FC236}">
                <a16:creationId xmlns:a16="http://schemas.microsoft.com/office/drawing/2014/main" id="{0E5900BA-F1AC-42CB-91F8-F2A778A54581}"/>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DE0648BA-8DE9-45D7-9DBF-647FC7FCFEBB}"/>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D0B0B54-D185-4AEB-90F6-3A57E7C86A80}"/>
              </a:ext>
            </a:extLst>
          </p:cNvPr>
          <p:cNvSpPr txBox="1">
            <a:spLocks noGrp="1"/>
          </p:cNvSpPr>
          <p:nvPr>
            <p:ph type="sldNum" sz="quarter" idx="5"/>
          </p:nvPr>
        </p:nvSpPr>
        <p:spPr>
          <a:ln/>
        </p:spPr>
        <p:txBody>
          <a:bodyPr vert="horz" lIns="0" tIns="0" rIns="0" bIns="0" anchor="b" anchorCtr="0">
            <a:noAutofit/>
          </a:bodyPr>
          <a:lstStyle/>
          <a:p>
            <a:pPr lvl="0"/>
            <a:fld id="{190CEC5A-012B-4C37-844E-A613556BC914}" type="slidenum">
              <a:t>5</a:t>
            </a:fld>
            <a:endParaRPr lang="en-IN"/>
          </a:p>
        </p:txBody>
      </p:sp>
      <p:sp>
        <p:nvSpPr>
          <p:cNvPr id="2" name="Slide Image Placeholder 1">
            <a:extLst>
              <a:ext uri="{FF2B5EF4-FFF2-40B4-BE49-F238E27FC236}">
                <a16:creationId xmlns:a16="http://schemas.microsoft.com/office/drawing/2014/main" id="{69BABF86-978C-4A8D-8E44-C59182622441}"/>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AF12549C-5C2F-4AC5-BF78-2493E9FEC002}"/>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4DC3D13-6D7E-44C6-B956-C0FFB91ACAE1}"/>
              </a:ext>
            </a:extLst>
          </p:cNvPr>
          <p:cNvSpPr txBox="1">
            <a:spLocks noGrp="1"/>
          </p:cNvSpPr>
          <p:nvPr>
            <p:ph type="sldNum" sz="quarter" idx="5"/>
          </p:nvPr>
        </p:nvSpPr>
        <p:spPr>
          <a:ln/>
        </p:spPr>
        <p:txBody>
          <a:bodyPr vert="horz" lIns="0" tIns="0" rIns="0" bIns="0" anchor="b" anchorCtr="0">
            <a:noAutofit/>
          </a:bodyPr>
          <a:lstStyle/>
          <a:p>
            <a:pPr lvl="0"/>
            <a:fld id="{FFD72070-27F3-419C-9C07-4B11027F0095}" type="slidenum">
              <a:t>6</a:t>
            </a:fld>
            <a:endParaRPr lang="en-IN"/>
          </a:p>
        </p:txBody>
      </p:sp>
      <p:sp>
        <p:nvSpPr>
          <p:cNvPr id="2" name="Slide Image Placeholder 1">
            <a:extLst>
              <a:ext uri="{FF2B5EF4-FFF2-40B4-BE49-F238E27FC236}">
                <a16:creationId xmlns:a16="http://schemas.microsoft.com/office/drawing/2014/main" id="{D774873C-C59F-417D-B1A2-56DED296D5E3}"/>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98DE4B58-0946-4407-92C4-FDE6A14DB450}"/>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887EADA-05A2-4A51-97D2-F8B63D01E692}"/>
              </a:ext>
            </a:extLst>
          </p:cNvPr>
          <p:cNvSpPr txBox="1">
            <a:spLocks noGrp="1"/>
          </p:cNvSpPr>
          <p:nvPr>
            <p:ph type="sldNum" sz="quarter" idx="5"/>
          </p:nvPr>
        </p:nvSpPr>
        <p:spPr>
          <a:ln/>
        </p:spPr>
        <p:txBody>
          <a:bodyPr vert="horz" lIns="0" tIns="0" rIns="0" bIns="0" anchor="b" anchorCtr="0">
            <a:noAutofit/>
          </a:bodyPr>
          <a:lstStyle/>
          <a:p>
            <a:pPr lvl="0"/>
            <a:fld id="{C2B834A5-35C4-4ABD-BBE0-21BE4C0D5182}" type="slidenum">
              <a:t>7</a:t>
            </a:fld>
            <a:endParaRPr lang="en-IN"/>
          </a:p>
        </p:txBody>
      </p:sp>
      <p:sp>
        <p:nvSpPr>
          <p:cNvPr id="2" name="Slide Image Placeholder 1">
            <a:extLst>
              <a:ext uri="{FF2B5EF4-FFF2-40B4-BE49-F238E27FC236}">
                <a16:creationId xmlns:a16="http://schemas.microsoft.com/office/drawing/2014/main" id="{A51BEF33-9537-44FA-B684-E0EEB7F5DA6B}"/>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17405CE6-D8F4-4123-92CF-2E346BF92650}"/>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C989C81-8366-45F9-A20E-E6C41243A4B8}"/>
              </a:ext>
            </a:extLst>
          </p:cNvPr>
          <p:cNvSpPr txBox="1">
            <a:spLocks noGrp="1"/>
          </p:cNvSpPr>
          <p:nvPr>
            <p:ph type="sldNum" sz="quarter" idx="5"/>
          </p:nvPr>
        </p:nvSpPr>
        <p:spPr>
          <a:ln/>
        </p:spPr>
        <p:txBody>
          <a:bodyPr vert="horz" lIns="0" tIns="0" rIns="0" bIns="0" anchor="b" anchorCtr="0">
            <a:noAutofit/>
          </a:bodyPr>
          <a:lstStyle/>
          <a:p>
            <a:pPr lvl="0"/>
            <a:fld id="{681C3B6F-3C9D-49BC-A614-1A937256ECD1}" type="slidenum">
              <a:t>8</a:t>
            </a:fld>
            <a:endParaRPr lang="en-IN"/>
          </a:p>
        </p:txBody>
      </p:sp>
      <p:sp>
        <p:nvSpPr>
          <p:cNvPr id="2" name="Slide Image Placeholder 1">
            <a:extLst>
              <a:ext uri="{FF2B5EF4-FFF2-40B4-BE49-F238E27FC236}">
                <a16:creationId xmlns:a16="http://schemas.microsoft.com/office/drawing/2014/main" id="{FDD80280-1C1A-445D-AD82-E3F82F01AE6F}"/>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4DE58BD1-06C4-4235-8DD3-76E72451B31C}"/>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6BC4634-B400-4DDA-96AE-8729C768EA9A}"/>
              </a:ext>
            </a:extLst>
          </p:cNvPr>
          <p:cNvSpPr txBox="1">
            <a:spLocks noGrp="1"/>
          </p:cNvSpPr>
          <p:nvPr>
            <p:ph type="sldNum" sz="quarter" idx="5"/>
          </p:nvPr>
        </p:nvSpPr>
        <p:spPr>
          <a:ln/>
        </p:spPr>
        <p:txBody>
          <a:bodyPr vert="horz" lIns="0" tIns="0" rIns="0" bIns="0" anchor="b" anchorCtr="0">
            <a:noAutofit/>
          </a:bodyPr>
          <a:lstStyle/>
          <a:p>
            <a:pPr lvl="0"/>
            <a:fld id="{98A597BC-8EE9-46CD-B912-14B151EB8117}" type="slidenum">
              <a:t>9</a:t>
            </a:fld>
            <a:endParaRPr lang="en-IN"/>
          </a:p>
        </p:txBody>
      </p:sp>
      <p:sp>
        <p:nvSpPr>
          <p:cNvPr id="2" name="Slide Image Placeholder 1">
            <a:extLst>
              <a:ext uri="{FF2B5EF4-FFF2-40B4-BE49-F238E27FC236}">
                <a16:creationId xmlns:a16="http://schemas.microsoft.com/office/drawing/2014/main" id="{CBEBB2B5-1ABC-49F1-AB1E-F8947CADB928}"/>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AC71ADCC-67A7-4982-A2F7-585A9AB86004}"/>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DBDFC24-8B98-4952-A3BB-75C9787735D6}"/>
              </a:ext>
            </a:extLst>
          </p:cNvPr>
          <p:cNvSpPr txBox="1">
            <a:spLocks noGrp="1"/>
          </p:cNvSpPr>
          <p:nvPr>
            <p:ph type="sldNum" sz="quarter" idx="5"/>
          </p:nvPr>
        </p:nvSpPr>
        <p:spPr>
          <a:ln/>
        </p:spPr>
        <p:txBody>
          <a:bodyPr vert="horz" lIns="0" tIns="0" rIns="0" bIns="0" anchor="b" anchorCtr="0">
            <a:noAutofit/>
          </a:bodyPr>
          <a:lstStyle/>
          <a:p>
            <a:pPr lvl="0"/>
            <a:fld id="{C0146920-8238-43B5-BBDA-1E9FD9964FD8}" type="slidenum">
              <a:t>10</a:t>
            </a:fld>
            <a:endParaRPr lang="en-IN"/>
          </a:p>
        </p:txBody>
      </p:sp>
      <p:sp>
        <p:nvSpPr>
          <p:cNvPr id="2" name="Slide Image Placeholder 1">
            <a:extLst>
              <a:ext uri="{FF2B5EF4-FFF2-40B4-BE49-F238E27FC236}">
                <a16:creationId xmlns:a16="http://schemas.microsoft.com/office/drawing/2014/main" id="{B15459D9-EA89-4D90-B1CB-83D14D4ECA80}"/>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2586C123-8F88-43D0-9B61-EC607FBD0C50}"/>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7B6808C-2051-4368-B363-B62C7BFDCEBD}"/>
              </a:ext>
            </a:extLst>
          </p:cNvPr>
          <p:cNvSpPr txBox="1">
            <a:spLocks noGrp="1"/>
          </p:cNvSpPr>
          <p:nvPr>
            <p:ph type="sldNum" sz="quarter" idx="5"/>
          </p:nvPr>
        </p:nvSpPr>
        <p:spPr>
          <a:ln/>
        </p:spPr>
        <p:txBody>
          <a:bodyPr vert="horz" lIns="0" tIns="0" rIns="0" bIns="0" anchor="b" anchorCtr="0">
            <a:noAutofit/>
          </a:bodyPr>
          <a:lstStyle/>
          <a:p>
            <a:pPr lvl="0"/>
            <a:fld id="{CB540748-2084-4445-AE67-3606E8608CBA}" type="slidenum">
              <a:t>11</a:t>
            </a:fld>
            <a:endParaRPr lang="en-IN"/>
          </a:p>
        </p:txBody>
      </p:sp>
      <p:sp>
        <p:nvSpPr>
          <p:cNvPr id="2" name="Slide Image Placeholder 1">
            <a:extLst>
              <a:ext uri="{FF2B5EF4-FFF2-40B4-BE49-F238E27FC236}">
                <a16:creationId xmlns:a16="http://schemas.microsoft.com/office/drawing/2014/main" id="{8DF6F48E-2385-4C1F-A246-EA1DF1FA689B}"/>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C893E2E7-805C-4836-BEAF-43B7557A3E58}"/>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E7AFE87-85B0-40D2-8543-C1F658A7EB55}"/>
              </a:ext>
            </a:extLst>
          </p:cNvPr>
          <p:cNvSpPr txBox="1">
            <a:spLocks noGrp="1"/>
          </p:cNvSpPr>
          <p:nvPr>
            <p:ph type="sldNum" sz="quarter" idx="5"/>
          </p:nvPr>
        </p:nvSpPr>
        <p:spPr>
          <a:ln/>
        </p:spPr>
        <p:txBody>
          <a:bodyPr vert="horz" lIns="0" tIns="0" rIns="0" bIns="0" anchor="b" anchorCtr="0">
            <a:noAutofit/>
          </a:bodyPr>
          <a:lstStyle/>
          <a:p>
            <a:pPr lvl="0"/>
            <a:fld id="{3BEFBD88-9BD3-4155-95DB-FCF6B0022919}" type="slidenum">
              <a:t>12</a:t>
            </a:fld>
            <a:endParaRPr lang="en-IN"/>
          </a:p>
        </p:txBody>
      </p:sp>
      <p:sp>
        <p:nvSpPr>
          <p:cNvPr id="2" name="Slide Image Placeholder 1">
            <a:extLst>
              <a:ext uri="{FF2B5EF4-FFF2-40B4-BE49-F238E27FC236}">
                <a16:creationId xmlns:a16="http://schemas.microsoft.com/office/drawing/2014/main" id="{5A5F009D-01A8-4CC9-B94A-966ADE59491D}"/>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5A42CC4C-07FD-41FB-A663-E190BBCEF97B}"/>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15A1FCF-550F-4BC6-A12F-6D827E5DD60F}"/>
              </a:ext>
            </a:extLst>
          </p:cNvPr>
          <p:cNvSpPr txBox="1">
            <a:spLocks noGrp="1"/>
          </p:cNvSpPr>
          <p:nvPr>
            <p:ph type="sldNum" sz="quarter" idx="5"/>
          </p:nvPr>
        </p:nvSpPr>
        <p:spPr>
          <a:ln/>
        </p:spPr>
        <p:txBody>
          <a:bodyPr vert="horz" lIns="0" tIns="0" rIns="0" bIns="0" anchor="b" anchorCtr="0">
            <a:noAutofit/>
          </a:bodyPr>
          <a:lstStyle/>
          <a:p>
            <a:pPr lvl="0"/>
            <a:fld id="{4004A103-D797-4A18-8792-DBE30D299B12}" type="slidenum">
              <a:t>13</a:t>
            </a:fld>
            <a:endParaRPr lang="en-IN"/>
          </a:p>
        </p:txBody>
      </p:sp>
      <p:sp>
        <p:nvSpPr>
          <p:cNvPr id="2" name="Slide Image Placeholder 1">
            <a:extLst>
              <a:ext uri="{FF2B5EF4-FFF2-40B4-BE49-F238E27FC236}">
                <a16:creationId xmlns:a16="http://schemas.microsoft.com/office/drawing/2014/main" id="{40E91595-B21F-4443-9902-05A684419EFC}"/>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BE6E4605-84E3-448D-9B63-DAF5B7391FB6}"/>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E1DF691-323F-499C-BA5B-22016687AC7A}"/>
              </a:ext>
            </a:extLst>
          </p:cNvPr>
          <p:cNvSpPr txBox="1">
            <a:spLocks noGrp="1"/>
          </p:cNvSpPr>
          <p:nvPr>
            <p:ph type="sldNum" sz="quarter" idx="5"/>
          </p:nvPr>
        </p:nvSpPr>
        <p:spPr>
          <a:ln/>
        </p:spPr>
        <p:txBody>
          <a:bodyPr vert="horz" lIns="0" tIns="0" rIns="0" bIns="0" anchor="b" anchorCtr="0">
            <a:noAutofit/>
          </a:bodyPr>
          <a:lstStyle/>
          <a:p>
            <a:pPr lvl="0"/>
            <a:fld id="{67C9EF59-635F-4BDF-B6A1-EED69FA1A777}" type="slidenum">
              <a:t>14</a:t>
            </a:fld>
            <a:endParaRPr lang="en-IN"/>
          </a:p>
        </p:txBody>
      </p:sp>
      <p:sp>
        <p:nvSpPr>
          <p:cNvPr id="2" name="Slide Image Placeholder 1">
            <a:extLst>
              <a:ext uri="{FF2B5EF4-FFF2-40B4-BE49-F238E27FC236}">
                <a16:creationId xmlns:a16="http://schemas.microsoft.com/office/drawing/2014/main" id="{F61788B5-B24F-4FF7-8DE0-A6CF10E048D9}"/>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4C3BDC35-C258-4B7A-B676-DE5251942D68}"/>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DFDEDB4-7BAC-4623-A61F-881847AC3780}"/>
              </a:ext>
            </a:extLst>
          </p:cNvPr>
          <p:cNvSpPr txBox="1">
            <a:spLocks noGrp="1"/>
          </p:cNvSpPr>
          <p:nvPr>
            <p:ph type="sldNum" sz="quarter" idx="5"/>
          </p:nvPr>
        </p:nvSpPr>
        <p:spPr>
          <a:ln/>
        </p:spPr>
        <p:txBody>
          <a:bodyPr vert="horz" lIns="0" tIns="0" rIns="0" bIns="0" anchor="b" anchorCtr="0">
            <a:noAutofit/>
          </a:bodyPr>
          <a:lstStyle/>
          <a:p>
            <a:pPr lvl="0"/>
            <a:fld id="{B214506D-0C42-4CF1-A624-19F5412FD3D9}" type="slidenum">
              <a:t>15</a:t>
            </a:fld>
            <a:endParaRPr lang="en-IN"/>
          </a:p>
        </p:txBody>
      </p:sp>
      <p:sp>
        <p:nvSpPr>
          <p:cNvPr id="2" name="Slide Image Placeholder 1">
            <a:extLst>
              <a:ext uri="{FF2B5EF4-FFF2-40B4-BE49-F238E27FC236}">
                <a16:creationId xmlns:a16="http://schemas.microsoft.com/office/drawing/2014/main" id="{1D0C266B-3FAD-4C27-B07A-A8B0D95AEDE3}"/>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C1734495-CF32-4057-92D1-93563DDB6C00}"/>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93B55CB-5E6B-493D-9F61-641D7C1A4A34}"/>
              </a:ext>
            </a:extLst>
          </p:cNvPr>
          <p:cNvSpPr txBox="1">
            <a:spLocks noGrp="1"/>
          </p:cNvSpPr>
          <p:nvPr>
            <p:ph type="sldNum" sz="quarter" idx="5"/>
          </p:nvPr>
        </p:nvSpPr>
        <p:spPr>
          <a:ln/>
        </p:spPr>
        <p:txBody>
          <a:bodyPr vert="horz" lIns="0" tIns="0" rIns="0" bIns="0" anchor="b" anchorCtr="0">
            <a:noAutofit/>
          </a:bodyPr>
          <a:lstStyle/>
          <a:p>
            <a:pPr lvl="0"/>
            <a:fld id="{074EB125-7C0C-46AC-8F70-3BEA648FD80A}" type="slidenum">
              <a:t>16</a:t>
            </a:fld>
            <a:endParaRPr lang="en-IN"/>
          </a:p>
        </p:txBody>
      </p:sp>
      <p:sp>
        <p:nvSpPr>
          <p:cNvPr id="2" name="Slide Image Placeholder 1">
            <a:extLst>
              <a:ext uri="{FF2B5EF4-FFF2-40B4-BE49-F238E27FC236}">
                <a16:creationId xmlns:a16="http://schemas.microsoft.com/office/drawing/2014/main" id="{32EF740F-B75D-4142-A641-38834E71AC2B}"/>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BB89EB06-7503-42BD-BD1B-107FC74E8035}"/>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A2A4CCD-5753-4643-AA77-960CA2DAD25C}"/>
              </a:ext>
            </a:extLst>
          </p:cNvPr>
          <p:cNvSpPr txBox="1">
            <a:spLocks noGrp="1"/>
          </p:cNvSpPr>
          <p:nvPr>
            <p:ph type="sldNum" sz="quarter" idx="5"/>
          </p:nvPr>
        </p:nvSpPr>
        <p:spPr>
          <a:ln/>
        </p:spPr>
        <p:txBody>
          <a:bodyPr vert="horz" lIns="0" tIns="0" rIns="0" bIns="0" anchor="b" anchorCtr="0">
            <a:noAutofit/>
          </a:bodyPr>
          <a:lstStyle/>
          <a:p>
            <a:pPr lvl="0"/>
            <a:fld id="{AAE007F8-9FB0-4DE8-A134-C7746DCAA5B3}" type="slidenum">
              <a:t>17</a:t>
            </a:fld>
            <a:endParaRPr lang="en-IN"/>
          </a:p>
        </p:txBody>
      </p:sp>
      <p:sp>
        <p:nvSpPr>
          <p:cNvPr id="2" name="Slide Image Placeholder 1">
            <a:extLst>
              <a:ext uri="{FF2B5EF4-FFF2-40B4-BE49-F238E27FC236}">
                <a16:creationId xmlns:a16="http://schemas.microsoft.com/office/drawing/2014/main" id="{071F207C-7EE6-4D00-A77F-A6170DA3405B}"/>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17E3A800-50DD-45F3-90CA-B6332D4642D0}"/>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3771D85-90C4-4C4A-9D63-382CF9F243F4}"/>
              </a:ext>
            </a:extLst>
          </p:cNvPr>
          <p:cNvSpPr txBox="1">
            <a:spLocks noGrp="1"/>
          </p:cNvSpPr>
          <p:nvPr>
            <p:ph type="sldNum" sz="quarter" idx="5"/>
          </p:nvPr>
        </p:nvSpPr>
        <p:spPr>
          <a:ln/>
        </p:spPr>
        <p:txBody>
          <a:bodyPr vert="horz" lIns="0" tIns="0" rIns="0" bIns="0" anchor="b" anchorCtr="0">
            <a:noAutofit/>
          </a:bodyPr>
          <a:lstStyle/>
          <a:p>
            <a:pPr lvl="0"/>
            <a:fld id="{4A48DDFB-1217-44D0-A760-2F16DCB160A0}" type="slidenum">
              <a:t>18</a:t>
            </a:fld>
            <a:endParaRPr lang="en-IN"/>
          </a:p>
        </p:txBody>
      </p:sp>
      <p:sp>
        <p:nvSpPr>
          <p:cNvPr id="2" name="Slide Image Placeholder 1">
            <a:extLst>
              <a:ext uri="{FF2B5EF4-FFF2-40B4-BE49-F238E27FC236}">
                <a16:creationId xmlns:a16="http://schemas.microsoft.com/office/drawing/2014/main" id="{FDE9BEB6-3AEC-4EC2-8A97-F4CE614B59B5}"/>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B1FAB881-E391-4B8C-9575-6361524DD6BA}"/>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7193F38-1348-482E-8AB5-0E1E7E0949AE}"/>
              </a:ext>
            </a:extLst>
          </p:cNvPr>
          <p:cNvSpPr txBox="1">
            <a:spLocks noGrp="1"/>
          </p:cNvSpPr>
          <p:nvPr>
            <p:ph type="sldNum" sz="quarter" idx="5"/>
          </p:nvPr>
        </p:nvSpPr>
        <p:spPr>
          <a:ln/>
        </p:spPr>
        <p:txBody>
          <a:bodyPr vert="horz" lIns="0" tIns="0" rIns="0" bIns="0" anchor="b" anchorCtr="0">
            <a:noAutofit/>
          </a:bodyPr>
          <a:lstStyle/>
          <a:p>
            <a:pPr lvl="0"/>
            <a:fld id="{FE63C60F-24A3-4EB4-BB38-365AA8B022E7}" type="slidenum">
              <a:t>19</a:t>
            </a:fld>
            <a:endParaRPr lang="en-IN"/>
          </a:p>
        </p:txBody>
      </p:sp>
      <p:sp>
        <p:nvSpPr>
          <p:cNvPr id="2" name="Slide Image Placeholder 1">
            <a:extLst>
              <a:ext uri="{FF2B5EF4-FFF2-40B4-BE49-F238E27FC236}">
                <a16:creationId xmlns:a16="http://schemas.microsoft.com/office/drawing/2014/main" id="{BB385F84-C393-4618-8E29-607C6412C288}"/>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B41B0033-805C-41DB-A6A0-309A112101FE}"/>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AB0F1E5-CCA6-4111-807D-A23C52EEA72B}"/>
              </a:ext>
            </a:extLst>
          </p:cNvPr>
          <p:cNvSpPr txBox="1">
            <a:spLocks noGrp="1"/>
          </p:cNvSpPr>
          <p:nvPr>
            <p:ph type="sldNum" sz="quarter" idx="5"/>
          </p:nvPr>
        </p:nvSpPr>
        <p:spPr>
          <a:ln/>
        </p:spPr>
        <p:txBody>
          <a:bodyPr vert="horz" lIns="0" tIns="0" rIns="0" bIns="0" anchor="b" anchorCtr="0">
            <a:noAutofit/>
          </a:bodyPr>
          <a:lstStyle/>
          <a:p>
            <a:pPr lvl="0"/>
            <a:fld id="{9EA88ECB-F5E5-4B76-9AFE-2BDC647DD918}" type="slidenum">
              <a:t>20</a:t>
            </a:fld>
            <a:endParaRPr lang="en-IN"/>
          </a:p>
        </p:txBody>
      </p:sp>
      <p:sp>
        <p:nvSpPr>
          <p:cNvPr id="2" name="Slide Image Placeholder 1">
            <a:extLst>
              <a:ext uri="{FF2B5EF4-FFF2-40B4-BE49-F238E27FC236}">
                <a16:creationId xmlns:a16="http://schemas.microsoft.com/office/drawing/2014/main" id="{E412BBB2-F2FA-4743-802E-EC4B9C20143E}"/>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79DCE656-CE1F-4F63-A9D7-637A73BBA4FF}"/>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B98AB42-4063-45E3-B327-176DDF883885}"/>
              </a:ext>
            </a:extLst>
          </p:cNvPr>
          <p:cNvSpPr txBox="1">
            <a:spLocks noGrp="1"/>
          </p:cNvSpPr>
          <p:nvPr>
            <p:ph type="sldNum" sz="quarter" idx="5"/>
          </p:nvPr>
        </p:nvSpPr>
        <p:spPr>
          <a:ln/>
        </p:spPr>
        <p:txBody>
          <a:bodyPr vert="horz" lIns="0" tIns="0" rIns="0" bIns="0" anchor="b" anchorCtr="0">
            <a:noAutofit/>
          </a:bodyPr>
          <a:lstStyle/>
          <a:p>
            <a:pPr lvl="0"/>
            <a:fld id="{1D6A375F-F7EB-441F-8571-24C20952460B}" type="slidenum">
              <a:t>21</a:t>
            </a:fld>
            <a:endParaRPr lang="en-IN"/>
          </a:p>
        </p:txBody>
      </p:sp>
      <p:sp>
        <p:nvSpPr>
          <p:cNvPr id="2" name="Slide Image Placeholder 1">
            <a:extLst>
              <a:ext uri="{FF2B5EF4-FFF2-40B4-BE49-F238E27FC236}">
                <a16:creationId xmlns:a16="http://schemas.microsoft.com/office/drawing/2014/main" id="{254C69FF-2A56-4684-93C1-B112461A8C07}"/>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AA3DDF1B-CB3A-4624-947D-C9B6DB64F43A}"/>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41A99C7-0E5A-4C1F-BDD9-48B68985DFAA}"/>
              </a:ext>
            </a:extLst>
          </p:cNvPr>
          <p:cNvSpPr txBox="1">
            <a:spLocks noGrp="1"/>
          </p:cNvSpPr>
          <p:nvPr>
            <p:ph type="sldNum" sz="quarter" idx="5"/>
          </p:nvPr>
        </p:nvSpPr>
        <p:spPr>
          <a:ln/>
        </p:spPr>
        <p:txBody>
          <a:bodyPr vert="horz" lIns="0" tIns="0" rIns="0" bIns="0" anchor="b" anchorCtr="0">
            <a:noAutofit/>
          </a:bodyPr>
          <a:lstStyle/>
          <a:p>
            <a:pPr lvl="0"/>
            <a:fld id="{D1137FFC-7626-4C4F-9CB3-58679F9BEC65}" type="slidenum">
              <a:t>22</a:t>
            </a:fld>
            <a:endParaRPr lang="en-IN"/>
          </a:p>
        </p:txBody>
      </p:sp>
      <p:sp>
        <p:nvSpPr>
          <p:cNvPr id="2" name="Slide Image Placeholder 1">
            <a:extLst>
              <a:ext uri="{FF2B5EF4-FFF2-40B4-BE49-F238E27FC236}">
                <a16:creationId xmlns:a16="http://schemas.microsoft.com/office/drawing/2014/main" id="{47859E9D-505C-4BD2-8DCB-696C86F181C6}"/>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ECC51463-1F23-427A-90F5-BC2980B4F75C}"/>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514FF56-6C87-4650-AF2F-BDF671A154FE}"/>
              </a:ext>
            </a:extLst>
          </p:cNvPr>
          <p:cNvSpPr txBox="1">
            <a:spLocks noGrp="1"/>
          </p:cNvSpPr>
          <p:nvPr>
            <p:ph type="sldNum" sz="quarter" idx="5"/>
          </p:nvPr>
        </p:nvSpPr>
        <p:spPr>
          <a:ln/>
        </p:spPr>
        <p:txBody>
          <a:bodyPr vert="horz" lIns="0" tIns="0" rIns="0" bIns="0" anchor="b" anchorCtr="0">
            <a:noAutofit/>
          </a:bodyPr>
          <a:lstStyle/>
          <a:p>
            <a:pPr lvl="0"/>
            <a:fld id="{E1B936AE-9E63-4C56-9B27-7CA7EE772D7A}" type="slidenum">
              <a:t>23</a:t>
            </a:fld>
            <a:endParaRPr lang="en-IN"/>
          </a:p>
        </p:txBody>
      </p:sp>
      <p:sp>
        <p:nvSpPr>
          <p:cNvPr id="2" name="Slide Image Placeholder 1">
            <a:extLst>
              <a:ext uri="{FF2B5EF4-FFF2-40B4-BE49-F238E27FC236}">
                <a16:creationId xmlns:a16="http://schemas.microsoft.com/office/drawing/2014/main" id="{7821A7B0-6D5F-49B2-994C-1C825942513B}"/>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829D5778-9CA5-4FAC-90AD-724E0AB411AC}"/>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8AC72DF-EDE0-40AF-A80B-DDAE59926A1D}"/>
              </a:ext>
            </a:extLst>
          </p:cNvPr>
          <p:cNvSpPr txBox="1">
            <a:spLocks noGrp="1"/>
          </p:cNvSpPr>
          <p:nvPr>
            <p:ph type="sldNum" sz="quarter" idx="5"/>
          </p:nvPr>
        </p:nvSpPr>
        <p:spPr>
          <a:ln/>
        </p:spPr>
        <p:txBody>
          <a:bodyPr vert="horz" lIns="0" tIns="0" rIns="0" bIns="0" anchor="b" anchorCtr="0">
            <a:noAutofit/>
          </a:bodyPr>
          <a:lstStyle/>
          <a:p>
            <a:pPr lvl="0"/>
            <a:fld id="{7DAA407A-A8AD-4832-A532-39B34567D92E}" type="slidenum">
              <a:t>24</a:t>
            </a:fld>
            <a:endParaRPr lang="en-IN"/>
          </a:p>
        </p:txBody>
      </p:sp>
      <p:sp>
        <p:nvSpPr>
          <p:cNvPr id="2" name="Slide Image Placeholder 1">
            <a:extLst>
              <a:ext uri="{FF2B5EF4-FFF2-40B4-BE49-F238E27FC236}">
                <a16:creationId xmlns:a16="http://schemas.microsoft.com/office/drawing/2014/main" id="{3EED38B5-9B81-4065-BB42-5322AB76EED0}"/>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69D708A1-B812-44B4-9362-45E2904FDEE6}"/>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780B138-C10E-415C-A6C7-6779DAEDA93B}"/>
              </a:ext>
            </a:extLst>
          </p:cNvPr>
          <p:cNvSpPr txBox="1">
            <a:spLocks noGrp="1"/>
          </p:cNvSpPr>
          <p:nvPr>
            <p:ph type="sldNum" sz="quarter" idx="5"/>
          </p:nvPr>
        </p:nvSpPr>
        <p:spPr>
          <a:ln/>
        </p:spPr>
        <p:txBody>
          <a:bodyPr vert="horz" lIns="0" tIns="0" rIns="0" bIns="0" anchor="b" anchorCtr="0">
            <a:noAutofit/>
          </a:bodyPr>
          <a:lstStyle/>
          <a:p>
            <a:pPr lvl="0"/>
            <a:fld id="{2662FDF6-A3A9-446B-AF90-3E5ACFF08C21}" type="slidenum">
              <a:t>25</a:t>
            </a:fld>
            <a:endParaRPr lang="en-IN"/>
          </a:p>
        </p:txBody>
      </p:sp>
      <p:sp>
        <p:nvSpPr>
          <p:cNvPr id="2" name="Slide Image Placeholder 1">
            <a:extLst>
              <a:ext uri="{FF2B5EF4-FFF2-40B4-BE49-F238E27FC236}">
                <a16:creationId xmlns:a16="http://schemas.microsoft.com/office/drawing/2014/main" id="{D69697D6-D309-4A01-8A6B-D1ECA6073086}"/>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2B0916FA-F225-4104-AFBE-7E40CA5E1EA2}"/>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0FF2042-A48B-48E9-9E26-E7B932AA0621}"/>
              </a:ext>
            </a:extLst>
          </p:cNvPr>
          <p:cNvSpPr txBox="1">
            <a:spLocks noGrp="1"/>
          </p:cNvSpPr>
          <p:nvPr>
            <p:ph type="sldNum" sz="quarter" idx="5"/>
          </p:nvPr>
        </p:nvSpPr>
        <p:spPr>
          <a:ln/>
        </p:spPr>
        <p:txBody>
          <a:bodyPr vert="horz" lIns="0" tIns="0" rIns="0" bIns="0" anchor="b" anchorCtr="0">
            <a:noAutofit/>
          </a:bodyPr>
          <a:lstStyle/>
          <a:p>
            <a:pPr lvl="0"/>
            <a:fld id="{43E05DA1-3748-4D2B-B03F-19FC103196C4}" type="slidenum">
              <a:t>26</a:t>
            </a:fld>
            <a:endParaRPr lang="en-IN"/>
          </a:p>
        </p:txBody>
      </p:sp>
      <p:sp>
        <p:nvSpPr>
          <p:cNvPr id="2" name="Slide Image Placeholder 1">
            <a:extLst>
              <a:ext uri="{FF2B5EF4-FFF2-40B4-BE49-F238E27FC236}">
                <a16:creationId xmlns:a16="http://schemas.microsoft.com/office/drawing/2014/main" id="{A0947F2D-EFAA-4547-A57E-78F6D3B25FD5}"/>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1759C6E0-BAE9-42E8-883D-98C53716A354}"/>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8DC4FA4-9407-48E1-AB86-19DFF39792F1}"/>
              </a:ext>
            </a:extLst>
          </p:cNvPr>
          <p:cNvSpPr txBox="1">
            <a:spLocks noGrp="1"/>
          </p:cNvSpPr>
          <p:nvPr>
            <p:ph type="sldNum" sz="quarter" idx="5"/>
          </p:nvPr>
        </p:nvSpPr>
        <p:spPr>
          <a:ln/>
        </p:spPr>
        <p:txBody>
          <a:bodyPr vert="horz" lIns="0" tIns="0" rIns="0" bIns="0" anchor="b" anchorCtr="0">
            <a:noAutofit/>
          </a:bodyPr>
          <a:lstStyle/>
          <a:p>
            <a:pPr lvl="0"/>
            <a:fld id="{325F40D5-A9A2-423E-BE74-680FBACF7F96}" type="slidenum">
              <a:t>27</a:t>
            </a:fld>
            <a:endParaRPr lang="en-IN"/>
          </a:p>
        </p:txBody>
      </p:sp>
      <p:sp>
        <p:nvSpPr>
          <p:cNvPr id="2" name="Slide Image Placeholder 1">
            <a:extLst>
              <a:ext uri="{FF2B5EF4-FFF2-40B4-BE49-F238E27FC236}">
                <a16:creationId xmlns:a16="http://schemas.microsoft.com/office/drawing/2014/main" id="{91DE7FB4-29BA-4DE0-BA79-4917A62D94C8}"/>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A93AE9DB-576A-40E4-8990-D11A1790DDC5}"/>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BD5CFF9-0CCF-4FBE-98D8-85EF16430A76}"/>
              </a:ext>
            </a:extLst>
          </p:cNvPr>
          <p:cNvSpPr txBox="1">
            <a:spLocks noGrp="1"/>
          </p:cNvSpPr>
          <p:nvPr>
            <p:ph type="sldNum" sz="quarter" idx="5"/>
          </p:nvPr>
        </p:nvSpPr>
        <p:spPr>
          <a:ln/>
        </p:spPr>
        <p:txBody>
          <a:bodyPr vert="horz" lIns="0" tIns="0" rIns="0" bIns="0" anchor="b" anchorCtr="0">
            <a:noAutofit/>
          </a:bodyPr>
          <a:lstStyle/>
          <a:p>
            <a:pPr lvl="0"/>
            <a:fld id="{85EF8839-6D85-4AAE-B7CB-C511D419664C}" type="slidenum">
              <a:t>28</a:t>
            </a:fld>
            <a:endParaRPr lang="en-IN"/>
          </a:p>
        </p:txBody>
      </p:sp>
      <p:sp>
        <p:nvSpPr>
          <p:cNvPr id="2" name="Slide Image Placeholder 1">
            <a:extLst>
              <a:ext uri="{FF2B5EF4-FFF2-40B4-BE49-F238E27FC236}">
                <a16:creationId xmlns:a16="http://schemas.microsoft.com/office/drawing/2014/main" id="{D27C3A4A-FFE7-47E5-B1E2-8A159A0DE50F}"/>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5E67661B-2209-42E0-8515-E50CB6E13A58}"/>
              </a:ext>
            </a:extLst>
          </p:cNvPr>
          <p:cNvSpPr txBox="1">
            <a:spLocks noGrp="1"/>
          </p:cNvSpPr>
          <p:nvPr>
            <p:ph type="body" sz="quarter" idx="1"/>
          </p:nvPr>
        </p:nvSpPr>
        <p:spPr/>
        <p:txBody>
          <a:bodyPr vert="horz"/>
          <a:lstStyle/>
          <a:p>
            <a:pPr rtl="0"/>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028ED-DD32-4013-A4C2-F20BAD3D6AE4}"/>
              </a:ext>
            </a:extLst>
          </p:cNvPr>
          <p:cNvSpPr>
            <a:spLocks noGrp="1"/>
          </p:cNvSpPr>
          <p:nvPr>
            <p:ph type="ctrTitle"/>
          </p:nvPr>
        </p:nvSpPr>
        <p:spPr>
          <a:xfrm>
            <a:off x="1260475" y="1236663"/>
            <a:ext cx="7559675" cy="2632075"/>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659CF5-BA17-4B3B-B6E2-D5F976A04F4F}"/>
              </a:ext>
            </a:extLst>
          </p:cNvPr>
          <p:cNvSpPr>
            <a:spLocks noGrp="1"/>
          </p:cNvSpPr>
          <p:nvPr>
            <p:ph type="subTitle" idx="1"/>
          </p:nvPr>
        </p:nvSpPr>
        <p:spPr>
          <a:xfrm>
            <a:off x="1260475" y="3970338"/>
            <a:ext cx="7559675" cy="18256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F838E06-E01A-42A4-9496-73289FD5CCA9}"/>
              </a:ext>
            </a:extLst>
          </p:cNvPr>
          <p:cNvSpPr>
            <a:spLocks noGrp="1"/>
          </p:cNvSpPr>
          <p:nvPr>
            <p:ph type="dt" sz="half" idx="10"/>
          </p:nvPr>
        </p:nvSpPr>
        <p:spPr/>
        <p:txBody>
          <a:bodyPr/>
          <a:lstStyle/>
          <a:p>
            <a:pPr lvl="0"/>
            <a:endParaRPr lang="en-IN"/>
          </a:p>
        </p:txBody>
      </p:sp>
      <p:sp>
        <p:nvSpPr>
          <p:cNvPr id="5" name="Footer Placeholder 4">
            <a:extLst>
              <a:ext uri="{FF2B5EF4-FFF2-40B4-BE49-F238E27FC236}">
                <a16:creationId xmlns:a16="http://schemas.microsoft.com/office/drawing/2014/main" id="{62C754DE-1C27-45FF-892C-9E70A221AB47}"/>
              </a:ext>
            </a:extLst>
          </p:cNvPr>
          <p:cNvSpPr>
            <a:spLocks noGrp="1"/>
          </p:cNvSpPr>
          <p:nvPr>
            <p:ph type="ftr" sz="quarter" idx="11"/>
          </p:nvPr>
        </p:nvSpPr>
        <p:spPr/>
        <p:txBody>
          <a:bodyPr/>
          <a:lstStyle/>
          <a:p>
            <a:pPr lvl="0"/>
            <a:endParaRPr lang="en-IN"/>
          </a:p>
        </p:txBody>
      </p:sp>
      <p:sp>
        <p:nvSpPr>
          <p:cNvPr id="6" name="Slide Number Placeholder 5">
            <a:extLst>
              <a:ext uri="{FF2B5EF4-FFF2-40B4-BE49-F238E27FC236}">
                <a16:creationId xmlns:a16="http://schemas.microsoft.com/office/drawing/2014/main" id="{D3DA9274-9E29-4126-B42B-DB6034C1B3C4}"/>
              </a:ext>
            </a:extLst>
          </p:cNvPr>
          <p:cNvSpPr>
            <a:spLocks noGrp="1"/>
          </p:cNvSpPr>
          <p:nvPr>
            <p:ph type="sldNum" sz="quarter" idx="12"/>
          </p:nvPr>
        </p:nvSpPr>
        <p:spPr/>
        <p:txBody>
          <a:bodyPr/>
          <a:lstStyle/>
          <a:p>
            <a:pPr lvl="0"/>
            <a:fld id="{9238AC8D-9F21-4445-9BC5-B3204B491B51}" type="slidenum">
              <a:t>‹#›</a:t>
            </a:fld>
            <a:endParaRPr lang="en-IN"/>
          </a:p>
        </p:txBody>
      </p:sp>
    </p:spTree>
    <p:extLst>
      <p:ext uri="{BB962C8B-B14F-4D97-AF65-F5344CB8AC3E}">
        <p14:creationId xmlns:p14="http://schemas.microsoft.com/office/powerpoint/2010/main" val="3536780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F50A0-7D26-4187-BDFF-B2822CA195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98AC60-0F51-440F-B16F-2761DFF0690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CC41E3-61EE-4513-B812-289EEC7BBD0A}"/>
              </a:ext>
            </a:extLst>
          </p:cNvPr>
          <p:cNvSpPr>
            <a:spLocks noGrp="1"/>
          </p:cNvSpPr>
          <p:nvPr>
            <p:ph type="dt" sz="half" idx="10"/>
          </p:nvPr>
        </p:nvSpPr>
        <p:spPr/>
        <p:txBody>
          <a:bodyPr/>
          <a:lstStyle/>
          <a:p>
            <a:pPr lvl="0"/>
            <a:endParaRPr lang="en-IN"/>
          </a:p>
        </p:txBody>
      </p:sp>
      <p:sp>
        <p:nvSpPr>
          <p:cNvPr id="5" name="Footer Placeholder 4">
            <a:extLst>
              <a:ext uri="{FF2B5EF4-FFF2-40B4-BE49-F238E27FC236}">
                <a16:creationId xmlns:a16="http://schemas.microsoft.com/office/drawing/2014/main" id="{06D61EF5-1F89-4170-AE89-D99FB29FF481}"/>
              </a:ext>
            </a:extLst>
          </p:cNvPr>
          <p:cNvSpPr>
            <a:spLocks noGrp="1"/>
          </p:cNvSpPr>
          <p:nvPr>
            <p:ph type="ftr" sz="quarter" idx="11"/>
          </p:nvPr>
        </p:nvSpPr>
        <p:spPr/>
        <p:txBody>
          <a:bodyPr/>
          <a:lstStyle/>
          <a:p>
            <a:pPr lvl="0"/>
            <a:endParaRPr lang="en-IN"/>
          </a:p>
        </p:txBody>
      </p:sp>
      <p:sp>
        <p:nvSpPr>
          <p:cNvPr id="6" name="Slide Number Placeholder 5">
            <a:extLst>
              <a:ext uri="{FF2B5EF4-FFF2-40B4-BE49-F238E27FC236}">
                <a16:creationId xmlns:a16="http://schemas.microsoft.com/office/drawing/2014/main" id="{5B924236-51A6-4BFE-8402-AE0AED1E9CEC}"/>
              </a:ext>
            </a:extLst>
          </p:cNvPr>
          <p:cNvSpPr>
            <a:spLocks noGrp="1"/>
          </p:cNvSpPr>
          <p:nvPr>
            <p:ph type="sldNum" sz="quarter" idx="12"/>
          </p:nvPr>
        </p:nvSpPr>
        <p:spPr/>
        <p:txBody>
          <a:bodyPr/>
          <a:lstStyle/>
          <a:p>
            <a:pPr lvl="0"/>
            <a:fld id="{5B7F4C54-4742-4416-8BB3-3E7ECF50D30F}" type="slidenum">
              <a:t>‹#›</a:t>
            </a:fld>
            <a:endParaRPr lang="en-IN"/>
          </a:p>
        </p:txBody>
      </p:sp>
    </p:spTree>
    <p:extLst>
      <p:ext uri="{BB962C8B-B14F-4D97-AF65-F5344CB8AC3E}">
        <p14:creationId xmlns:p14="http://schemas.microsoft.com/office/powerpoint/2010/main" val="4460233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895D9-188E-44B8-9132-AB3A1C0479EE}"/>
              </a:ext>
            </a:extLst>
          </p:cNvPr>
          <p:cNvSpPr>
            <a:spLocks noGrp="1"/>
          </p:cNvSpPr>
          <p:nvPr>
            <p:ph type="title"/>
          </p:nvPr>
        </p:nvSpPr>
        <p:spPr>
          <a:xfrm>
            <a:off x="687388" y="1884363"/>
            <a:ext cx="8694737" cy="31448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BC7E8D7-794D-46B0-91C7-5CAD1BAD1423}"/>
              </a:ext>
            </a:extLst>
          </p:cNvPr>
          <p:cNvSpPr>
            <a:spLocks noGrp="1"/>
          </p:cNvSpPr>
          <p:nvPr>
            <p:ph type="body" idx="1"/>
          </p:nvPr>
        </p:nvSpPr>
        <p:spPr>
          <a:xfrm>
            <a:off x="687388" y="5059363"/>
            <a:ext cx="8694737" cy="16525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B84E33-9323-4896-8992-FCC18030D382}"/>
              </a:ext>
            </a:extLst>
          </p:cNvPr>
          <p:cNvSpPr>
            <a:spLocks noGrp="1"/>
          </p:cNvSpPr>
          <p:nvPr>
            <p:ph type="dt" sz="half" idx="10"/>
          </p:nvPr>
        </p:nvSpPr>
        <p:spPr/>
        <p:txBody>
          <a:bodyPr/>
          <a:lstStyle/>
          <a:p>
            <a:pPr lvl="0"/>
            <a:endParaRPr lang="en-IN"/>
          </a:p>
        </p:txBody>
      </p:sp>
      <p:sp>
        <p:nvSpPr>
          <p:cNvPr id="5" name="Footer Placeholder 4">
            <a:extLst>
              <a:ext uri="{FF2B5EF4-FFF2-40B4-BE49-F238E27FC236}">
                <a16:creationId xmlns:a16="http://schemas.microsoft.com/office/drawing/2014/main" id="{0723E275-1127-461C-8B8E-5A90D33D14D3}"/>
              </a:ext>
            </a:extLst>
          </p:cNvPr>
          <p:cNvSpPr>
            <a:spLocks noGrp="1"/>
          </p:cNvSpPr>
          <p:nvPr>
            <p:ph type="ftr" sz="quarter" idx="11"/>
          </p:nvPr>
        </p:nvSpPr>
        <p:spPr/>
        <p:txBody>
          <a:bodyPr/>
          <a:lstStyle/>
          <a:p>
            <a:pPr lvl="0"/>
            <a:endParaRPr lang="en-IN"/>
          </a:p>
        </p:txBody>
      </p:sp>
      <p:sp>
        <p:nvSpPr>
          <p:cNvPr id="6" name="Slide Number Placeholder 5">
            <a:extLst>
              <a:ext uri="{FF2B5EF4-FFF2-40B4-BE49-F238E27FC236}">
                <a16:creationId xmlns:a16="http://schemas.microsoft.com/office/drawing/2014/main" id="{A77E3B1B-00CC-4D03-A246-2D502C3AC831}"/>
              </a:ext>
            </a:extLst>
          </p:cNvPr>
          <p:cNvSpPr>
            <a:spLocks noGrp="1"/>
          </p:cNvSpPr>
          <p:nvPr>
            <p:ph type="sldNum" sz="quarter" idx="12"/>
          </p:nvPr>
        </p:nvSpPr>
        <p:spPr/>
        <p:txBody>
          <a:bodyPr/>
          <a:lstStyle/>
          <a:p>
            <a:pPr lvl="0"/>
            <a:fld id="{2215C281-A08C-4C1D-8F97-F881A347245A}" type="slidenum">
              <a:t>‹#›</a:t>
            </a:fld>
            <a:endParaRPr lang="en-IN"/>
          </a:p>
        </p:txBody>
      </p:sp>
    </p:spTree>
    <p:extLst>
      <p:ext uri="{BB962C8B-B14F-4D97-AF65-F5344CB8AC3E}">
        <p14:creationId xmlns:p14="http://schemas.microsoft.com/office/powerpoint/2010/main" val="8116892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A0058-3839-49E8-9764-9A58C3BC90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053178-C678-44A3-89D4-919EF82EA605}"/>
              </a:ext>
            </a:extLst>
          </p:cNvPr>
          <p:cNvSpPr>
            <a:spLocks noGrp="1"/>
          </p:cNvSpPr>
          <p:nvPr>
            <p:ph sz="half" idx="1"/>
          </p:nvPr>
        </p:nvSpPr>
        <p:spPr>
          <a:xfrm>
            <a:off x="503238" y="1768475"/>
            <a:ext cx="4459287" cy="4384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8E2204-9209-459B-B865-B719967A5DF3}"/>
              </a:ext>
            </a:extLst>
          </p:cNvPr>
          <p:cNvSpPr>
            <a:spLocks noGrp="1"/>
          </p:cNvSpPr>
          <p:nvPr>
            <p:ph sz="half" idx="2"/>
          </p:nvPr>
        </p:nvSpPr>
        <p:spPr>
          <a:xfrm>
            <a:off x="5114925" y="1768475"/>
            <a:ext cx="4460875" cy="4384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A6D792A-A432-41B9-8F17-1A1967E13E62}"/>
              </a:ext>
            </a:extLst>
          </p:cNvPr>
          <p:cNvSpPr>
            <a:spLocks noGrp="1"/>
          </p:cNvSpPr>
          <p:nvPr>
            <p:ph type="dt" sz="half" idx="10"/>
          </p:nvPr>
        </p:nvSpPr>
        <p:spPr/>
        <p:txBody>
          <a:bodyPr/>
          <a:lstStyle/>
          <a:p>
            <a:pPr lvl="0"/>
            <a:endParaRPr lang="en-IN"/>
          </a:p>
        </p:txBody>
      </p:sp>
      <p:sp>
        <p:nvSpPr>
          <p:cNvPr id="6" name="Footer Placeholder 5">
            <a:extLst>
              <a:ext uri="{FF2B5EF4-FFF2-40B4-BE49-F238E27FC236}">
                <a16:creationId xmlns:a16="http://schemas.microsoft.com/office/drawing/2014/main" id="{B948AF36-73D3-4A79-9420-C47CCFEBA899}"/>
              </a:ext>
            </a:extLst>
          </p:cNvPr>
          <p:cNvSpPr>
            <a:spLocks noGrp="1"/>
          </p:cNvSpPr>
          <p:nvPr>
            <p:ph type="ftr" sz="quarter" idx="11"/>
          </p:nvPr>
        </p:nvSpPr>
        <p:spPr/>
        <p:txBody>
          <a:bodyPr/>
          <a:lstStyle/>
          <a:p>
            <a:pPr lvl="0"/>
            <a:endParaRPr lang="en-IN"/>
          </a:p>
        </p:txBody>
      </p:sp>
      <p:sp>
        <p:nvSpPr>
          <p:cNvPr id="7" name="Slide Number Placeholder 6">
            <a:extLst>
              <a:ext uri="{FF2B5EF4-FFF2-40B4-BE49-F238E27FC236}">
                <a16:creationId xmlns:a16="http://schemas.microsoft.com/office/drawing/2014/main" id="{43419286-07A9-41C9-BC57-6C14F48B2159}"/>
              </a:ext>
            </a:extLst>
          </p:cNvPr>
          <p:cNvSpPr>
            <a:spLocks noGrp="1"/>
          </p:cNvSpPr>
          <p:nvPr>
            <p:ph type="sldNum" sz="quarter" idx="12"/>
          </p:nvPr>
        </p:nvSpPr>
        <p:spPr/>
        <p:txBody>
          <a:bodyPr/>
          <a:lstStyle/>
          <a:p>
            <a:pPr lvl="0"/>
            <a:fld id="{331EED39-5766-484D-B7F6-E76F2A71DFBA}" type="slidenum">
              <a:t>‹#›</a:t>
            </a:fld>
            <a:endParaRPr lang="en-IN"/>
          </a:p>
        </p:txBody>
      </p:sp>
    </p:spTree>
    <p:extLst>
      <p:ext uri="{BB962C8B-B14F-4D97-AF65-F5344CB8AC3E}">
        <p14:creationId xmlns:p14="http://schemas.microsoft.com/office/powerpoint/2010/main" val="14532641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C9D52-E415-4B2C-B4B6-6A6163A90DD9}"/>
              </a:ext>
            </a:extLst>
          </p:cNvPr>
          <p:cNvSpPr>
            <a:spLocks noGrp="1"/>
          </p:cNvSpPr>
          <p:nvPr>
            <p:ph type="title"/>
          </p:nvPr>
        </p:nvSpPr>
        <p:spPr>
          <a:xfrm>
            <a:off x="693738" y="403225"/>
            <a:ext cx="8694737" cy="1460500"/>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F76A02-5FA4-42F7-881D-07BC0C18A865}"/>
              </a:ext>
            </a:extLst>
          </p:cNvPr>
          <p:cNvSpPr>
            <a:spLocks noGrp="1"/>
          </p:cNvSpPr>
          <p:nvPr>
            <p:ph type="body" idx="1"/>
          </p:nvPr>
        </p:nvSpPr>
        <p:spPr>
          <a:xfrm>
            <a:off x="693738" y="1852613"/>
            <a:ext cx="426561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327275-82F2-4995-BAAA-9BF31FE823A2}"/>
              </a:ext>
            </a:extLst>
          </p:cNvPr>
          <p:cNvSpPr>
            <a:spLocks noGrp="1"/>
          </p:cNvSpPr>
          <p:nvPr>
            <p:ph sz="half" idx="2"/>
          </p:nvPr>
        </p:nvSpPr>
        <p:spPr>
          <a:xfrm>
            <a:off x="693738" y="2760663"/>
            <a:ext cx="4265612" cy="4062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4BFC7A9-2404-4B7B-85C5-58A739B3CD41}"/>
              </a:ext>
            </a:extLst>
          </p:cNvPr>
          <p:cNvSpPr>
            <a:spLocks noGrp="1"/>
          </p:cNvSpPr>
          <p:nvPr>
            <p:ph type="body" sz="quarter" idx="3"/>
          </p:nvPr>
        </p:nvSpPr>
        <p:spPr>
          <a:xfrm>
            <a:off x="5103813" y="1852613"/>
            <a:ext cx="428466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82AC79-758F-48BF-9C1A-49917787470C}"/>
              </a:ext>
            </a:extLst>
          </p:cNvPr>
          <p:cNvSpPr>
            <a:spLocks noGrp="1"/>
          </p:cNvSpPr>
          <p:nvPr>
            <p:ph sz="quarter" idx="4"/>
          </p:nvPr>
        </p:nvSpPr>
        <p:spPr>
          <a:xfrm>
            <a:off x="5103813" y="2760663"/>
            <a:ext cx="4284662" cy="4062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928E8AA-4215-4C8B-8C6D-1AD4DF981E99}"/>
              </a:ext>
            </a:extLst>
          </p:cNvPr>
          <p:cNvSpPr>
            <a:spLocks noGrp="1"/>
          </p:cNvSpPr>
          <p:nvPr>
            <p:ph type="dt" sz="half" idx="10"/>
          </p:nvPr>
        </p:nvSpPr>
        <p:spPr/>
        <p:txBody>
          <a:bodyPr/>
          <a:lstStyle/>
          <a:p>
            <a:pPr lvl="0"/>
            <a:endParaRPr lang="en-IN"/>
          </a:p>
        </p:txBody>
      </p:sp>
      <p:sp>
        <p:nvSpPr>
          <p:cNvPr id="8" name="Footer Placeholder 7">
            <a:extLst>
              <a:ext uri="{FF2B5EF4-FFF2-40B4-BE49-F238E27FC236}">
                <a16:creationId xmlns:a16="http://schemas.microsoft.com/office/drawing/2014/main" id="{40691D32-8FFB-460E-8BC3-7E9F25DAE261}"/>
              </a:ext>
            </a:extLst>
          </p:cNvPr>
          <p:cNvSpPr>
            <a:spLocks noGrp="1"/>
          </p:cNvSpPr>
          <p:nvPr>
            <p:ph type="ftr" sz="quarter" idx="11"/>
          </p:nvPr>
        </p:nvSpPr>
        <p:spPr/>
        <p:txBody>
          <a:bodyPr/>
          <a:lstStyle/>
          <a:p>
            <a:pPr lvl="0"/>
            <a:endParaRPr lang="en-IN"/>
          </a:p>
        </p:txBody>
      </p:sp>
      <p:sp>
        <p:nvSpPr>
          <p:cNvPr id="9" name="Slide Number Placeholder 8">
            <a:extLst>
              <a:ext uri="{FF2B5EF4-FFF2-40B4-BE49-F238E27FC236}">
                <a16:creationId xmlns:a16="http://schemas.microsoft.com/office/drawing/2014/main" id="{119BA65D-12F4-446A-94FC-87853C98E6A3}"/>
              </a:ext>
            </a:extLst>
          </p:cNvPr>
          <p:cNvSpPr>
            <a:spLocks noGrp="1"/>
          </p:cNvSpPr>
          <p:nvPr>
            <p:ph type="sldNum" sz="quarter" idx="12"/>
          </p:nvPr>
        </p:nvSpPr>
        <p:spPr/>
        <p:txBody>
          <a:bodyPr/>
          <a:lstStyle/>
          <a:p>
            <a:pPr lvl="0"/>
            <a:fld id="{C9577D9E-64BB-4BD6-AB2B-120993682211}" type="slidenum">
              <a:t>‹#›</a:t>
            </a:fld>
            <a:endParaRPr lang="en-IN"/>
          </a:p>
        </p:txBody>
      </p:sp>
    </p:spTree>
    <p:extLst>
      <p:ext uri="{BB962C8B-B14F-4D97-AF65-F5344CB8AC3E}">
        <p14:creationId xmlns:p14="http://schemas.microsoft.com/office/powerpoint/2010/main" val="195246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70273-17E6-43FC-B74D-406036AD183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03CEB80-1658-4719-B60C-A95833FE72B2}"/>
              </a:ext>
            </a:extLst>
          </p:cNvPr>
          <p:cNvSpPr>
            <a:spLocks noGrp="1"/>
          </p:cNvSpPr>
          <p:nvPr>
            <p:ph type="dt" sz="half" idx="10"/>
          </p:nvPr>
        </p:nvSpPr>
        <p:spPr/>
        <p:txBody>
          <a:bodyPr/>
          <a:lstStyle/>
          <a:p>
            <a:pPr lvl="0"/>
            <a:endParaRPr lang="en-IN"/>
          </a:p>
        </p:txBody>
      </p:sp>
      <p:sp>
        <p:nvSpPr>
          <p:cNvPr id="4" name="Footer Placeholder 3">
            <a:extLst>
              <a:ext uri="{FF2B5EF4-FFF2-40B4-BE49-F238E27FC236}">
                <a16:creationId xmlns:a16="http://schemas.microsoft.com/office/drawing/2014/main" id="{184116C9-5D86-4D0E-8A1B-9DE7EF4A70D9}"/>
              </a:ext>
            </a:extLst>
          </p:cNvPr>
          <p:cNvSpPr>
            <a:spLocks noGrp="1"/>
          </p:cNvSpPr>
          <p:nvPr>
            <p:ph type="ftr" sz="quarter" idx="11"/>
          </p:nvPr>
        </p:nvSpPr>
        <p:spPr/>
        <p:txBody>
          <a:bodyPr/>
          <a:lstStyle/>
          <a:p>
            <a:pPr lvl="0"/>
            <a:endParaRPr lang="en-IN"/>
          </a:p>
        </p:txBody>
      </p:sp>
      <p:sp>
        <p:nvSpPr>
          <p:cNvPr id="5" name="Slide Number Placeholder 4">
            <a:extLst>
              <a:ext uri="{FF2B5EF4-FFF2-40B4-BE49-F238E27FC236}">
                <a16:creationId xmlns:a16="http://schemas.microsoft.com/office/drawing/2014/main" id="{8182FD87-F791-458E-8331-85A1458F301B}"/>
              </a:ext>
            </a:extLst>
          </p:cNvPr>
          <p:cNvSpPr>
            <a:spLocks noGrp="1"/>
          </p:cNvSpPr>
          <p:nvPr>
            <p:ph type="sldNum" sz="quarter" idx="12"/>
          </p:nvPr>
        </p:nvSpPr>
        <p:spPr/>
        <p:txBody>
          <a:bodyPr/>
          <a:lstStyle/>
          <a:p>
            <a:pPr lvl="0"/>
            <a:fld id="{D3F159CE-BA4D-48AE-A0FB-CADDF38BAB8E}" type="slidenum">
              <a:t>‹#›</a:t>
            </a:fld>
            <a:endParaRPr lang="en-IN"/>
          </a:p>
        </p:txBody>
      </p:sp>
    </p:spTree>
    <p:extLst>
      <p:ext uri="{BB962C8B-B14F-4D97-AF65-F5344CB8AC3E}">
        <p14:creationId xmlns:p14="http://schemas.microsoft.com/office/powerpoint/2010/main" val="912406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2B15F7-A30A-451B-8DC1-E4D2E56B3723}"/>
              </a:ext>
            </a:extLst>
          </p:cNvPr>
          <p:cNvSpPr>
            <a:spLocks noGrp="1"/>
          </p:cNvSpPr>
          <p:nvPr>
            <p:ph type="dt" sz="half" idx="10"/>
          </p:nvPr>
        </p:nvSpPr>
        <p:spPr/>
        <p:txBody>
          <a:bodyPr/>
          <a:lstStyle/>
          <a:p>
            <a:pPr lvl="0"/>
            <a:endParaRPr lang="en-IN"/>
          </a:p>
        </p:txBody>
      </p:sp>
      <p:sp>
        <p:nvSpPr>
          <p:cNvPr id="3" name="Footer Placeholder 2">
            <a:extLst>
              <a:ext uri="{FF2B5EF4-FFF2-40B4-BE49-F238E27FC236}">
                <a16:creationId xmlns:a16="http://schemas.microsoft.com/office/drawing/2014/main" id="{79A0EAA9-F42B-4192-8C57-5DFABB4F8894}"/>
              </a:ext>
            </a:extLst>
          </p:cNvPr>
          <p:cNvSpPr>
            <a:spLocks noGrp="1"/>
          </p:cNvSpPr>
          <p:nvPr>
            <p:ph type="ftr" sz="quarter" idx="11"/>
          </p:nvPr>
        </p:nvSpPr>
        <p:spPr/>
        <p:txBody>
          <a:bodyPr/>
          <a:lstStyle/>
          <a:p>
            <a:pPr lvl="0"/>
            <a:endParaRPr lang="en-IN"/>
          </a:p>
        </p:txBody>
      </p:sp>
      <p:sp>
        <p:nvSpPr>
          <p:cNvPr id="4" name="Slide Number Placeholder 3">
            <a:extLst>
              <a:ext uri="{FF2B5EF4-FFF2-40B4-BE49-F238E27FC236}">
                <a16:creationId xmlns:a16="http://schemas.microsoft.com/office/drawing/2014/main" id="{BD37DBF1-0398-485F-9581-2575AE254A2E}"/>
              </a:ext>
            </a:extLst>
          </p:cNvPr>
          <p:cNvSpPr>
            <a:spLocks noGrp="1"/>
          </p:cNvSpPr>
          <p:nvPr>
            <p:ph type="sldNum" sz="quarter" idx="12"/>
          </p:nvPr>
        </p:nvSpPr>
        <p:spPr/>
        <p:txBody>
          <a:bodyPr/>
          <a:lstStyle/>
          <a:p>
            <a:pPr lvl="0"/>
            <a:fld id="{B7B6B706-F916-4B2C-A098-B8DD9C5B585B}" type="slidenum">
              <a:t>‹#›</a:t>
            </a:fld>
            <a:endParaRPr lang="en-IN"/>
          </a:p>
        </p:txBody>
      </p:sp>
    </p:spTree>
    <p:extLst>
      <p:ext uri="{BB962C8B-B14F-4D97-AF65-F5344CB8AC3E}">
        <p14:creationId xmlns:p14="http://schemas.microsoft.com/office/powerpoint/2010/main" val="154485008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A2944-5B32-4C93-9A54-E856D8EB0871}"/>
              </a:ext>
            </a:extLst>
          </p:cNvPr>
          <p:cNvSpPr>
            <a:spLocks noGrp="1"/>
          </p:cNvSpPr>
          <p:nvPr>
            <p:ph type="title"/>
          </p:nvPr>
        </p:nvSpPr>
        <p:spPr>
          <a:xfrm>
            <a:off x="693738" y="503238"/>
            <a:ext cx="3251200" cy="17653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C979B73-2EEE-4073-81A5-002563441B1E}"/>
              </a:ext>
            </a:extLst>
          </p:cNvPr>
          <p:cNvSpPr>
            <a:spLocks noGrp="1"/>
          </p:cNvSpPr>
          <p:nvPr>
            <p:ph idx="1"/>
          </p:nvPr>
        </p:nvSpPr>
        <p:spPr>
          <a:xfrm>
            <a:off x="4286250" y="1089025"/>
            <a:ext cx="5102225" cy="53721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40E9B86-234C-4722-9044-608371053FF2}"/>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13B130-3940-4B79-BB15-BF0A9902FECF}"/>
              </a:ext>
            </a:extLst>
          </p:cNvPr>
          <p:cNvSpPr>
            <a:spLocks noGrp="1"/>
          </p:cNvSpPr>
          <p:nvPr>
            <p:ph type="dt" sz="half" idx="10"/>
          </p:nvPr>
        </p:nvSpPr>
        <p:spPr/>
        <p:txBody>
          <a:bodyPr/>
          <a:lstStyle/>
          <a:p>
            <a:pPr lvl="0"/>
            <a:endParaRPr lang="en-IN"/>
          </a:p>
        </p:txBody>
      </p:sp>
      <p:sp>
        <p:nvSpPr>
          <p:cNvPr id="6" name="Footer Placeholder 5">
            <a:extLst>
              <a:ext uri="{FF2B5EF4-FFF2-40B4-BE49-F238E27FC236}">
                <a16:creationId xmlns:a16="http://schemas.microsoft.com/office/drawing/2014/main" id="{72B150CF-FEC7-41E7-8690-0F2977CE2D3D}"/>
              </a:ext>
            </a:extLst>
          </p:cNvPr>
          <p:cNvSpPr>
            <a:spLocks noGrp="1"/>
          </p:cNvSpPr>
          <p:nvPr>
            <p:ph type="ftr" sz="quarter" idx="11"/>
          </p:nvPr>
        </p:nvSpPr>
        <p:spPr/>
        <p:txBody>
          <a:bodyPr/>
          <a:lstStyle/>
          <a:p>
            <a:pPr lvl="0"/>
            <a:endParaRPr lang="en-IN"/>
          </a:p>
        </p:txBody>
      </p:sp>
      <p:sp>
        <p:nvSpPr>
          <p:cNvPr id="7" name="Slide Number Placeholder 6">
            <a:extLst>
              <a:ext uri="{FF2B5EF4-FFF2-40B4-BE49-F238E27FC236}">
                <a16:creationId xmlns:a16="http://schemas.microsoft.com/office/drawing/2014/main" id="{71FA4A90-2060-4C7E-8B1D-7A36943EF64D}"/>
              </a:ext>
            </a:extLst>
          </p:cNvPr>
          <p:cNvSpPr>
            <a:spLocks noGrp="1"/>
          </p:cNvSpPr>
          <p:nvPr>
            <p:ph type="sldNum" sz="quarter" idx="12"/>
          </p:nvPr>
        </p:nvSpPr>
        <p:spPr/>
        <p:txBody>
          <a:bodyPr/>
          <a:lstStyle/>
          <a:p>
            <a:pPr lvl="0"/>
            <a:fld id="{A82E5F7C-2CD4-45AA-AA66-1DC0D31EDA60}" type="slidenum">
              <a:t>‹#›</a:t>
            </a:fld>
            <a:endParaRPr lang="en-IN"/>
          </a:p>
        </p:txBody>
      </p:sp>
    </p:spTree>
    <p:extLst>
      <p:ext uri="{BB962C8B-B14F-4D97-AF65-F5344CB8AC3E}">
        <p14:creationId xmlns:p14="http://schemas.microsoft.com/office/powerpoint/2010/main" val="1163163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4B4BF-30C4-4C94-94CF-EB478550A932}"/>
              </a:ext>
            </a:extLst>
          </p:cNvPr>
          <p:cNvSpPr>
            <a:spLocks noGrp="1"/>
          </p:cNvSpPr>
          <p:nvPr>
            <p:ph type="title"/>
          </p:nvPr>
        </p:nvSpPr>
        <p:spPr>
          <a:xfrm>
            <a:off x="693738" y="503238"/>
            <a:ext cx="3251200" cy="17653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1DA7512-24F7-41E2-ADAD-E4F33A87F07D}"/>
              </a:ext>
            </a:extLst>
          </p:cNvPr>
          <p:cNvSpPr>
            <a:spLocks noGrp="1"/>
          </p:cNvSpPr>
          <p:nvPr>
            <p:ph type="pic" idx="1"/>
          </p:nvPr>
        </p:nvSpPr>
        <p:spPr>
          <a:xfrm>
            <a:off x="4286250" y="1089025"/>
            <a:ext cx="5102225" cy="5372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5410794-97D6-4095-8818-7727D3A36E85}"/>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4A1291-F338-4D2E-9771-9781FC580DA6}"/>
              </a:ext>
            </a:extLst>
          </p:cNvPr>
          <p:cNvSpPr>
            <a:spLocks noGrp="1"/>
          </p:cNvSpPr>
          <p:nvPr>
            <p:ph type="dt" sz="half" idx="10"/>
          </p:nvPr>
        </p:nvSpPr>
        <p:spPr/>
        <p:txBody>
          <a:bodyPr/>
          <a:lstStyle/>
          <a:p>
            <a:pPr lvl="0"/>
            <a:endParaRPr lang="en-IN"/>
          </a:p>
        </p:txBody>
      </p:sp>
      <p:sp>
        <p:nvSpPr>
          <p:cNvPr id="6" name="Footer Placeholder 5">
            <a:extLst>
              <a:ext uri="{FF2B5EF4-FFF2-40B4-BE49-F238E27FC236}">
                <a16:creationId xmlns:a16="http://schemas.microsoft.com/office/drawing/2014/main" id="{FABBBE0E-89C4-421B-8918-01D2E1D5C191}"/>
              </a:ext>
            </a:extLst>
          </p:cNvPr>
          <p:cNvSpPr>
            <a:spLocks noGrp="1"/>
          </p:cNvSpPr>
          <p:nvPr>
            <p:ph type="ftr" sz="quarter" idx="11"/>
          </p:nvPr>
        </p:nvSpPr>
        <p:spPr/>
        <p:txBody>
          <a:bodyPr/>
          <a:lstStyle/>
          <a:p>
            <a:pPr lvl="0"/>
            <a:endParaRPr lang="en-IN"/>
          </a:p>
        </p:txBody>
      </p:sp>
      <p:sp>
        <p:nvSpPr>
          <p:cNvPr id="7" name="Slide Number Placeholder 6">
            <a:extLst>
              <a:ext uri="{FF2B5EF4-FFF2-40B4-BE49-F238E27FC236}">
                <a16:creationId xmlns:a16="http://schemas.microsoft.com/office/drawing/2014/main" id="{2B8232E9-DA2F-419C-A07A-85E1DD1E790C}"/>
              </a:ext>
            </a:extLst>
          </p:cNvPr>
          <p:cNvSpPr>
            <a:spLocks noGrp="1"/>
          </p:cNvSpPr>
          <p:nvPr>
            <p:ph type="sldNum" sz="quarter" idx="12"/>
          </p:nvPr>
        </p:nvSpPr>
        <p:spPr/>
        <p:txBody>
          <a:bodyPr/>
          <a:lstStyle/>
          <a:p>
            <a:pPr lvl="0"/>
            <a:fld id="{A802B036-1639-45DB-9817-66BDA67B38BD}" type="slidenum">
              <a:t>‹#›</a:t>
            </a:fld>
            <a:endParaRPr lang="en-IN"/>
          </a:p>
        </p:txBody>
      </p:sp>
    </p:spTree>
    <p:extLst>
      <p:ext uri="{BB962C8B-B14F-4D97-AF65-F5344CB8AC3E}">
        <p14:creationId xmlns:p14="http://schemas.microsoft.com/office/powerpoint/2010/main" val="41021697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B8A7B-EFD0-43ED-96E9-7DFF815D2B8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FEB9ED0-C415-477B-A55F-3C9F60EF0D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BCB81A-A41F-465B-B447-67241774856F}"/>
              </a:ext>
            </a:extLst>
          </p:cNvPr>
          <p:cNvSpPr>
            <a:spLocks noGrp="1"/>
          </p:cNvSpPr>
          <p:nvPr>
            <p:ph type="dt" sz="half" idx="10"/>
          </p:nvPr>
        </p:nvSpPr>
        <p:spPr/>
        <p:txBody>
          <a:bodyPr/>
          <a:lstStyle/>
          <a:p>
            <a:pPr lvl="0"/>
            <a:endParaRPr lang="en-IN"/>
          </a:p>
        </p:txBody>
      </p:sp>
      <p:sp>
        <p:nvSpPr>
          <p:cNvPr id="5" name="Footer Placeholder 4">
            <a:extLst>
              <a:ext uri="{FF2B5EF4-FFF2-40B4-BE49-F238E27FC236}">
                <a16:creationId xmlns:a16="http://schemas.microsoft.com/office/drawing/2014/main" id="{F6BB6667-08A1-47C7-8547-0DA5541F080D}"/>
              </a:ext>
            </a:extLst>
          </p:cNvPr>
          <p:cNvSpPr>
            <a:spLocks noGrp="1"/>
          </p:cNvSpPr>
          <p:nvPr>
            <p:ph type="ftr" sz="quarter" idx="11"/>
          </p:nvPr>
        </p:nvSpPr>
        <p:spPr/>
        <p:txBody>
          <a:bodyPr/>
          <a:lstStyle/>
          <a:p>
            <a:pPr lvl="0"/>
            <a:endParaRPr lang="en-IN"/>
          </a:p>
        </p:txBody>
      </p:sp>
      <p:sp>
        <p:nvSpPr>
          <p:cNvPr id="6" name="Slide Number Placeholder 5">
            <a:extLst>
              <a:ext uri="{FF2B5EF4-FFF2-40B4-BE49-F238E27FC236}">
                <a16:creationId xmlns:a16="http://schemas.microsoft.com/office/drawing/2014/main" id="{8E4A9E80-BAB7-4E85-BD1E-79DC871D0C99}"/>
              </a:ext>
            </a:extLst>
          </p:cNvPr>
          <p:cNvSpPr>
            <a:spLocks noGrp="1"/>
          </p:cNvSpPr>
          <p:nvPr>
            <p:ph type="sldNum" sz="quarter" idx="12"/>
          </p:nvPr>
        </p:nvSpPr>
        <p:spPr/>
        <p:txBody>
          <a:bodyPr/>
          <a:lstStyle/>
          <a:p>
            <a:pPr lvl="0"/>
            <a:fld id="{F5BC168B-B804-415A-B391-4D2E53818D5F}" type="slidenum">
              <a:t>‹#›</a:t>
            </a:fld>
            <a:endParaRPr lang="en-IN"/>
          </a:p>
        </p:txBody>
      </p:sp>
    </p:spTree>
    <p:extLst>
      <p:ext uri="{BB962C8B-B14F-4D97-AF65-F5344CB8AC3E}">
        <p14:creationId xmlns:p14="http://schemas.microsoft.com/office/powerpoint/2010/main" val="2027990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FCCC84-9FED-4273-AB90-711558B70471}"/>
              </a:ext>
            </a:extLst>
          </p:cNvPr>
          <p:cNvSpPr>
            <a:spLocks noGrp="1"/>
          </p:cNvSpPr>
          <p:nvPr>
            <p:ph type="title" orient="vert"/>
          </p:nvPr>
        </p:nvSpPr>
        <p:spPr>
          <a:xfrm>
            <a:off x="7308850" y="301625"/>
            <a:ext cx="2266950" cy="585152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D73FABA-F78A-4181-A86A-75258EBC08F1}"/>
              </a:ext>
            </a:extLst>
          </p:cNvPr>
          <p:cNvSpPr>
            <a:spLocks noGrp="1"/>
          </p:cNvSpPr>
          <p:nvPr>
            <p:ph type="body" orient="vert" idx="1"/>
          </p:nvPr>
        </p:nvSpPr>
        <p:spPr>
          <a:xfrm>
            <a:off x="503238" y="301625"/>
            <a:ext cx="6653212"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CBBD5E-062D-46AC-A816-61EB023E35FD}"/>
              </a:ext>
            </a:extLst>
          </p:cNvPr>
          <p:cNvSpPr>
            <a:spLocks noGrp="1"/>
          </p:cNvSpPr>
          <p:nvPr>
            <p:ph type="dt" sz="half" idx="10"/>
          </p:nvPr>
        </p:nvSpPr>
        <p:spPr/>
        <p:txBody>
          <a:bodyPr/>
          <a:lstStyle/>
          <a:p>
            <a:pPr lvl="0"/>
            <a:endParaRPr lang="en-IN"/>
          </a:p>
        </p:txBody>
      </p:sp>
      <p:sp>
        <p:nvSpPr>
          <p:cNvPr id="5" name="Footer Placeholder 4">
            <a:extLst>
              <a:ext uri="{FF2B5EF4-FFF2-40B4-BE49-F238E27FC236}">
                <a16:creationId xmlns:a16="http://schemas.microsoft.com/office/drawing/2014/main" id="{154ED1CD-5FD6-437B-ADBA-8B8A6AD1FBD4}"/>
              </a:ext>
            </a:extLst>
          </p:cNvPr>
          <p:cNvSpPr>
            <a:spLocks noGrp="1"/>
          </p:cNvSpPr>
          <p:nvPr>
            <p:ph type="ftr" sz="quarter" idx="11"/>
          </p:nvPr>
        </p:nvSpPr>
        <p:spPr/>
        <p:txBody>
          <a:bodyPr/>
          <a:lstStyle/>
          <a:p>
            <a:pPr lvl="0"/>
            <a:endParaRPr lang="en-IN"/>
          </a:p>
        </p:txBody>
      </p:sp>
      <p:sp>
        <p:nvSpPr>
          <p:cNvPr id="6" name="Slide Number Placeholder 5">
            <a:extLst>
              <a:ext uri="{FF2B5EF4-FFF2-40B4-BE49-F238E27FC236}">
                <a16:creationId xmlns:a16="http://schemas.microsoft.com/office/drawing/2014/main" id="{8D3ACC42-ACB4-410F-8F64-6C78F6518D08}"/>
              </a:ext>
            </a:extLst>
          </p:cNvPr>
          <p:cNvSpPr>
            <a:spLocks noGrp="1"/>
          </p:cNvSpPr>
          <p:nvPr>
            <p:ph type="sldNum" sz="quarter" idx="12"/>
          </p:nvPr>
        </p:nvSpPr>
        <p:spPr/>
        <p:txBody>
          <a:bodyPr/>
          <a:lstStyle/>
          <a:p>
            <a:pPr lvl="0"/>
            <a:fld id="{2893A80B-1908-4A59-B5DB-A1A780AD4F9D}" type="slidenum">
              <a:t>‹#›</a:t>
            </a:fld>
            <a:endParaRPr lang="en-IN"/>
          </a:p>
        </p:txBody>
      </p:sp>
    </p:spTree>
    <p:extLst>
      <p:ext uri="{BB962C8B-B14F-4D97-AF65-F5344CB8AC3E}">
        <p14:creationId xmlns:p14="http://schemas.microsoft.com/office/powerpoint/2010/main" val="568138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D04477-902C-427E-AE8F-D8E19E09FCAE}"/>
              </a:ext>
            </a:extLst>
          </p:cNvPr>
          <p:cNvSpPr txBox="1">
            <a:spLocks noGrp="1"/>
          </p:cNvSpPr>
          <p:nvPr>
            <p:ph type="title"/>
          </p:nvPr>
        </p:nvSpPr>
        <p:spPr>
          <a:xfrm>
            <a:off x="503999" y="301320"/>
            <a:ext cx="9071640" cy="1262160"/>
          </a:xfrm>
          <a:prstGeom prst="rect">
            <a:avLst/>
          </a:prstGeom>
          <a:noFill/>
          <a:ln>
            <a:noFill/>
          </a:ln>
        </p:spPr>
        <p:txBody>
          <a:bodyPr lIns="0" tIns="0" rIns="0" bIns="0" anchor="ctr"/>
          <a:lstStyle/>
          <a:p>
            <a:endParaRPr lang="en-IN"/>
          </a:p>
        </p:txBody>
      </p:sp>
      <p:sp>
        <p:nvSpPr>
          <p:cNvPr id="3" name="Text Placeholder 2">
            <a:extLst>
              <a:ext uri="{FF2B5EF4-FFF2-40B4-BE49-F238E27FC236}">
                <a16:creationId xmlns:a16="http://schemas.microsoft.com/office/drawing/2014/main" id="{DAD0D249-9177-4E92-A04E-5B59D611AF80}"/>
              </a:ext>
            </a:extLst>
          </p:cNvPr>
          <p:cNvSpPr txBox="1">
            <a:spLocks noGrp="1"/>
          </p:cNvSpPr>
          <p:nvPr>
            <p:ph type="body" idx="1"/>
          </p:nvPr>
        </p:nvSpPr>
        <p:spPr>
          <a:xfrm>
            <a:off x="503999" y="1769040"/>
            <a:ext cx="9071640" cy="4384080"/>
          </a:xfrm>
          <a:prstGeom prst="rect">
            <a:avLst/>
          </a:prstGeom>
          <a:noFill/>
          <a:ln>
            <a:noFill/>
          </a:ln>
        </p:spPr>
        <p:txBody>
          <a:bodyPr lIns="0" tIns="0" rIns="0" bIns="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B9267D-61A9-4497-9C4C-22D3BF63E0A5}"/>
              </a:ext>
            </a:extLst>
          </p:cNvPr>
          <p:cNvSpPr txBox="1">
            <a:spLocks noGrp="1"/>
          </p:cNvSpPr>
          <p:nvPr>
            <p:ph type="dt" sz="half" idx="2"/>
          </p:nvPr>
        </p:nvSpPr>
        <p:spPr>
          <a:xfrm>
            <a:off x="503999" y="6887160"/>
            <a:ext cx="2348280" cy="521280"/>
          </a:xfrm>
          <a:prstGeom prst="rect">
            <a:avLst/>
          </a:prstGeom>
          <a:noFill/>
          <a:ln>
            <a:noFill/>
          </a:ln>
        </p:spPr>
        <p:txBody>
          <a:bodyPr vert="horz" lIns="0" tIns="0" rIns="0" bIns="0" anchorCtr="0">
            <a:noAutofit/>
          </a:bodyPr>
          <a:lstStyle>
            <a:lvl1pPr lvl="0" rtl="0" hangingPunct="0">
              <a:buNone/>
              <a:tabLst/>
              <a:defRPr lang="en-IN" sz="1400" kern="1200">
                <a:latin typeface="Liberation Serif" pitchFamily="18"/>
                <a:ea typeface="DejaVu Sans" pitchFamily="2"/>
                <a:cs typeface="DejaVu Sans" pitchFamily="2"/>
              </a:defRPr>
            </a:lvl1pPr>
          </a:lstStyle>
          <a:p>
            <a:pPr lvl="0"/>
            <a:endParaRPr lang="en-IN"/>
          </a:p>
        </p:txBody>
      </p:sp>
      <p:sp>
        <p:nvSpPr>
          <p:cNvPr id="5" name="Footer Placeholder 4">
            <a:extLst>
              <a:ext uri="{FF2B5EF4-FFF2-40B4-BE49-F238E27FC236}">
                <a16:creationId xmlns:a16="http://schemas.microsoft.com/office/drawing/2014/main" id="{E51633B0-41BD-4E4B-B3DF-31903E779D10}"/>
              </a:ext>
            </a:extLst>
          </p:cNvPr>
          <p:cNvSpPr txBox="1">
            <a:spLocks noGrp="1"/>
          </p:cNvSpPr>
          <p:nvPr>
            <p:ph type="ftr" sz="quarter" idx="3"/>
          </p:nvPr>
        </p:nvSpPr>
        <p:spPr>
          <a:xfrm>
            <a:off x="3447360" y="6887160"/>
            <a:ext cx="3195000" cy="521280"/>
          </a:xfrm>
          <a:prstGeom prst="rect">
            <a:avLst/>
          </a:prstGeom>
          <a:noFill/>
          <a:ln>
            <a:noFill/>
          </a:ln>
        </p:spPr>
        <p:txBody>
          <a:bodyPr vert="horz" lIns="0" tIns="0" rIns="0" bIns="0" anchorCtr="0">
            <a:noAutofit/>
          </a:bodyPr>
          <a:lstStyle>
            <a:lvl1pPr lvl="0" algn="ctr" rtl="0" hangingPunct="0">
              <a:buNone/>
              <a:tabLst/>
              <a:defRPr lang="en-IN" sz="1400" kern="1200">
                <a:latin typeface="Liberation Serif" pitchFamily="18"/>
                <a:ea typeface="DejaVu Sans" pitchFamily="2"/>
                <a:cs typeface="DejaVu Sans" pitchFamily="2"/>
              </a:defRPr>
            </a:lvl1pPr>
          </a:lstStyle>
          <a:p>
            <a:pPr lvl="0"/>
            <a:endParaRPr lang="en-IN"/>
          </a:p>
        </p:txBody>
      </p:sp>
      <p:sp>
        <p:nvSpPr>
          <p:cNvPr id="6" name="Slide Number Placeholder 5">
            <a:extLst>
              <a:ext uri="{FF2B5EF4-FFF2-40B4-BE49-F238E27FC236}">
                <a16:creationId xmlns:a16="http://schemas.microsoft.com/office/drawing/2014/main" id="{86D61BE8-EE26-4A8F-9CED-71CFE7635A38}"/>
              </a:ext>
            </a:extLst>
          </p:cNvPr>
          <p:cNvSpPr txBox="1">
            <a:spLocks noGrp="1"/>
          </p:cNvSpPr>
          <p:nvPr>
            <p:ph type="sldNum" sz="quarter" idx="4"/>
          </p:nvPr>
        </p:nvSpPr>
        <p:spPr>
          <a:xfrm>
            <a:off x="7227000" y="6887160"/>
            <a:ext cx="2348280" cy="521280"/>
          </a:xfrm>
          <a:prstGeom prst="rect">
            <a:avLst/>
          </a:prstGeom>
          <a:noFill/>
          <a:ln>
            <a:noFill/>
          </a:ln>
        </p:spPr>
        <p:txBody>
          <a:bodyPr vert="horz" lIns="0" tIns="0" rIns="0" bIns="0" anchorCtr="0">
            <a:noAutofit/>
          </a:bodyPr>
          <a:lstStyle>
            <a:lvl1pPr lvl="0" algn="r" rtl="0" hangingPunct="0">
              <a:buNone/>
              <a:tabLst/>
              <a:defRPr lang="en-IN" sz="1400" kern="1200">
                <a:latin typeface="Liberation Serif" pitchFamily="18"/>
                <a:ea typeface="DejaVu Sans" pitchFamily="2"/>
                <a:cs typeface="DejaVu Sans" pitchFamily="2"/>
              </a:defRPr>
            </a:lvl1pPr>
          </a:lstStyle>
          <a:p>
            <a:pPr lvl="0"/>
            <a:fld id="{D6B54501-FFE7-44C4-A52B-256E7F3E8B9A}" type="slidenum">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hangingPunct="0">
        <a:tabLst/>
        <a:defRPr lang="en-IN" sz="4400" b="0" i="0" u="none" strike="noStrike" kern="1200" cap="none">
          <a:ln>
            <a:noFill/>
          </a:ln>
          <a:latin typeface="Liberation Sans" pitchFamily="18"/>
        </a:defRPr>
      </a:lvl1pPr>
    </p:titleStyle>
    <p:bodyStyle>
      <a:lvl1pPr hangingPunct="0">
        <a:spcBef>
          <a:spcPts val="0"/>
        </a:spcBef>
        <a:spcAft>
          <a:spcPts val="1417"/>
        </a:spcAft>
        <a:tabLst/>
        <a:defRPr lang="en-IN" sz="3200" b="0" i="0" u="none" strike="noStrike" kern="1200" cap="none">
          <a:ln>
            <a:noFill/>
          </a:ln>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name="page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53E0E-5EA1-4BB3-B741-E9D1B2101819}"/>
              </a:ext>
            </a:extLst>
          </p:cNvPr>
          <p:cNvSpPr txBox="1">
            <a:spLocks noGrp="1"/>
          </p:cNvSpPr>
          <p:nvPr>
            <p:ph type="title" idx="4294967295"/>
          </p:nvPr>
        </p:nvSpPr>
        <p:spPr>
          <a:xfrm>
            <a:off x="503999" y="301320"/>
            <a:ext cx="9071640" cy="922680"/>
          </a:xfrm>
        </p:spPr>
        <p:txBody>
          <a:bodyPr vert="horz"/>
          <a:lstStyle/>
          <a:p>
            <a:pPr lvl="0" rtl="0">
              <a:spcAft>
                <a:spcPts val="1417"/>
              </a:spcAft>
            </a:pPr>
            <a:r>
              <a:rPr lang="en-IN"/>
              <a:t>Big Data Analysis of Enterprise</a:t>
            </a:r>
          </a:p>
        </p:txBody>
      </p:sp>
      <p:sp>
        <p:nvSpPr>
          <p:cNvPr id="3" name="Text Placeholder 2">
            <a:extLst>
              <a:ext uri="{FF2B5EF4-FFF2-40B4-BE49-F238E27FC236}">
                <a16:creationId xmlns:a16="http://schemas.microsoft.com/office/drawing/2014/main" id="{CC3F2E9E-7732-42B5-9AAC-87EBDC6160DA}"/>
              </a:ext>
            </a:extLst>
          </p:cNvPr>
          <p:cNvSpPr txBox="1">
            <a:spLocks noGrp="1"/>
          </p:cNvSpPr>
          <p:nvPr>
            <p:ph type="body" idx="4294967295"/>
          </p:nvPr>
        </p:nvSpPr>
        <p:spPr/>
        <p:txBody>
          <a:bodyPr vert="horz"/>
          <a:lstStyle/>
          <a:p>
            <a:pPr lvl="0" rtl="0"/>
            <a:endParaRPr lang="en-IN"/>
          </a:p>
          <a:p>
            <a:pPr lvl="0" rtl="0">
              <a:buSzPct val="45000"/>
              <a:buFont typeface="StarSymbol"/>
              <a:buChar char="●"/>
            </a:pPr>
            <a:r>
              <a:rPr lang="en-IN"/>
              <a:t>    Understand their customer</a:t>
            </a:r>
          </a:p>
          <a:p>
            <a:pPr lvl="0" rtl="0">
              <a:buSzPct val="45000"/>
              <a:buFont typeface="StarSymbol"/>
              <a:buChar char="●"/>
            </a:pPr>
            <a:r>
              <a:rPr lang="en-IN"/>
              <a:t>    Provide targeted promotions</a:t>
            </a:r>
          </a:p>
          <a:p>
            <a:pPr lvl="0" rtl="0">
              <a:buSzPct val="45000"/>
              <a:buFont typeface="StarSymbol"/>
              <a:buChar char="●"/>
            </a:pPr>
            <a:r>
              <a:rPr lang="en-IN"/>
              <a:t>    Optimize the workforce and save cost and time</a:t>
            </a:r>
          </a:p>
          <a:p>
            <a:pPr lvl="0" rtl="0">
              <a:buSzPct val="45000"/>
              <a:buFont typeface="StarSymbol"/>
              <a:buChar char="●"/>
            </a:pPr>
            <a:r>
              <a:rPr lang="en-IN"/>
              <a:t>    Forecast market trends</a:t>
            </a:r>
          </a:p>
          <a:p>
            <a:pPr lvl="0" rtl="0">
              <a:buSzPct val="45000"/>
              <a:buFont typeface="StarSymbol"/>
              <a:buChar char="●"/>
            </a:pPr>
            <a:r>
              <a:rPr lang="en-IN"/>
              <a:t>    Take efficient decisions</a:t>
            </a:r>
          </a:p>
          <a:p>
            <a:pPr lvl="0" rtl="0">
              <a:buSzPct val="45000"/>
              <a:buFont typeface="StarSymbol"/>
              <a:buChar char="●"/>
            </a:pPr>
            <a:r>
              <a:rPr lang="en-IN"/>
              <a:t>    Boost customer acquisition and retention</a:t>
            </a:r>
          </a:p>
          <a:p>
            <a:pPr lvl="0" rtl="0">
              <a:buSzPct val="45000"/>
              <a:buFont typeface="StarSymbol"/>
              <a:buChar char="●"/>
            </a:pPr>
            <a:r>
              <a:rPr lang="en-IN"/>
              <a:t>    Innovate and revamp their products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page2">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36DD8C-6AEE-4020-A98E-DF80480D45A8}"/>
              </a:ext>
            </a:extLst>
          </p:cNvPr>
          <p:cNvSpPr txBox="1"/>
          <p:nvPr/>
        </p:nvSpPr>
        <p:spPr>
          <a:xfrm>
            <a:off x="144000" y="144000"/>
            <a:ext cx="9864000" cy="7272000"/>
          </a:xfrm>
          <a:prstGeom prst="rect">
            <a:avLst/>
          </a:prstGeom>
          <a:noFill/>
          <a:ln>
            <a:noFill/>
          </a:ln>
        </p:spPr>
        <p:txBody>
          <a:bodyPr vert="horz" wrap="none" lIns="90000" tIns="45000" rIns="90000" bIns="45000" anchorCtr="0" compatLnSpc="0"/>
          <a:lstStyle/>
          <a:p>
            <a:pPr marL="0" marR="0" lvl="0" indent="0" algn="ctr" rtl="0" hangingPunct="0">
              <a:lnSpc>
                <a:spcPct val="100000"/>
              </a:lnSpc>
              <a:spcBef>
                <a:spcPts val="1191"/>
              </a:spcBef>
              <a:spcAft>
                <a:spcPts val="992"/>
              </a:spcAft>
              <a:buNone/>
              <a:tabLst/>
            </a:pPr>
            <a:r>
              <a:rPr lang="en-IN" sz="4000" b="1" i="0" u="none" strike="noStrike" kern="1200" cap="none">
                <a:ln>
                  <a:noFill/>
                </a:ln>
                <a:solidFill>
                  <a:srgbClr val="0066CC"/>
                </a:solidFill>
                <a:latin typeface="Liberation Sans" pitchFamily="18"/>
                <a:ea typeface="Droid Sans Fallback" pitchFamily="2"/>
                <a:cs typeface="FreeSans" pitchFamily="2"/>
              </a:rPr>
              <a:t>Chracteristics of Data</a:t>
            </a:r>
          </a:p>
          <a:p>
            <a:pPr marL="0" marR="0" lvl="0" indent="0" algn="just" rtl="0" hangingPunct="0">
              <a:lnSpc>
                <a:spcPct val="100000"/>
              </a:lnSpc>
              <a:spcBef>
                <a:spcPts val="1191"/>
              </a:spcBef>
              <a:spcAft>
                <a:spcPts val="992"/>
              </a:spcAft>
              <a:buNone/>
              <a:tabLst/>
            </a:pPr>
            <a:r>
              <a:rPr lang="en-IN" sz="3200" b="0" i="0" u="none" strike="noStrike" kern="1200" cap="none">
                <a:ln>
                  <a:noFill/>
                </a:ln>
                <a:solidFill>
                  <a:srgbClr val="C5000B"/>
                </a:solidFill>
                <a:latin typeface="Liberation Sans" pitchFamily="18"/>
                <a:ea typeface="Droid Sans Fallback" pitchFamily="2"/>
                <a:cs typeface="FreeSans" pitchFamily="2"/>
              </a:rPr>
              <a:t> Composition:</a:t>
            </a:r>
            <a:r>
              <a:rPr lang="en-IN" sz="3200" b="0" i="0" u="none" strike="noStrike" kern="1200" cap="none">
                <a:ln>
                  <a:noFill/>
                </a:ln>
                <a:latin typeface="Liberation Sans" pitchFamily="18"/>
                <a:ea typeface="Droid Sans Fallback" pitchFamily="2"/>
                <a:cs typeface="FreeSans" pitchFamily="2"/>
              </a:rPr>
              <a:t> Deals with the structure of data. i.e.</a:t>
            </a:r>
          </a:p>
          <a:p>
            <a:pPr marL="0" marR="0" lvl="0" indent="0" algn="just" rtl="0" hangingPunct="0">
              <a:lnSpc>
                <a:spcPct val="100000"/>
              </a:lnSpc>
              <a:spcBef>
                <a:spcPts val="1191"/>
              </a:spcBef>
              <a:spcAft>
                <a:spcPts val="992"/>
              </a:spcAft>
              <a:buSzPct val="45000"/>
              <a:buFont typeface="StarSymbol"/>
              <a:buChar char="➢"/>
              <a:tabLst/>
            </a:pPr>
            <a:r>
              <a:rPr lang="en-IN" sz="3200" b="0" i="0" u="none" strike="noStrike" kern="1200" cap="none">
                <a:ln>
                  <a:noFill/>
                </a:ln>
                <a:latin typeface="Liberation Sans" pitchFamily="18"/>
                <a:ea typeface="Droid Sans Fallback" pitchFamily="2"/>
                <a:cs typeface="FreeSans" pitchFamily="2"/>
              </a:rPr>
              <a:t>	sources of data, types of data, nature of data.</a:t>
            </a:r>
          </a:p>
          <a:p>
            <a:pPr marL="0" marR="0" lvl="0" indent="0" algn="just" rtl="0" hangingPunct="0">
              <a:lnSpc>
                <a:spcPct val="100000"/>
              </a:lnSpc>
              <a:spcBef>
                <a:spcPts val="1191"/>
              </a:spcBef>
              <a:spcAft>
                <a:spcPts val="992"/>
              </a:spcAft>
              <a:buSzPct val="45000"/>
              <a:buFont typeface="StarSymbol"/>
              <a:buChar char="➢"/>
              <a:tabLst/>
            </a:pPr>
            <a:r>
              <a:rPr lang="en-IN" sz="3200" b="0" i="0" u="none" strike="noStrike" kern="1200" cap="none">
                <a:ln>
                  <a:noFill/>
                </a:ln>
                <a:latin typeface="Liberation Sans" pitchFamily="18"/>
                <a:ea typeface="Droid Sans Fallback" pitchFamily="2"/>
                <a:cs typeface="FreeSans" pitchFamily="2"/>
              </a:rPr>
              <a:t>	Granularity (Quality of data)</a:t>
            </a:r>
          </a:p>
          <a:p>
            <a:pPr marL="0" marR="0" lvl="0" indent="0" algn="just" rtl="0" hangingPunct="0">
              <a:lnSpc>
                <a:spcPct val="100000"/>
              </a:lnSpc>
              <a:spcBef>
                <a:spcPts val="1191"/>
              </a:spcBef>
              <a:spcAft>
                <a:spcPts val="992"/>
              </a:spcAft>
              <a:buSzPct val="45000"/>
              <a:buFont typeface="StarSymbol"/>
              <a:buChar char="➢"/>
              <a:tabLst/>
            </a:pPr>
            <a:r>
              <a:rPr lang="en-IN" sz="3200" b="0" i="0" u="none" strike="noStrike" kern="1200" cap="none">
                <a:ln>
                  <a:noFill/>
                </a:ln>
                <a:latin typeface="Liberation Sans" pitchFamily="18"/>
                <a:ea typeface="Droid Sans Fallback" pitchFamily="2"/>
                <a:cs typeface="FreeSans" pitchFamily="2"/>
              </a:rPr>
              <a:t>	Types &amp; nature of data (Static or Real Time)</a:t>
            </a:r>
          </a:p>
          <a:p>
            <a:pPr marL="0" marR="0" lvl="0" indent="0" algn="just" rtl="0" hangingPunct="0">
              <a:lnSpc>
                <a:spcPct val="100000"/>
              </a:lnSpc>
              <a:spcBef>
                <a:spcPts val="1191"/>
              </a:spcBef>
              <a:spcAft>
                <a:spcPts val="992"/>
              </a:spcAft>
              <a:buNone/>
              <a:tabLst/>
            </a:pPr>
            <a:endParaRPr lang="en-IN" sz="3200" b="0" i="0" u="none" strike="noStrike" kern="1200" cap="none">
              <a:ln>
                <a:noFill/>
              </a:ln>
              <a:latin typeface="Liberation Sans" pitchFamily="18"/>
              <a:ea typeface="Droid Sans Fallback" pitchFamily="2"/>
              <a:cs typeface="FreeSans" pitchFamily="2"/>
            </a:endParaRPr>
          </a:p>
          <a:p>
            <a:pPr marL="0" marR="0" lvl="0" indent="0" algn="just" rtl="0" hangingPunct="0">
              <a:lnSpc>
                <a:spcPct val="100000"/>
              </a:lnSpc>
              <a:spcBef>
                <a:spcPts val="1191"/>
              </a:spcBef>
              <a:spcAft>
                <a:spcPts val="992"/>
              </a:spcAft>
              <a:buNone/>
              <a:tabLst/>
            </a:pPr>
            <a:r>
              <a:rPr lang="en-IN" sz="3200" b="0" i="0" u="none" strike="noStrike" kern="1200" cap="none">
                <a:ln>
                  <a:noFill/>
                </a:ln>
                <a:solidFill>
                  <a:srgbClr val="C5000B"/>
                </a:solidFill>
                <a:latin typeface="Liberation Sans" pitchFamily="18"/>
                <a:ea typeface="Droid Sans Fallback" pitchFamily="2"/>
                <a:cs typeface="FreeSans" pitchFamily="2"/>
              </a:rPr>
              <a:t> Condition:</a:t>
            </a:r>
            <a:r>
              <a:rPr lang="en-IN" sz="3200" b="0" i="0" u="none" strike="noStrike" kern="1200" cap="none">
                <a:ln>
                  <a:noFill/>
                </a:ln>
                <a:latin typeface="Liberation Sans" pitchFamily="18"/>
                <a:ea typeface="Droid Sans Fallback" pitchFamily="2"/>
                <a:cs typeface="FreeSans" pitchFamily="2"/>
              </a:rPr>
              <a:t> Deals with state of data i.e.</a:t>
            </a:r>
          </a:p>
          <a:p>
            <a:pPr marL="0" marR="0" lvl="0" indent="0" algn="just" rtl="0" hangingPunct="0">
              <a:lnSpc>
                <a:spcPct val="100000"/>
              </a:lnSpc>
              <a:spcBef>
                <a:spcPts val="1191"/>
              </a:spcBef>
              <a:spcAft>
                <a:spcPts val="992"/>
              </a:spcAft>
              <a:buSzPct val="45000"/>
              <a:buFont typeface="StarSymbol"/>
              <a:buChar char="➢"/>
              <a:tabLst/>
            </a:pPr>
            <a:r>
              <a:rPr lang="en-IN" sz="3200" b="0" i="0" u="none" strike="noStrike" kern="1200" cap="none">
                <a:ln>
                  <a:noFill/>
                </a:ln>
                <a:latin typeface="Liberation Sans" pitchFamily="18"/>
                <a:ea typeface="Droid Sans Fallback" pitchFamily="2"/>
                <a:cs typeface="FreeSans" pitchFamily="2"/>
              </a:rPr>
              <a:t>	Can one use this data as it is for analysis</a:t>
            </a:r>
          </a:p>
          <a:p>
            <a:pPr marL="0" marR="0" lvl="0" indent="0" algn="just" rtl="0" hangingPunct="0">
              <a:lnSpc>
                <a:spcPct val="100000"/>
              </a:lnSpc>
              <a:spcBef>
                <a:spcPts val="1191"/>
              </a:spcBef>
              <a:spcAft>
                <a:spcPts val="992"/>
              </a:spcAft>
              <a:buSzPct val="45000"/>
              <a:buFont typeface="StarSymbol"/>
              <a:buChar char="➢"/>
              <a:tabLst/>
            </a:pPr>
            <a:r>
              <a:rPr lang="en-IN" sz="3200" b="0" i="0" u="none" strike="noStrike" kern="1200" cap="none">
                <a:ln>
                  <a:noFill/>
                </a:ln>
                <a:latin typeface="Liberation Sans" pitchFamily="18"/>
                <a:ea typeface="Droid Sans Fallback" pitchFamily="2"/>
                <a:cs typeface="FreeSans" pitchFamily="2"/>
              </a:rPr>
              <a:t>	(or) does it require cleaning for further enhancemment and enrichment</a:t>
            </a:r>
          </a:p>
          <a:p>
            <a:pPr marL="0" marR="0" lvl="0" indent="0" algn="just" rtl="0" hangingPunct="0">
              <a:lnSpc>
                <a:spcPct val="100000"/>
              </a:lnSpc>
              <a:spcBef>
                <a:spcPts val="1191"/>
              </a:spcBef>
              <a:spcAft>
                <a:spcPts val="992"/>
              </a:spcAft>
              <a:buNone/>
              <a:tabLst/>
            </a:pPr>
            <a:endParaRPr lang="en-IN" sz="3200" b="0" i="0" u="none" strike="noStrike" kern="1200" cap="none">
              <a:ln>
                <a:noFill/>
              </a:ln>
              <a:latin typeface="Liberation Sans" pitchFamily="18"/>
              <a:ea typeface="Droid Sans Fallback" pitchFamily="2"/>
              <a:cs typeface="FreeSans" pitchFamily="2"/>
            </a:endParaRPr>
          </a:p>
          <a:p>
            <a:pPr marL="0" marR="0" lvl="0" indent="0" algn="just" rtl="0" hangingPunct="0">
              <a:lnSpc>
                <a:spcPct val="100000"/>
              </a:lnSpc>
              <a:spcBef>
                <a:spcPts val="1191"/>
              </a:spcBef>
              <a:spcAft>
                <a:spcPts val="992"/>
              </a:spcAft>
              <a:buNone/>
              <a:tabLst/>
            </a:pPr>
            <a:endParaRPr lang="en-IN" sz="3200" b="0" i="0" u="none" strike="noStrike" kern="1200" cap="none">
              <a:ln>
                <a:noFill/>
              </a:ln>
              <a:latin typeface="Liberation Sans" pitchFamily="18"/>
              <a:ea typeface="Droid Sans Fallback" pitchFamily="2"/>
              <a:cs typeface="FreeSans" pitchFamily="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page3">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B128FB-3E67-4FE4-92FA-E02DD8FF3311}"/>
              </a:ext>
            </a:extLst>
          </p:cNvPr>
          <p:cNvSpPr txBox="1"/>
          <p:nvPr/>
        </p:nvSpPr>
        <p:spPr>
          <a:xfrm>
            <a:off x="144000" y="216000"/>
            <a:ext cx="9853200" cy="4082400"/>
          </a:xfrm>
          <a:prstGeom prst="rect">
            <a:avLst/>
          </a:prstGeom>
          <a:noFill/>
          <a:ln>
            <a:noFill/>
          </a:ln>
        </p:spPr>
        <p:txBody>
          <a:bodyPr vert="horz" wrap="none" lIns="90000" tIns="45000" rIns="90000" bIns="45000" anchorCtr="0" compatLnSpc="0"/>
          <a:lstStyle/>
          <a:p>
            <a:pPr marL="0" marR="0" lvl="0" indent="0" algn="just" rtl="0" hangingPunct="0">
              <a:lnSpc>
                <a:spcPct val="100000"/>
              </a:lnSpc>
              <a:spcBef>
                <a:spcPts val="1191"/>
              </a:spcBef>
              <a:spcAft>
                <a:spcPts val="992"/>
              </a:spcAft>
              <a:buNone/>
              <a:tabLst/>
            </a:pPr>
            <a:r>
              <a:rPr lang="en-IN" sz="3200" b="0" i="0" u="none" strike="noStrike" kern="1200" cap="none">
                <a:ln>
                  <a:noFill/>
                </a:ln>
                <a:solidFill>
                  <a:srgbClr val="C5000B"/>
                </a:solidFill>
                <a:latin typeface="Liberation Sans" pitchFamily="18"/>
                <a:ea typeface="Droid Sans Fallback" pitchFamily="2"/>
                <a:cs typeface="FreeSans" pitchFamily="2"/>
              </a:rPr>
              <a:t> Context:</a:t>
            </a:r>
            <a:r>
              <a:rPr lang="en-IN" sz="3200" b="0" i="0" u="none" strike="noStrike" kern="1200" cap="none">
                <a:ln>
                  <a:noFill/>
                </a:ln>
                <a:latin typeface="Liberation Sans" pitchFamily="18"/>
                <a:ea typeface="Droid Sans Fallback" pitchFamily="2"/>
                <a:cs typeface="FreeSans" pitchFamily="2"/>
              </a:rPr>
              <a:t> deals with generation of data, sensitivity of data. i.e</a:t>
            </a:r>
          </a:p>
          <a:p>
            <a:pPr marL="0" marR="0" lvl="0" indent="0" algn="just" rtl="0" hangingPunct="0">
              <a:lnSpc>
                <a:spcPct val="100000"/>
              </a:lnSpc>
              <a:spcBef>
                <a:spcPts val="1191"/>
              </a:spcBef>
              <a:spcAft>
                <a:spcPts val="992"/>
              </a:spcAft>
              <a:buClr>
                <a:srgbClr val="000000"/>
              </a:buClr>
              <a:buSzPct val="45000"/>
              <a:buFont typeface="StarSymbol"/>
              <a:buChar char="➢"/>
              <a:tabLst/>
            </a:pPr>
            <a:r>
              <a:rPr lang="en-IN" sz="3200" b="0" i="0" u="none" strike="noStrike" kern="1200" cap="none">
                <a:ln>
                  <a:noFill/>
                </a:ln>
                <a:latin typeface="Liberation Sans" pitchFamily="18"/>
                <a:ea typeface="Droid Sans Fallback" pitchFamily="2"/>
                <a:cs typeface="FreeSans" pitchFamily="2"/>
              </a:rPr>
              <a:t>Where has this data been generated?</a:t>
            </a:r>
          </a:p>
          <a:p>
            <a:pPr marL="0" marR="0" lvl="0" indent="0" algn="just" rtl="0" hangingPunct="0">
              <a:lnSpc>
                <a:spcPct val="100000"/>
              </a:lnSpc>
              <a:spcBef>
                <a:spcPts val="1191"/>
              </a:spcBef>
              <a:spcAft>
                <a:spcPts val="992"/>
              </a:spcAft>
              <a:buClr>
                <a:srgbClr val="000000"/>
              </a:buClr>
              <a:buSzPct val="45000"/>
              <a:buFont typeface="StarSymbol"/>
              <a:buChar char="➢"/>
              <a:tabLst/>
            </a:pPr>
            <a:r>
              <a:rPr lang="en-IN" sz="3200" b="0" i="0" u="none" strike="noStrike" kern="1200" cap="none">
                <a:ln>
                  <a:noFill/>
                </a:ln>
                <a:latin typeface="Liberation Sans" pitchFamily="18"/>
                <a:ea typeface="Droid Sans Fallback" pitchFamily="2"/>
                <a:cs typeface="FreeSans" pitchFamily="2"/>
              </a:rPr>
              <a:t>Why was this data generated?</a:t>
            </a:r>
          </a:p>
          <a:p>
            <a:pPr marL="0" marR="0" lvl="0" indent="0" algn="just" rtl="0" hangingPunct="0">
              <a:lnSpc>
                <a:spcPct val="100000"/>
              </a:lnSpc>
              <a:spcBef>
                <a:spcPts val="1191"/>
              </a:spcBef>
              <a:spcAft>
                <a:spcPts val="992"/>
              </a:spcAft>
              <a:buClr>
                <a:srgbClr val="000000"/>
              </a:buClr>
              <a:buSzPct val="45000"/>
              <a:buFont typeface="StarSymbol"/>
              <a:buChar char="➢"/>
              <a:tabLst/>
            </a:pPr>
            <a:r>
              <a:rPr lang="en-IN" sz="3200" b="0" i="0" u="none" strike="noStrike" kern="1200" cap="none">
                <a:ln>
                  <a:noFill/>
                </a:ln>
                <a:latin typeface="Liberation Sans" pitchFamily="18"/>
                <a:ea typeface="Droid Sans Fallback" pitchFamily="2"/>
                <a:cs typeface="FreeSans" pitchFamily="2"/>
              </a:rPr>
              <a:t>How sensitive is this data?</a:t>
            </a:r>
          </a:p>
          <a:p>
            <a:pPr marL="0" marR="0" lvl="0" indent="0" algn="just" rtl="0" hangingPunct="0">
              <a:lnSpc>
                <a:spcPct val="100000"/>
              </a:lnSpc>
              <a:spcBef>
                <a:spcPts val="1191"/>
              </a:spcBef>
              <a:spcAft>
                <a:spcPts val="992"/>
              </a:spcAft>
              <a:buClr>
                <a:srgbClr val="000000"/>
              </a:buClr>
              <a:buSzPct val="45000"/>
              <a:buFont typeface="StarSymbol"/>
              <a:buChar char="➢"/>
              <a:tabLst/>
            </a:pPr>
            <a:r>
              <a:rPr lang="en-IN" sz="3200" b="0" i="0" u="none" strike="noStrike" kern="1200" cap="none">
                <a:ln>
                  <a:noFill/>
                </a:ln>
                <a:latin typeface="Liberation Sans" pitchFamily="18"/>
                <a:ea typeface="Droid Sans Fallback" pitchFamily="2"/>
                <a:cs typeface="FreeSans" pitchFamily="2"/>
              </a:rPr>
              <a:t>What are the events associated with this data ? And so 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page4">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12A7136D-96D6-48D9-8E3E-87F386A5B65D}"/>
              </a:ext>
            </a:extLst>
          </p:cNvPr>
          <p:cNvPicPr>
            <a:picLocks noChangeAspect="1"/>
          </p:cNvPicPr>
          <p:nvPr/>
        </p:nvPicPr>
        <p:blipFill>
          <a:blip r:embed="rId3">
            <a:lum/>
            <a:alphaModFix/>
          </a:blip>
          <a:srcRect/>
          <a:stretch>
            <a:fillRect/>
          </a:stretch>
        </p:blipFill>
        <p:spPr>
          <a:xfrm>
            <a:off x="503999" y="72000"/>
            <a:ext cx="9504000" cy="6912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page5">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47B31DDB-E631-4FF2-931B-806D42AC10D4}"/>
              </a:ext>
            </a:extLst>
          </p:cNvPr>
          <p:cNvPicPr>
            <a:picLocks noChangeAspect="1"/>
          </p:cNvPicPr>
          <p:nvPr/>
        </p:nvPicPr>
        <p:blipFill>
          <a:blip r:embed="rId3">
            <a:lum/>
            <a:alphaModFix/>
          </a:blip>
          <a:srcRect/>
          <a:stretch>
            <a:fillRect/>
          </a:stretch>
        </p:blipFill>
        <p:spPr>
          <a:xfrm>
            <a:off x="0" y="-216000"/>
            <a:ext cx="9648000" cy="7416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page6">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3797FD82-7472-475F-9850-C85586DCE947}"/>
              </a:ext>
            </a:extLst>
          </p:cNvPr>
          <p:cNvPicPr>
            <a:picLocks noChangeAspect="1"/>
          </p:cNvPicPr>
          <p:nvPr/>
        </p:nvPicPr>
        <p:blipFill>
          <a:blip r:embed="rId3">
            <a:lum/>
            <a:alphaModFix/>
          </a:blip>
          <a:srcRect/>
          <a:stretch>
            <a:fillRect/>
          </a:stretch>
        </p:blipFill>
        <p:spPr>
          <a:xfrm>
            <a:off x="288000" y="144000"/>
            <a:ext cx="9288000" cy="7200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page7">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033093-76CB-477F-B388-31DD5434403F}"/>
              </a:ext>
            </a:extLst>
          </p:cNvPr>
          <p:cNvSpPr txBox="1"/>
          <p:nvPr/>
        </p:nvSpPr>
        <p:spPr>
          <a:xfrm>
            <a:off x="144000" y="144000"/>
            <a:ext cx="9792000" cy="7272000"/>
          </a:xfrm>
          <a:prstGeom prst="rect">
            <a:avLst/>
          </a:prstGeom>
          <a:noFill/>
          <a:ln>
            <a:noFill/>
          </a:ln>
        </p:spPr>
        <p:txBody>
          <a:bodyPr vert="horz" wrap="none" lIns="90000" tIns="45000" rIns="90000" bIns="45000" anchorCtr="0" compatLnSpc="0"/>
          <a:lstStyle/>
          <a:p>
            <a:pPr marL="0" marR="0" lvl="0" indent="0" algn="ctr" rtl="0" hangingPunct="0">
              <a:lnSpc>
                <a:spcPct val="100000"/>
              </a:lnSpc>
              <a:spcBef>
                <a:spcPts val="1191"/>
              </a:spcBef>
              <a:spcAft>
                <a:spcPts val="992"/>
              </a:spcAft>
              <a:buNone/>
              <a:tabLst/>
            </a:pPr>
            <a:r>
              <a:rPr lang="en-IN" sz="3200" b="0" i="0" u="none" strike="noStrike" kern="1200" cap="none">
                <a:ln>
                  <a:noFill/>
                </a:ln>
                <a:solidFill>
                  <a:srgbClr val="C5000B"/>
                </a:solidFill>
                <a:latin typeface="Liberation Sans" pitchFamily="18"/>
                <a:ea typeface="Droid Sans Fallback" pitchFamily="2"/>
                <a:cs typeface="FreeSans" pitchFamily="2"/>
              </a:rPr>
              <a:t>Small Data Vs Big Data</a:t>
            </a:r>
          </a:p>
          <a:p>
            <a:pPr marL="0" marR="0" lvl="0" indent="0" algn="just" rtl="0" hangingPunct="0">
              <a:lnSpc>
                <a:spcPct val="100000"/>
              </a:lnSpc>
              <a:spcBef>
                <a:spcPts val="1191"/>
              </a:spcBef>
              <a:spcAft>
                <a:spcPts val="992"/>
              </a:spcAft>
              <a:buNone/>
              <a:tabLst/>
            </a:pPr>
            <a:endParaRPr lang="en-IN" sz="3200" b="0" i="0" u="none" strike="noStrike" kern="1200" cap="none">
              <a:ln>
                <a:noFill/>
              </a:ln>
              <a:latin typeface="Liberation Sans" pitchFamily="18"/>
              <a:ea typeface="Droid Sans Fallback" pitchFamily="2"/>
              <a:cs typeface="FreeSans" pitchFamily="2"/>
            </a:endParaRPr>
          </a:p>
        </p:txBody>
      </p:sp>
      <p:graphicFrame>
        <p:nvGraphicFramePr>
          <p:cNvPr id="3" name="Table 2">
            <a:extLst>
              <a:ext uri="{FF2B5EF4-FFF2-40B4-BE49-F238E27FC236}">
                <a16:creationId xmlns:a16="http://schemas.microsoft.com/office/drawing/2014/main" id="{27360DD6-A7FD-4BE2-B97C-8DFB9284472D}"/>
              </a:ext>
            </a:extLst>
          </p:cNvPr>
          <p:cNvGraphicFramePr>
            <a:graphicFrameLocks noGrp="1"/>
          </p:cNvGraphicFramePr>
          <p:nvPr/>
        </p:nvGraphicFramePr>
        <p:xfrm>
          <a:off x="144000" y="792000"/>
          <a:ext cx="9791640" cy="6623640"/>
        </p:xfrm>
        <a:graphic>
          <a:graphicData uri="http://schemas.openxmlformats.org/drawingml/2006/table">
            <a:tbl>
              <a:tblPr firstRow="1" bandRow="1">
                <a:tableStyleId>{BE6F6C34-889C-4CDE-B293-EE5DF5B7A049}</a:tableStyleId>
              </a:tblPr>
              <a:tblGrid>
                <a:gridCol w="4895280">
                  <a:extLst>
                    <a:ext uri="{9D8B030D-6E8A-4147-A177-3AD203B41FA5}">
                      <a16:colId xmlns:a16="http://schemas.microsoft.com/office/drawing/2014/main" val="3264935026"/>
                    </a:ext>
                  </a:extLst>
                </a:gridCol>
                <a:gridCol w="4896720">
                  <a:extLst>
                    <a:ext uri="{9D8B030D-6E8A-4147-A177-3AD203B41FA5}">
                      <a16:colId xmlns:a16="http://schemas.microsoft.com/office/drawing/2014/main" val="3588331839"/>
                    </a:ext>
                  </a:extLst>
                </a:gridCol>
              </a:tblGrid>
              <a:tr h="6623999">
                <a:tc>
                  <a:txBody>
                    <a:bodyPr/>
                    <a:lstStyle/>
                    <a:p>
                      <a:pPr marL="0" marR="0" lvl="0" indent="0" algn="just" hangingPunct="0">
                        <a:lnSpc>
                          <a:spcPct val="100000"/>
                        </a:lnSpc>
                        <a:spcBef>
                          <a:spcPts val="1191"/>
                        </a:spcBef>
                        <a:spcAft>
                          <a:spcPts val="992"/>
                        </a:spcAft>
                        <a:buClr>
                          <a:srgbClr val="000000"/>
                        </a:buClr>
                        <a:buSzPct val="45000"/>
                        <a:buFont typeface="StarSymbol"/>
                        <a:buChar char="➢"/>
                        <a:tabLst/>
                      </a:pPr>
                      <a:r>
                        <a:rPr lang="en-IN" sz="2200" b="0" i="0" u="none" strike="noStrike" kern="1200" cap="none">
                          <a:ln>
                            <a:noFill/>
                          </a:ln>
                          <a:latin typeface="Liberation Sans" pitchFamily="18"/>
                          <a:ea typeface="Droid Sans Fallback" pitchFamily="2"/>
                          <a:cs typeface="FreeSans" pitchFamily="2"/>
                        </a:rPr>
                        <a:t>Small data( data existed prior to big data revolution) is about </a:t>
                      </a:r>
                      <a:r>
                        <a:rPr lang="en-IN" sz="2200" b="0" i="0" u="none" strike="noStrike" kern="1200" cap="none">
                          <a:ln>
                            <a:noFill/>
                          </a:ln>
                          <a:solidFill>
                            <a:srgbClr val="0066CC"/>
                          </a:solidFill>
                          <a:latin typeface="Liberation Sans" pitchFamily="18"/>
                          <a:ea typeface="Droid Sans Fallback" pitchFamily="2"/>
                          <a:cs typeface="FreeSans" pitchFamily="2"/>
                        </a:rPr>
                        <a:t>Certainty</a:t>
                      </a:r>
                    </a:p>
                    <a:p>
                      <a:pPr marL="0" marR="0" lvl="0" indent="0" algn="just" hangingPunct="0">
                        <a:lnSpc>
                          <a:spcPct val="100000"/>
                        </a:lnSpc>
                        <a:spcBef>
                          <a:spcPts val="1191"/>
                        </a:spcBef>
                        <a:spcAft>
                          <a:spcPts val="992"/>
                        </a:spcAft>
                        <a:buClr>
                          <a:srgbClr val="000000"/>
                        </a:buClr>
                        <a:buSzPct val="45000"/>
                        <a:buFont typeface="StarSymbol"/>
                        <a:buChar char="➢"/>
                        <a:tabLst/>
                      </a:pPr>
                      <a:r>
                        <a:rPr lang="en-IN" sz="2200" b="0" i="0" u="none" strike="noStrike" kern="1200" cap="none">
                          <a:ln>
                            <a:noFill/>
                          </a:ln>
                          <a:latin typeface="Liberation Sans" pitchFamily="18"/>
                          <a:ea typeface="Droid Sans Fallback" pitchFamily="2"/>
                          <a:cs typeface="FreeSans" pitchFamily="2"/>
                        </a:rPr>
                        <a:t>Is about fairly known data sources</a:t>
                      </a:r>
                    </a:p>
                    <a:p>
                      <a:pPr marL="0" marR="0" lvl="0" indent="0" algn="just" hangingPunct="0">
                        <a:lnSpc>
                          <a:spcPct val="100000"/>
                        </a:lnSpc>
                        <a:spcBef>
                          <a:spcPts val="1191"/>
                        </a:spcBef>
                        <a:spcAft>
                          <a:spcPts val="992"/>
                        </a:spcAft>
                        <a:buClr>
                          <a:srgbClr val="000000"/>
                        </a:buClr>
                        <a:buSzPct val="45000"/>
                        <a:buFont typeface="StarSymbol"/>
                        <a:buChar char="➢"/>
                        <a:tabLst/>
                      </a:pPr>
                      <a:r>
                        <a:rPr lang="en-IN" sz="2200" b="0" i="0" u="none" strike="noStrike" kern="1200" cap="none">
                          <a:ln>
                            <a:noFill/>
                          </a:ln>
                          <a:latin typeface="Liberation Sans" pitchFamily="18"/>
                          <a:ea typeface="Droid Sans Fallback" pitchFamily="2"/>
                          <a:cs typeface="FreeSans" pitchFamily="2"/>
                        </a:rPr>
                        <a:t>Is about no major changes to composition and context of data</a:t>
                      </a:r>
                    </a:p>
                  </a:txBody>
                  <a:tcPr/>
                </a:tc>
                <a:tc>
                  <a:txBody>
                    <a:bodyPr/>
                    <a:lstStyle/>
                    <a:p>
                      <a:pPr marL="0" marR="0" lvl="0" indent="0" algn="just" hangingPunct="0">
                        <a:lnSpc>
                          <a:spcPct val="100000"/>
                        </a:lnSpc>
                        <a:spcBef>
                          <a:spcPts val="1191"/>
                        </a:spcBef>
                        <a:spcAft>
                          <a:spcPts val="992"/>
                        </a:spcAft>
                        <a:buClr>
                          <a:srgbClr val="000000"/>
                        </a:buClr>
                        <a:buSzPct val="45000"/>
                        <a:buFont typeface="StarSymbol"/>
                        <a:buChar char="➢"/>
                        <a:tabLst/>
                      </a:pPr>
                      <a:r>
                        <a:rPr lang="en-IN" sz="2200" b="0" i="0" u="none" strike="noStrike" kern="1200" cap="none">
                          <a:ln>
                            <a:noFill/>
                          </a:ln>
                          <a:latin typeface="Liberation Sans" pitchFamily="18"/>
                          <a:ea typeface="Droid Sans Fallback" pitchFamily="2"/>
                          <a:cs typeface="FreeSans" pitchFamily="2"/>
                        </a:rPr>
                        <a:t>Big data is about </a:t>
                      </a:r>
                      <a:r>
                        <a:rPr lang="en-IN" sz="2200" b="0" i="0" u="none" strike="noStrike" kern="1200" cap="none">
                          <a:ln>
                            <a:noFill/>
                          </a:ln>
                          <a:solidFill>
                            <a:srgbClr val="0066CC"/>
                          </a:solidFill>
                          <a:latin typeface="Liberation Sans" pitchFamily="18"/>
                          <a:ea typeface="Droid Sans Fallback" pitchFamily="2"/>
                          <a:cs typeface="FreeSans" pitchFamily="2"/>
                        </a:rPr>
                        <a:t>Complexity</a:t>
                      </a:r>
                    </a:p>
                    <a:p>
                      <a:pPr marL="0" marR="0" lvl="0" indent="0" algn="just" hangingPunct="0">
                        <a:lnSpc>
                          <a:spcPct val="100000"/>
                        </a:lnSpc>
                        <a:spcBef>
                          <a:spcPts val="1191"/>
                        </a:spcBef>
                        <a:spcAft>
                          <a:spcPts val="992"/>
                        </a:spcAft>
                        <a:buClr>
                          <a:srgbClr val="000000"/>
                        </a:buClr>
                        <a:buSzPct val="45000"/>
                        <a:buFont typeface="StarSymbol"/>
                        <a:buChar char="➢"/>
                        <a:tabLst/>
                      </a:pPr>
                      <a:r>
                        <a:rPr lang="en-IN" sz="2200" b="0" i="0" u="none" strike="noStrike" kern="1200" cap="none">
                          <a:ln>
                            <a:noFill/>
                          </a:ln>
                          <a:latin typeface="Liberation Sans" pitchFamily="18"/>
                          <a:ea typeface="Droid Sans Fallback" pitchFamily="2"/>
                          <a:cs typeface="FreeSans" pitchFamily="2"/>
                        </a:rPr>
                        <a:t>Interms of multiple and unknown data sets</a:t>
                      </a:r>
                    </a:p>
                    <a:p>
                      <a:pPr marL="0" marR="0" lvl="0" indent="0" algn="just" hangingPunct="0">
                        <a:lnSpc>
                          <a:spcPct val="100000"/>
                        </a:lnSpc>
                        <a:spcBef>
                          <a:spcPts val="1191"/>
                        </a:spcBef>
                        <a:spcAft>
                          <a:spcPts val="992"/>
                        </a:spcAft>
                        <a:buClr>
                          <a:srgbClr val="000000"/>
                        </a:buClr>
                        <a:buSzPct val="45000"/>
                        <a:buFont typeface="StarSymbol"/>
                        <a:buChar char="➢"/>
                        <a:tabLst/>
                      </a:pPr>
                      <a:r>
                        <a:rPr lang="en-IN" sz="2200" b="0" i="0" u="none" strike="noStrike" kern="1200" cap="none">
                          <a:ln>
                            <a:noFill/>
                          </a:ln>
                          <a:latin typeface="Liberation Sans" pitchFamily="18"/>
                          <a:ea typeface="Droid Sans Fallback" pitchFamily="2"/>
                          <a:cs typeface="FreeSans" pitchFamily="2"/>
                        </a:rPr>
                        <a:t>Interms of exploding volume</a:t>
                      </a:r>
                    </a:p>
                    <a:p>
                      <a:pPr marL="0" marR="0" lvl="0" indent="0" algn="just" hangingPunct="0">
                        <a:lnSpc>
                          <a:spcPct val="100000"/>
                        </a:lnSpc>
                        <a:spcBef>
                          <a:spcPts val="1191"/>
                        </a:spcBef>
                        <a:spcAft>
                          <a:spcPts val="992"/>
                        </a:spcAft>
                        <a:buClr>
                          <a:srgbClr val="000000"/>
                        </a:buClr>
                        <a:buSzPct val="45000"/>
                        <a:buFont typeface="StarSymbol"/>
                        <a:buChar char="➢"/>
                        <a:tabLst/>
                      </a:pPr>
                      <a:r>
                        <a:rPr lang="en-IN" sz="2200" b="0" i="0" u="none" strike="noStrike" kern="1200" cap="none">
                          <a:ln>
                            <a:noFill/>
                          </a:ln>
                          <a:latin typeface="Liberation Sans" pitchFamily="18"/>
                          <a:ea typeface="Droid Sans Fallback" pitchFamily="2"/>
                          <a:cs typeface="FreeSans" pitchFamily="2"/>
                        </a:rPr>
                        <a:t>Interms of speed at which the data is being generated</a:t>
                      </a:r>
                    </a:p>
                    <a:p>
                      <a:pPr marL="0" marR="0" lvl="0" indent="0" algn="just" hangingPunct="0">
                        <a:lnSpc>
                          <a:spcPct val="100000"/>
                        </a:lnSpc>
                        <a:spcBef>
                          <a:spcPts val="1191"/>
                        </a:spcBef>
                        <a:spcAft>
                          <a:spcPts val="992"/>
                        </a:spcAft>
                        <a:buClr>
                          <a:srgbClr val="000000"/>
                        </a:buClr>
                        <a:buSzPct val="45000"/>
                        <a:buFont typeface="StarSymbol"/>
                        <a:buChar char="➢"/>
                        <a:tabLst/>
                      </a:pPr>
                      <a:r>
                        <a:rPr lang="en-IN" sz="2200" b="0" i="0" u="none" strike="noStrike" kern="1200" cap="none">
                          <a:ln>
                            <a:noFill/>
                          </a:ln>
                          <a:latin typeface="Liberation Sans" pitchFamily="18"/>
                          <a:ea typeface="Droid Sans Fallback" pitchFamily="2"/>
                          <a:cs typeface="FreeSans" pitchFamily="2"/>
                        </a:rPr>
                        <a:t>Interms of speed at which the data needs to be processed</a:t>
                      </a:r>
                    </a:p>
                    <a:p>
                      <a:pPr marL="0" marR="0" lvl="0" indent="0" algn="just" hangingPunct="0">
                        <a:lnSpc>
                          <a:spcPct val="100000"/>
                        </a:lnSpc>
                        <a:spcBef>
                          <a:spcPts val="1191"/>
                        </a:spcBef>
                        <a:spcAft>
                          <a:spcPts val="992"/>
                        </a:spcAft>
                        <a:buClr>
                          <a:srgbClr val="000000"/>
                        </a:buClr>
                        <a:buSzPct val="45000"/>
                        <a:buFont typeface="StarSymbol"/>
                        <a:buChar char="➢"/>
                        <a:tabLst/>
                      </a:pPr>
                      <a:r>
                        <a:rPr lang="en-IN" sz="2200" b="0" i="0" u="none" strike="noStrike" kern="1200" cap="none">
                          <a:ln>
                            <a:noFill/>
                          </a:ln>
                          <a:latin typeface="Liberation Sans" pitchFamily="18"/>
                          <a:ea typeface="Droid Sans Fallback" pitchFamily="2"/>
                          <a:cs typeface="FreeSans" pitchFamily="2"/>
                        </a:rPr>
                        <a:t>Interms of variety of data (internal or external, behavioural or social) that is being generated</a:t>
                      </a:r>
                    </a:p>
                    <a:p>
                      <a:pPr marL="0" marR="0" lvl="0" indent="0" algn="just" hangingPunct="0">
                        <a:lnSpc>
                          <a:spcPct val="100000"/>
                        </a:lnSpc>
                        <a:spcBef>
                          <a:spcPts val="1191"/>
                        </a:spcBef>
                        <a:spcAft>
                          <a:spcPts val="992"/>
                        </a:spcAft>
                        <a:buNone/>
                        <a:tabLst/>
                      </a:pPr>
                      <a:endParaRPr lang="en-IN" sz="2200" b="0" i="0" u="none" strike="noStrike" kern="1200" cap="none">
                        <a:ln>
                          <a:noFill/>
                        </a:ln>
                        <a:latin typeface="Liberation Sans" pitchFamily="18"/>
                        <a:ea typeface="Droid Sans Fallback" pitchFamily="2"/>
                        <a:cs typeface="FreeSans" pitchFamily="2"/>
                      </a:endParaRPr>
                    </a:p>
                  </a:txBody>
                  <a:tcPr/>
                </a:tc>
                <a:extLst>
                  <a:ext uri="{0D108BD9-81ED-4DB2-BD59-A6C34878D82A}">
                    <a16:rowId xmlns:a16="http://schemas.microsoft.com/office/drawing/2014/main" val="304639259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page8">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8CE8880A-2D48-4D81-8F19-E88F940A247E}"/>
              </a:ext>
            </a:extLst>
          </p:cNvPr>
          <p:cNvPicPr>
            <a:picLocks noChangeAspect="1"/>
          </p:cNvPicPr>
          <p:nvPr/>
        </p:nvPicPr>
        <p:blipFill>
          <a:blip r:embed="rId3">
            <a:lum/>
            <a:alphaModFix/>
          </a:blip>
          <a:srcRect/>
          <a:stretch>
            <a:fillRect/>
          </a:stretch>
        </p:blipFill>
        <p:spPr>
          <a:xfrm>
            <a:off x="72000" y="288000"/>
            <a:ext cx="10000440" cy="6165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page9">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3CC6AE48-6D11-4E86-9D8A-FFFB3A8A1EF0}"/>
              </a:ext>
            </a:extLst>
          </p:cNvPr>
          <p:cNvPicPr>
            <a:picLocks noChangeAspect="1"/>
          </p:cNvPicPr>
          <p:nvPr/>
        </p:nvPicPr>
        <p:blipFill>
          <a:blip r:embed="rId3">
            <a:lum/>
            <a:alphaModFix/>
          </a:blip>
          <a:srcRect/>
          <a:stretch>
            <a:fillRect/>
          </a:stretch>
        </p:blipFill>
        <p:spPr>
          <a:xfrm>
            <a:off x="0" y="0"/>
            <a:ext cx="10080000" cy="7560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page10">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316F69-D8C0-4819-9AFF-332E0373BF6F}"/>
              </a:ext>
            </a:extLst>
          </p:cNvPr>
          <p:cNvSpPr txBox="1"/>
          <p:nvPr/>
        </p:nvSpPr>
        <p:spPr>
          <a:xfrm>
            <a:off x="144000" y="26640"/>
            <a:ext cx="9432000" cy="1125360"/>
          </a:xfrm>
          <a:prstGeom prst="rect">
            <a:avLst/>
          </a:prstGeom>
          <a:noFill/>
          <a:ln>
            <a:noFill/>
          </a:ln>
        </p:spPr>
        <p:txBody>
          <a:bodyPr vert="horz" wrap="none" lIns="90000" tIns="45000" rIns="90000" bIns="45000" anchorCtr="0" compatLnSpc="0"/>
          <a:lstStyle/>
          <a:p>
            <a:pPr marL="0" marR="0" lvl="0" indent="0" rtl="0" hangingPunct="0">
              <a:lnSpc>
                <a:spcPct val="100000"/>
              </a:lnSpc>
              <a:spcBef>
                <a:spcPts val="1191"/>
              </a:spcBef>
              <a:spcAft>
                <a:spcPts val="992"/>
              </a:spcAft>
              <a:buNone/>
              <a:tabLst/>
            </a:pPr>
            <a:r>
              <a:rPr lang="en-IN" sz="4000" b="0" i="0" u="none" strike="noStrike" kern="1200" cap="none">
                <a:ln>
                  <a:noFill/>
                </a:ln>
                <a:latin typeface="Liberation Sans" pitchFamily="18"/>
                <a:ea typeface="Droid Sans Fallback" pitchFamily="2"/>
                <a:cs typeface="FreeSans" pitchFamily="2"/>
              </a:rPr>
              <a:t>High-Volume: </a:t>
            </a:r>
            <a:r>
              <a:rPr lang="en-IN" sz="2600" b="0" i="0" u="none" strike="noStrike" kern="1200" cap="none">
                <a:ln>
                  <a:noFill/>
                </a:ln>
                <a:solidFill>
                  <a:srgbClr val="800080"/>
                </a:solidFill>
                <a:latin typeface="Liberation Sans" pitchFamily="18"/>
                <a:ea typeface="Droid Sans Fallback" pitchFamily="2"/>
                <a:cs typeface="FreeSans" pitchFamily="2"/>
              </a:rPr>
              <a:t>Massive amounts of data generated from transactions, smart devices, and logs.</a:t>
            </a:r>
          </a:p>
        </p:txBody>
      </p:sp>
      <p:sp>
        <p:nvSpPr>
          <p:cNvPr id="3" name="TextBox 2">
            <a:extLst>
              <a:ext uri="{FF2B5EF4-FFF2-40B4-BE49-F238E27FC236}">
                <a16:creationId xmlns:a16="http://schemas.microsoft.com/office/drawing/2014/main" id="{C220B653-D68F-44A3-8454-8E33506A5A75}"/>
              </a:ext>
            </a:extLst>
          </p:cNvPr>
          <p:cNvSpPr txBox="1"/>
          <p:nvPr/>
        </p:nvSpPr>
        <p:spPr>
          <a:xfrm>
            <a:off x="200160" y="1146240"/>
            <a:ext cx="9663840" cy="3173760"/>
          </a:xfrm>
          <a:prstGeom prst="rect">
            <a:avLst/>
          </a:prstGeom>
          <a:noFill/>
          <a:ln>
            <a:noFill/>
          </a:ln>
        </p:spPr>
        <p:txBody>
          <a:bodyPr vert="horz" wrap="none" lIns="90000" tIns="45000" rIns="90000" bIns="45000" anchorCtr="0" compatLnSpc="0"/>
          <a:lstStyle/>
          <a:p>
            <a:pPr marL="0" marR="0" lvl="0" indent="0" rtl="0" hangingPunct="0">
              <a:lnSpc>
                <a:spcPct val="100000"/>
              </a:lnSpc>
              <a:spcBef>
                <a:spcPts val="1191"/>
              </a:spcBef>
              <a:spcAft>
                <a:spcPts val="992"/>
              </a:spcAft>
              <a:buNone/>
              <a:tabLst/>
            </a:pPr>
            <a:r>
              <a:rPr lang="en-IN" sz="4000" b="0" i="0" u="none" strike="noStrike" kern="1200" cap="none">
                <a:ln>
                  <a:noFill/>
                </a:ln>
                <a:latin typeface="Liberation Sans" pitchFamily="18"/>
                <a:ea typeface="Droid Sans Fallback" pitchFamily="2"/>
                <a:cs typeface="FreeSans" pitchFamily="2"/>
              </a:rPr>
              <a:t>High-Velocity: </a:t>
            </a:r>
            <a:r>
              <a:rPr lang="en-IN" sz="2600" b="0" i="0" u="none" strike="noStrike" kern="1200" cap="none">
                <a:ln>
                  <a:noFill/>
                </a:ln>
                <a:solidFill>
                  <a:srgbClr val="800080"/>
                </a:solidFill>
                <a:latin typeface="Liberation Sans" pitchFamily="18"/>
                <a:ea typeface="Droid Sans Fallback" pitchFamily="2"/>
                <a:cs typeface="FreeSans" pitchFamily="2"/>
              </a:rPr>
              <a:t>Data streaming and arriving at unprecedented speeds requiring real-time or near-real-time handling.</a:t>
            </a:r>
          </a:p>
          <a:p>
            <a:pPr marL="0" marR="0" lvl="0" indent="0" rtl="0" hangingPunct="0">
              <a:lnSpc>
                <a:spcPct val="100000"/>
              </a:lnSpc>
              <a:spcBef>
                <a:spcPts val="1191"/>
              </a:spcBef>
              <a:spcAft>
                <a:spcPts val="992"/>
              </a:spcAft>
              <a:buNone/>
              <a:tabLst/>
            </a:pPr>
            <a:r>
              <a:rPr lang="en-IN" sz="4000" b="0" i="0" u="none" strike="noStrike" kern="1200" cap="none">
                <a:ln>
                  <a:noFill/>
                </a:ln>
                <a:solidFill>
                  <a:srgbClr val="111111"/>
                </a:solidFill>
                <a:latin typeface="Liberation Sans" pitchFamily="18"/>
                <a:ea typeface="Droid Sans Fallback" pitchFamily="2"/>
                <a:cs typeface="FreeSans" pitchFamily="2"/>
              </a:rPr>
              <a:t>High-Variety: </a:t>
            </a:r>
            <a:r>
              <a:rPr lang="en-IN" sz="2600" b="0" i="0" u="none" strike="noStrike" kern="1200" cap="none">
                <a:ln>
                  <a:noFill/>
                </a:ln>
                <a:solidFill>
                  <a:srgbClr val="800080"/>
                </a:solidFill>
                <a:latin typeface="Liberation Sans" pitchFamily="18"/>
                <a:ea typeface="Droid Sans Fallback" pitchFamily="2"/>
                <a:cs typeface="FreeSans" pitchFamily="2"/>
              </a:rPr>
              <a:t>Diverse data types spanning structured database records, unstructured text, audio, and video.</a:t>
            </a:r>
          </a:p>
          <a:p>
            <a:pPr marL="0" marR="0" lvl="0" indent="0" rtl="0" hangingPunct="0">
              <a:lnSpc>
                <a:spcPct val="100000"/>
              </a:lnSpc>
              <a:spcBef>
                <a:spcPts val="1191"/>
              </a:spcBef>
              <a:spcAft>
                <a:spcPts val="992"/>
              </a:spcAft>
              <a:buNone/>
              <a:tabLst/>
            </a:pPr>
            <a:endParaRPr lang="en-IN" sz="2600" b="0" i="0" u="none" strike="noStrike" kern="1200" cap="none">
              <a:ln>
                <a:noFill/>
              </a:ln>
              <a:latin typeface="Liberation Sans" pitchFamily="18"/>
              <a:ea typeface="Droid Sans Fallback" pitchFamily="2"/>
              <a:cs typeface="FreeSans" pitchFamily="2"/>
            </a:endParaRPr>
          </a:p>
        </p:txBody>
      </p:sp>
      <p:sp>
        <p:nvSpPr>
          <p:cNvPr id="4" name="TextBox 3">
            <a:extLst>
              <a:ext uri="{FF2B5EF4-FFF2-40B4-BE49-F238E27FC236}">
                <a16:creationId xmlns:a16="http://schemas.microsoft.com/office/drawing/2014/main" id="{590B5B8B-0C6E-4AD2-AB85-6FC6235CE8F3}"/>
              </a:ext>
            </a:extLst>
          </p:cNvPr>
          <p:cNvSpPr txBox="1"/>
          <p:nvPr/>
        </p:nvSpPr>
        <p:spPr>
          <a:xfrm>
            <a:off x="216000" y="3816000"/>
            <a:ext cx="9432000" cy="1476360"/>
          </a:xfrm>
          <a:prstGeom prst="rect">
            <a:avLst/>
          </a:prstGeom>
          <a:noFill/>
          <a:ln>
            <a:noFill/>
          </a:ln>
        </p:spPr>
        <p:txBody>
          <a:bodyPr vert="horz" wrap="none" lIns="90000" tIns="45000" rIns="90000" bIns="45000" anchorCtr="0" compatLnSpc="0"/>
          <a:lstStyle/>
          <a:p>
            <a:pPr marL="0" marR="0" lvl="0" indent="0" rtl="0" hangingPunct="0">
              <a:lnSpc>
                <a:spcPct val="100000"/>
              </a:lnSpc>
              <a:spcBef>
                <a:spcPts val="1191"/>
              </a:spcBef>
              <a:spcAft>
                <a:spcPts val="992"/>
              </a:spcAft>
              <a:buNone/>
              <a:tabLst/>
            </a:pPr>
            <a:r>
              <a:rPr lang="en-IN" sz="4000" b="0" i="0" u="none" strike="noStrike" kern="1200" cap="none">
                <a:ln>
                  <a:noFill/>
                </a:ln>
                <a:solidFill>
                  <a:srgbClr val="1C1C1C"/>
                </a:solidFill>
                <a:latin typeface="Liberation Sans" pitchFamily="18"/>
                <a:ea typeface="Droid Sans Fallback" pitchFamily="2"/>
                <a:cs typeface="FreeSans" pitchFamily="2"/>
              </a:rPr>
              <a:t>Innovative Forms of Processing:</a:t>
            </a:r>
            <a:r>
              <a:rPr lang="en-IN" sz="2600" b="0" i="0" u="none" strike="noStrike" kern="1200" cap="none">
                <a:ln>
                  <a:noFill/>
                </a:ln>
                <a:solidFill>
                  <a:srgbClr val="FF4000"/>
                </a:solidFill>
                <a:latin typeface="Liberation Sans" pitchFamily="18"/>
                <a:ea typeface="Droid Sans Fallback" pitchFamily="2"/>
                <a:cs typeface="FreeSans" pitchFamily="2"/>
              </a:rPr>
              <a:t> Demands new technical architecture and distributed systems instead of traditional relational databases.</a:t>
            </a:r>
          </a:p>
        </p:txBody>
      </p:sp>
      <p:sp>
        <p:nvSpPr>
          <p:cNvPr id="5" name="TextBox 4">
            <a:extLst>
              <a:ext uri="{FF2B5EF4-FFF2-40B4-BE49-F238E27FC236}">
                <a16:creationId xmlns:a16="http://schemas.microsoft.com/office/drawing/2014/main" id="{42D827AE-540F-4655-A5C0-D95ED6233A1B}"/>
              </a:ext>
            </a:extLst>
          </p:cNvPr>
          <p:cNvSpPr txBox="1"/>
          <p:nvPr/>
        </p:nvSpPr>
        <p:spPr>
          <a:xfrm>
            <a:off x="216000" y="5400000"/>
            <a:ext cx="9432000" cy="2925360"/>
          </a:xfrm>
          <a:prstGeom prst="rect">
            <a:avLst/>
          </a:prstGeom>
          <a:noFill/>
          <a:ln>
            <a:noFill/>
          </a:ln>
        </p:spPr>
        <p:txBody>
          <a:bodyPr vert="horz" wrap="none" lIns="90000" tIns="45000" rIns="90000" bIns="45000" anchorCtr="0" compatLnSpc="0"/>
          <a:lstStyle/>
          <a:p>
            <a:pPr marL="0" marR="0" lvl="0" indent="0" rtl="0" hangingPunct="0">
              <a:lnSpc>
                <a:spcPct val="100000"/>
              </a:lnSpc>
              <a:spcBef>
                <a:spcPts val="1191"/>
              </a:spcBef>
              <a:spcAft>
                <a:spcPts val="992"/>
              </a:spcAft>
              <a:buNone/>
              <a:tabLst/>
            </a:pPr>
            <a:r>
              <a:rPr lang="en-IN" sz="4000" b="0" i="0" u="none" strike="noStrike" kern="1200" cap="none">
                <a:ln>
                  <a:noFill/>
                </a:ln>
                <a:latin typeface="Liberation Sans" pitchFamily="18"/>
                <a:ea typeface="Droid Sans Fallback" pitchFamily="2"/>
                <a:cs typeface="FreeSans" pitchFamily="2"/>
              </a:rPr>
              <a:t>Enhanced Insight: </a:t>
            </a:r>
            <a:r>
              <a:rPr lang="en-IN" sz="2600" b="0" i="0" u="none" strike="noStrike" kern="1200" cap="none">
                <a:ln>
                  <a:noFill/>
                </a:ln>
                <a:solidFill>
                  <a:srgbClr val="28471F"/>
                </a:solidFill>
                <a:latin typeface="Liberation Sans" pitchFamily="18"/>
                <a:ea typeface="Droid Sans Fallback" pitchFamily="2"/>
                <a:cs typeface="FreeSans" pitchFamily="2"/>
              </a:rPr>
              <a:t>Shifts focus toward optimized decision-making, pattern recognition, and process automation.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page11">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5FDAD5-6528-4279-BCD2-61531381A152}"/>
              </a:ext>
            </a:extLst>
          </p:cNvPr>
          <p:cNvSpPr txBox="1"/>
          <p:nvPr/>
        </p:nvSpPr>
        <p:spPr>
          <a:xfrm>
            <a:off x="117720" y="576000"/>
            <a:ext cx="9945000" cy="4960079"/>
          </a:xfrm>
          <a:prstGeom prst="rect">
            <a:avLst/>
          </a:prstGeom>
          <a:noFill/>
          <a:ln>
            <a:noFill/>
          </a:ln>
        </p:spPr>
        <p:txBody>
          <a:bodyPr vert="horz" wrap="none" lIns="90000" tIns="45000" rIns="90000" bIns="45000" anchorCtr="0" compatLnSpc="0"/>
          <a:lstStyle/>
          <a:p>
            <a:pPr marL="0" marR="0" lvl="0" indent="0" rtl="0" hangingPunct="0">
              <a:lnSpc>
                <a:spcPct val="200000"/>
              </a:lnSpc>
              <a:spcBef>
                <a:spcPts val="1191"/>
              </a:spcBef>
              <a:spcAft>
                <a:spcPts val="283"/>
              </a:spcAft>
              <a:buNone/>
              <a:tabLst/>
            </a:pPr>
            <a:r>
              <a:rPr lang="en-IN" sz="3200" b="1" i="0" u="none" strike="noStrike" kern="1200" cap="none">
                <a:ln>
                  <a:noFill/>
                </a:ln>
                <a:latin typeface="Liberation Sans" pitchFamily="18"/>
                <a:ea typeface="Droid Sans Fallback" pitchFamily="2"/>
                <a:cs typeface="FreeSans" pitchFamily="2"/>
              </a:rPr>
              <a:t>Gartner defines </a:t>
            </a:r>
            <a:r>
              <a:rPr lang="en-IN" sz="3200" b="0" i="0" u="none" strike="noStrike" kern="1200" cap="none">
                <a:ln>
                  <a:noFill/>
                </a:ln>
                <a:latin typeface="Liberation Sans" pitchFamily="18"/>
                <a:ea typeface="Droid Sans Fallback" pitchFamily="2"/>
                <a:cs typeface="FreeSans" pitchFamily="2"/>
              </a:rPr>
              <a:t>big data as high-volume, high-velocity, and high-variety </a:t>
            </a:r>
            <a:r>
              <a:rPr lang="en-IN" sz="3200" b="0" i="0" u="none" strike="noStrike" kern="1200" cap="none">
                <a:ln>
                  <a:noFill/>
                </a:ln>
                <a:solidFill>
                  <a:srgbClr val="C9211E"/>
                </a:solidFill>
                <a:latin typeface="Liberation Sans" pitchFamily="18"/>
                <a:ea typeface="Droid Sans Fallback" pitchFamily="2"/>
                <a:cs typeface="FreeSans" pitchFamily="2"/>
              </a:rPr>
              <a:t>information assets that demand </a:t>
            </a:r>
            <a:r>
              <a:rPr lang="en-IN" sz="3200" b="0" i="0" u="none" strike="noStrike" kern="1200" cap="none">
                <a:ln>
                  <a:noFill/>
                </a:ln>
                <a:latin typeface="Liberation Sans" pitchFamily="18"/>
                <a:ea typeface="Droid Sans Fallback" pitchFamily="2"/>
                <a:cs typeface="FreeSans" pitchFamily="2"/>
              </a:rPr>
              <a:t>cost-effective, innovative forms of </a:t>
            </a:r>
            <a:r>
              <a:rPr lang="en-IN" sz="3200" b="0" i="0" u="none" strike="noStrike" kern="1200" cap="none">
                <a:ln>
                  <a:noFill/>
                </a:ln>
                <a:solidFill>
                  <a:srgbClr val="C9211E"/>
                </a:solidFill>
                <a:latin typeface="Liberation Sans" pitchFamily="18"/>
                <a:ea typeface="Droid Sans Fallback" pitchFamily="2"/>
                <a:cs typeface="FreeSans" pitchFamily="2"/>
              </a:rPr>
              <a:t>information processing for </a:t>
            </a:r>
            <a:r>
              <a:rPr lang="en-IN" sz="3200" b="0" i="0" u="none" strike="noStrike" kern="1200" cap="none">
                <a:ln>
                  <a:noFill/>
                </a:ln>
                <a:latin typeface="Liberation Sans" pitchFamily="18"/>
                <a:ea typeface="Droid Sans Fallback" pitchFamily="2"/>
                <a:cs typeface="FreeSans" pitchFamily="2"/>
              </a:rPr>
              <a:t>enhanced insight and decision making.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page12">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3B32C9A0-BB8B-405D-848C-CDBDCFC7FA40}"/>
              </a:ext>
            </a:extLst>
          </p:cNvPr>
          <p:cNvPicPr>
            <a:picLocks noChangeAspect="1"/>
          </p:cNvPicPr>
          <p:nvPr/>
        </p:nvPicPr>
        <p:blipFill>
          <a:blip r:embed="rId3">
            <a:lum/>
            <a:alphaModFix/>
          </a:blip>
          <a:srcRect/>
          <a:stretch>
            <a:fillRect/>
          </a:stretch>
        </p:blipFill>
        <p:spPr>
          <a:xfrm>
            <a:off x="1007999" y="1224000"/>
            <a:ext cx="8280000" cy="4896000"/>
          </a:xfrm>
          <a:prstGeom prst="rect">
            <a:avLst/>
          </a:prstGeom>
          <a:noFill/>
          <a:ln>
            <a:noFill/>
          </a:ln>
        </p:spPr>
      </p:pic>
      <p:sp>
        <p:nvSpPr>
          <p:cNvPr id="3" name="TextBox 2">
            <a:extLst>
              <a:ext uri="{FF2B5EF4-FFF2-40B4-BE49-F238E27FC236}">
                <a16:creationId xmlns:a16="http://schemas.microsoft.com/office/drawing/2014/main" id="{41FFA8CC-A6DE-426B-9CEF-20275B777523}"/>
              </a:ext>
            </a:extLst>
          </p:cNvPr>
          <p:cNvSpPr txBox="1"/>
          <p:nvPr/>
        </p:nvSpPr>
        <p:spPr>
          <a:xfrm>
            <a:off x="144000" y="0"/>
            <a:ext cx="9504000" cy="1430640"/>
          </a:xfrm>
          <a:prstGeom prst="rect">
            <a:avLst/>
          </a:prstGeom>
          <a:noFill/>
          <a:ln>
            <a:noFill/>
          </a:ln>
        </p:spPr>
        <p:txBody>
          <a:bodyPr vert="horz" wrap="none" lIns="90000" tIns="45000" rIns="90000" bIns="45000" anchorCtr="0" compatLnSpc="0"/>
          <a:lstStyle/>
          <a:p>
            <a:pPr marL="0" marR="0" lvl="0" indent="0" rtl="0" hangingPunct="0">
              <a:lnSpc>
                <a:spcPct val="100000"/>
              </a:lnSpc>
              <a:spcBef>
                <a:spcPts val="1191"/>
              </a:spcBef>
              <a:spcAft>
                <a:spcPts val="992"/>
              </a:spcAft>
              <a:buNone/>
              <a:tabLst/>
            </a:pPr>
            <a:r>
              <a:rPr lang="en-IN" sz="2800" b="1" i="0" u="none" strike="noStrike" kern="1200" cap="none">
                <a:ln>
                  <a:noFill/>
                </a:ln>
                <a:solidFill>
                  <a:srgbClr val="FF4000"/>
                </a:solidFill>
                <a:latin typeface="Liberation Sans" pitchFamily="18"/>
                <a:ea typeface="Droid Sans Fallback" pitchFamily="2"/>
                <a:cs typeface="FreeSans" pitchFamily="2"/>
              </a:rPr>
              <a:t>Gartner's view has evolved   original 3Vs framework</a:t>
            </a:r>
          </a:p>
          <a:p>
            <a:pPr marL="0" marR="0" lvl="0" indent="0" rtl="0" hangingPunct="0">
              <a:lnSpc>
                <a:spcPct val="100000"/>
              </a:lnSpc>
              <a:spcBef>
                <a:spcPts val="1191"/>
              </a:spcBef>
              <a:spcAft>
                <a:spcPts val="992"/>
              </a:spcAft>
              <a:buNone/>
              <a:tabLst/>
            </a:pPr>
            <a:endParaRPr lang="en-IN" sz="2800" b="1" i="0" u="none" strike="noStrike" kern="1200" cap="none">
              <a:ln>
                <a:noFill/>
              </a:ln>
              <a:solidFill>
                <a:srgbClr val="FF4000"/>
              </a:solidFill>
              <a:latin typeface="Liberation Sans" pitchFamily="18"/>
              <a:ea typeface="Droid Sans Fallback" pitchFamily="2"/>
              <a:cs typeface="FreeSans" pitchFamily="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name="page13">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17FA95F5-DA06-4FEA-BD72-6A250A685481}"/>
              </a:ext>
            </a:extLst>
          </p:cNvPr>
          <p:cNvPicPr>
            <a:picLocks noChangeAspect="1"/>
          </p:cNvPicPr>
          <p:nvPr/>
        </p:nvPicPr>
        <p:blipFill>
          <a:blip r:embed="rId3">
            <a:lum/>
            <a:alphaModFix/>
          </a:blip>
          <a:srcRect/>
          <a:stretch>
            <a:fillRect/>
          </a:stretch>
        </p:blipFill>
        <p:spPr>
          <a:xfrm>
            <a:off x="2304000" y="1655999"/>
            <a:ext cx="5328000" cy="4824000"/>
          </a:xfrm>
          <a:prstGeom prst="rect">
            <a:avLst/>
          </a:prstGeom>
          <a:noFill/>
          <a:ln>
            <a:noFill/>
          </a:ln>
        </p:spPr>
      </p:pic>
      <p:sp>
        <p:nvSpPr>
          <p:cNvPr id="3" name="TextBox 2">
            <a:extLst>
              <a:ext uri="{FF2B5EF4-FFF2-40B4-BE49-F238E27FC236}">
                <a16:creationId xmlns:a16="http://schemas.microsoft.com/office/drawing/2014/main" id="{955DA5FE-BB90-477D-A46E-90735C848B09}"/>
              </a:ext>
            </a:extLst>
          </p:cNvPr>
          <p:cNvSpPr txBox="1"/>
          <p:nvPr/>
        </p:nvSpPr>
        <p:spPr>
          <a:xfrm>
            <a:off x="3384000" y="360000"/>
            <a:ext cx="4320000" cy="720000"/>
          </a:xfrm>
          <a:prstGeom prst="rect">
            <a:avLst/>
          </a:prstGeom>
          <a:noFill/>
          <a:ln>
            <a:noFill/>
          </a:ln>
        </p:spPr>
        <p:txBody>
          <a:bodyPr vert="horz" wrap="none" lIns="90000" tIns="45000" rIns="90000" bIns="45000" anchorCtr="0" compatLnSpc="0"/>
          <a:lstStyle/>
          <a:p>
            <a:pPr marL="0" marR="0" lvl="0" indent="0" algn="just" rtl="0" hangingPunct="0">
              <a:lnSpc>
                <a:spcPct val="100000"/>
              </a:lnSpc>
              <a:spcBef>
                <a:spcPts val="1191"/>
              </a:spcBef>
              <a:spcAft>
                <a:spcPts val="992"/>
              </a:spcAft>
              <a:buNone/>
              <a:tabLst/>
            </a:pPr>
            <a:r>
              <a:rPr lang="en-IN" sz="3200" b="0" i="0" u="none" strike="noStrike" kern="1200" cap="none">
                <a:ln>
                  <a:noFill/>
                </a:ln>
                <a:solidFill>
                  <a:srgbClr val="C5000B"/>
                </a:solidFill>
                <a:latin typeface="Liberation Sans" pitchFamily="18"/>
                <a:ea typeface="Droid Sans Fallback" pitchFamily="2"/>
                <a:cs typeface="FreeSans" pitchFamily="2"/>
              </a:rPr>
              <a:t>Growth of Data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page14">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2B62C202-D2B9-423C-937F-A8B865EBAE81}"/>
              </a:ext>
            </a:extLst>
          </p:cNvPr>
          <p:cNvPicPr>
            <a:picLocks noChangeAspect="1"/>
          </p:cNvPicPr>
          <p:nvPr/>
        </p:nvPicPr>
        <p:blipFill>
          <a:blip r:embed="rId3">
            <a:lum/>
            <a:alphaModFix/>
          </a:blip>
          <a:srcRect/>
          <a:stretch>
            <a:fillRect/>
          </a:stretch>
        </p:blipFill>
        <p:spPr>
          <a:xfrm>
            <a:off x="0" y="0"/>
            <a:ext cx="10080000" cy="7560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page15">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52EEA076-B246-4D58-BEB3-CDA1233BE895}"/>
              </a:ext>
            </a:extLst>
          </p:cNvPr>
          <p:cNvPicPr>
            <a:picLocks noChangeAspect="1"/>
          </p:cNvPicPr>
          <p:nvPr/>
        </p:nvPicPr>
        <p:blipFill>
          <a:blip r:embed="rId3">
            <a:lum/>
            <a:alphaModFix/>
          </a:blip>
          <a:srcRect/>
          <a:stretch>
            <a:fillRect/>
          </a:stretch>
        </p:blipFill>
        <p:spPr>
          <a:xfrm>
            <a:off x="648000" y="360000"/>
            <a:ext cx="8784000" cy="6912000"/>
          </a:xfrm>
          <a:prstGeom prst="rect">
            <a:avLst/>
          </a:prstGeom>
          <a:noFill/>
          <a:ln>
            <a:noFill/>
          </a:ln>
        </p:spPr>
      </p:pic>
      <p:sp>
        <p:nvSpPr>
          <p:cNvPr id="3" name="TextBox 2">
            <a:extLst>
              <a:ext uri="{FF2B5EF4-FFF2-40B4-BE49-F238E27FC236}">
                <a16:creationId xmlns:a16="http://schemas.microsoft.com/office/drawing/2014/main" id="{27FC292A-00F2-4EB5-8C73-8FA441EC567E}"/>
              </a:ext>
            </a:extLst>
          </p:cNvPr>
          <p:cNvSpPr txBox="1"/>
          <p:nvPr/>
        </p:nvSpPr>
        <p:spPr>
          <a:xfrm>
            <a:off x="72000" y="1800000"/>
            <a:ext cx="9936000" cy="546480"/>
          </a:xfrm>
          <a:prstGeom prst="rect">
            <a:avLst/>
          </a:prstGeom>
          <a:noFill/>
          <a:ln>
            <a:noFill/>
          </a:ln>
        </p:spPr>
        <p:txBody>
          <a:bodyPr vert="horz" wrap="none" lIns="90000" tIns="45000" rIns="90000" bIns="45000" anchorCtr="0" compatLnSpc="0"/>
          <a:lstStyle/>
          <a:p>
            <a:pPr marL="0" marR="0" lvl="0" indent="0" algn="just" rtl="0" hangingPunct="0">
              <a:lnSpc>
                <a:spcPct val="100000"/>
              </a:lnSpc>
              <a:spcBef>
                <a:spcPts val="1191"/>
              </a:spcBef>
              <a:spcAft>
                <a:spcPts val="992"/>
              </a:spcAft>
              <a:buNone/>
              <a:tabLst/>
            </a:pPr>
            <a:r>
              <a:rPr lang="en-IN" sz="2600" b="0" i="0" u="none" strike="noStrike" kern="1200" cap="none">
                <a:ln>
                  <a:noFill/>
                </a:ln>
                <a:latin typeface="Liberation Sans" pitchFamily="18"/>
                <a:ea typeface="Droid Sans Fallback" pitchFamily="2"/>
                <a:cs typeface="FreeSans" pitchFamily="2"/>
              </a:rPr>
              <a:t>(internal or external or (internal+external)) to the organization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page16">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8065E3B8-0EB9-4E29-BEF2-B8CB02449D3C}"/>
              </a:ext>
            </a:extLst>
          </p:cNvPr>
          <p:cNvPicPr>
            <a:picLocks noChangeAspect="1"/>
          </p:cNvPicPr>
          <p:nvPr/>
        </p:nvPicPr>
        <p:blipFill>
          <a:blip r:embed="rId3">
            <a:lum/>
            <a:alphaModFix/>
          </a:blip>
          <a:srcRect/>
          <a:stretch>
            <a:fillRect/>
          </a:stretch>
        </p:blipFill>
        <p:spPr>
          <a:xfrm>
            <a:off x="144000" y="144000"/>
            <a:ext cx="9864000" cy="5184000"/>
          </a:xfrm>
          <a:prstGeom prst="rect">
            <a:avLst/>
          </a:prstGeom>
          <a:noFill/>
          <a:ln>
            <a:noFill/>
          </a:ln>
        </p:spPr>
      </p:pic>
      <p:sp>
        <p:nvSpPr>
          <p:cNvPr id="3" name="TextBox 2">
            <a:extLst>
              <a:ext uri="{FF2B5EF4-FFF2-40B4-BE49-F238E27FC236}">
                <a16:creationId xmlns:a16="http://schemas.microsoft.com/office/drawing/2014/main" id="{94A38BBF-4628-44A0-B269-B3CF8E3D3C91}"/>
              </a:ext>
            </a:extLst>
          </p:cNvPr>
          <p:cNvSpPr txBox="1"/>
          <p:nvPr/>
        </p:nvSpPr>
        <p:spPr>
          <a:xfrm>
            <a:off x="5256000" y="6192000"/>
            <a:ext cx="407880" cy="546480"/>
          </a:xfrm>
          <a:prstGeom prst="rect">
            <a:avLst/>
          </a:prstGeom>
          <a:noFill/>
          <a:ln>
            <a:noFill/>
          </a:ln>
        </p:spPr>
        <p:txBody>
          <a:bodyPr vert="horz" wrap="none" lIns="90000" tIns="45000" rIns="90000" bIns="45000" anchorCtr="0" compatLnSpc="0"/>
          <a:lstStyle/>
          <a:p>
            <a:pPr marL="0" marR="0" lvl="0" indent="0" algn="just" rtl="0" hangingPunct="0">
              <a:lnSpc>
                <a:spcPct val="100000"/>
              </a:lnSpc>
              <a:spcBef>
                <a:spcPts val="1191"/>
              </a:spcBef>
              <a:spcAft>
                <a:spcPts val="992"/>
              </a:spcAft>
              <a:buNone/>
              <a:tabLst/>
            </a:pPr>
            <a:r>
              <a:rPr lang="en-IN" sz="2600" b="0" i="0" u="none" strike="noStrike" kern="1200" cap="none">
                <a:ln>
                  <a:noFill/>
                </a:ln>
                <a:latin typeface="Liberation Sans" pitchFamily="18"/>
                <a:ea typeface="Droid Sans Fallback" pitchFamily="2"/>
                <a:cs typeface="FreeSans" pitchFamily="2"/>
              </a:rPr>
              <a:t>w</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page17">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ECE822-3092-4B61-925A-2D4611DC8CDB}"/>
              </a:ext>
            </a:extLst>
          </p:cNvPr>
          <p:cNvSpPr txBox="1"/>
          <p:nvPr/>
        </p:nvSpPr>
        <p:spPr>
          <a:xfrm>
            <a:off x="10800" y="144000"/>
            <a:ext cx="9853200" cy="4903920"/>
          </a:xfrm>
          <a:prstGeom prst="rect">
            <a:avLst/>
          </a:prstGeom>
          <a:noFill/>
          <a:ln>
            <a:noFill/>
          </a:ln>
        </p:spPr>
        <p:txBody>
          <a:bodyPr vert="horz" wrap="none" lIns="90000" tIns="45000" rIns="90000" bIns="45000" anchorCtr="0" compatLnSpc="0"/>
          <a:lstStyle/>
          <a:p>
            <a:pPr marL="0" marR="0" lvl="0" indent="0" rtl="0" hangingPunct="0">
              <a:lnSpc>
                <a:spcPct val="100000"/>
              </a:lnSpc>
              <a:spcBef>
                <a:spcPts val="1191"/>
              </a:spcBef>
              <a:spcAft>
                <a:spcPts val="992"/>
              </a:spcAft>
              <a:buNone/>
              <a:tabLst/>
            </a:pPr>
            <a:r>
              <a:rPr lang="en-IN" sz="2800" b="1" i="0" u="none" strike="noStrike" kern="1200" cap="none">
                <a:ln>
                  <a:noFill/>
                </a:ln>
                <a:latin typeface="Liberation Sans" pitchFamily="18"/>
                <a:ea typeface="Droid Sans Fallback" pitchFamily="2"/>
                <a:cs typeface="FreeSans" pitchFamily="2"/>
              </a:rPr>
              <a:t>Varacity</a:t>
            </a:r>
          </a:p>
          <a:p>
            <a:pPr marL="0" marR="0" lvl="0" indent="0" rtl="0" hangingPunct="0">
              <a:lnSpc>
                <a:spcPct val="100000"/>
              </a:lnSpc>
              <a:spcBef>
                <a:spcPts val="1191"/>
              </a:spcBef>
              <a:spcAft>
                <a:spcPts val="992"/>
              </a:spcAft>
              <a:buNone/>
              <a:tabLst/>
            </a:pPr>
            <a:r>
              <a:rPr lang="en-IN" sz="2800" b="0" i="0" u="none" strike="noStrike" kern="1200" cap="none">
                <a:ln>
                  <a:noFill/>
                </a:ln>
                <a:latin typeface="Liberation Sans" pitchFamily="18"/>
                <a:ea typeface="Droid Sans Fallback" pitchFamily="2"/>
                <a:cs typeface="FreeSans" pitchFamily="2"/>
              </a:rPr>
              <a:t>It refers to inconsistencies and uncertainty in data, that is data which is available can sometimes get messy and quality and accuracy are difficult to control. Big Data is also variable because of the multitude of data dimensions resulting from multiple disparate data types and sources.</a:t>
            </a:r>
          </a:p>
          <a:p>
            <a:pPr marL="0" marR="0" lvl="0" indent="0" rtl="0" hangingPunct="0">
              <a:lnSpc>
                <a:spcPct val="100000"/>
              </a:lnSpc>
              <a:spcBef>
                <a:spcPts val="1191"/>
              </a:spcBef>
              <a:spcAft>
                <a:spcPts val="992"/>
              </a:spcAft>
              <a:buNone/>
              <a:tabLst/>
            </a:pPr>
            <a:endParaRPr lang="en-IN" sz="2800" b="0" i="0" u="none" strike="noStrike" kern="1200" cap="none">
              <a:ln>
                <a:noFill/>
              </a:ln>
              <a:latin typeface="Liberation Sans" pitchFamily="18"/>
              <a:ea typeface="Droid Sans Fallback" pitchFamily="2"/>
              <a:cs typeface="FreeSans" pitchFamily="2"/>
            </a:endParaRPr>
          </a:p>
          <a:p>
            <a:pPr marL="0" marR="0" lvl="0" indent="0" rtl="0" hangingPunct="0">
              <a:lnSpc>
                <a:spcPct val="100000"/>
              </a:lnSpc>
              <a:spcBef>
                <a:spcPts val="1191"/>
              </a:spcBef>
              <a:spcAft>
                <a:spcPts val="992"/>
              </a:spcAft>
              <a:buNone/>
              <a:tabLst/>
            </a:pPr>
            <a:r>
              <a:rPr lang="en-IN" sz="2800" b="0" i="0" u="none" strike="noStrike" kern="1200" cap="none">
                <a:ln>
                  <a:noFill/>
                </a:ln>
                <a:latin typeface="Liberation Sans" pitchFamily="18"/>
                <a:ea typeface="Droid Sans Fallback" pitchFamily="2"/>
                <a:cs typeface="FreeSans" pitchFamily="2"/>
              </a:rPr>
              <a:t>Validity (Usefulness):Checks if data matches the goal.Ensures data follows the right rules.Tests if the data answers the question.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page18">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B9DFEE-E0BE-471E-8F4E-38C45FE9FBA8}"/>
              </a:ext>
            </a:extLst>
          </p:cNvPr>
          <p:cNvSpPr txBox="1"/>
          <p:nvPr/>
        </p:nvSpPr>
        <p:spPr>
          <a:xfrm>
            <a:off x="-1800" y="3622680"/>
            <a:ext cx="10213200" cy="2072160"/>
          </a:xfrm>
          <a:prstGeom prst="rect">
            <a:avLst/>
          </a:prstGeom>
          <a:noFill/>
          <a:ln>
            <a:noFill/>
          </a:ln>
        </p:spPr>
        <p:txBody>
          <a:bodyPr vert="horz" wrap="none" lIns="90000" tIns="45000" rIns="90000" bIns="45000" anchorCtr="0" compatLnSpc="0"/>
          <a:lstStyle/>
          <a:p>
            <a:pPr marL="0" marR="0" lvl="0" indent="0" rtl="0" hangingPunct="0">
              <a:lnSpc>
                <a:spcPct val="100000"/>
              </a:lnSpc>
              <a:spcBef>
                <a:spcPts val="1191"/>
              </a:spcBef>
              <a:spcAft>
                <a:spcPts val="992"/>
              </a:spcAft>
              <a:buNone/>
              <a:tabLst/>
            </a:pPr>
            <a:r>
              <a:rPr lang="en-IN" sz="2800" b="0" i="0" u="none" strike="noStrike" kern="1200" cap="none">
                <a:ln>
                  <a:noFill/>
                </a:ln>
                <a:latin typeface="Liberation Sans" pitchFamily="18"/>
                <a:ea typeface="Droid Sans Fallback" pitchFamily="2"/>
                <a:cs typeface="FreeSans" pitchFamily="2"/>
              </a:rPr>
              <a:t> Volatility in Big DataShelf life: Refers to how long data remains useful before it becomes obsolete or useless.Storage strategy: Forces systems to decide when to delete, archive, or move data to cold storage.Real-time decay: Common in financial ticks or social trends that expire in seconds or hours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page19">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20BBF8-AE78-4E76-92C2-9089C1E50DDE}"/>
              </a:ext>
            </a:extLst>
          </p:cNvPr>
          <p:cNvSpPr txBox="1"/>
          <p:nvPr/>
        </p:nvSpPr>
        <p:spPr>
          <a:xfrm>
            <a:off x="680040" y="3107520"/>
            <a:ext cx="8820360" cy="4262400"/>
          </a:xfrm>
          <a:prstGeom prst="rect">
            <a:avLst/>
          </a:prstGeom>
          <a:noFill/>
          <a:ln>
            <a:noFill/>
          </a:ln>
        </p:spPr>
        <p:txBody>
          <a:bodyPr vert="horz" wrap="none" lIns="90000" tIns="45000" rIns="90000" bIns="45000" anchorCtr="0" compatLnSpc="0"/>
          <a:lstStyle/>
          <a:p>
            <a:pPr marL="0" marR="0" lvl="0" indent="0" rtl="0" hangingPunct="0">
              <a:lnSpc>
                <a:spcPct val="100000"/>
              </a:lnSpc>
              <a:spcBef>
                <a:spcPts val="1191"/>
              </a:spcBef>
              <a:spcAft>
                <a:spcPts val="992"/>
              </a:spcAft>
              <a:buNone/>
              <a:tabLst/>
            </a:pPr>
            <a:r>
              <a:rPr lang="en-IN" sz="2800" b="0" i="0" u="none" strike="noStrike" kern="1200" cap="none">
                <a:ln>
                  <a:noFill/>
                </a:ln>
                <a:latin typeface="Liberation Sans" pitchFamily="18"/>
                <a:ea typeface="Droid Sans Fallback" pitchFamily="2"/>
                <a:cs typeface="FreeSans" pitchFamily="2"/>
              </a:rPr>
              <a:t>Variability in Big Data</a:t>
            </a:r>
          </a:p>
          <a:p>
            <a:pPr marL="0" marR="0" lvl="0" indent="0" rtl="0" hangingPunct="0">
              <a:lnSpc>
                <a:spcPct val="100000"/>
              </a:lnSpc>
              <a:spcBef>
                <a:spcPts val="1191"/>
              </a:spcBef>
              <a:spcAft>
                <a:spcPts val="992"/>
              </a:spcAft>
              <a:buNone/>
              <a:tabLst/>
            </a:pPr>
            <a:r>
              <a:rPr lang="en-IN" sz="2800" b="0" i="0" u="none" strike="noStrike" kern="1200" cap="none">
                <a:ln>
                  <a:noFill/>
                </a:ln>
                <a:latin typeface="Liberation Sans" pitchFamily="18"/>
                <a:ea typeface="Droid Sans Fallback" pitchFamily="2"/>
                <a:cs typeface="FreeSans" pitchFamily="2"/>
              </a:rPr>
              <a:t>Context shifts: The meaning or formatting of data changes unpredictably over time.</a:t>
            </a:r>
          </a:p>
          <a:p>
            <a:pPr marL="0" marR="0" lvl="0" indent="0" rtl="0" hangingPunct="0">
              <a:lnSpc>
                <a:spcPct val="100000"/>
              </a:lnSpc>
              <a:spcBef>
                <a:spcPts val="1191"/>
              </a:spcBef>
              <a:spcAft>
                <a:spcPts val="992"/>
              </a:spcAft>
              <a:buNone/>
              <a:tabLst/>
            </a:pPr>
            <a:r>
              <a:rPr lang="en-IN" sz="2800" b="0" i="0" u="none" strike="noStrike" kern="1200" cap="none">
                <a:ln>
                  <a:noFill/>
                </a:ln>
                <a:latin typeface="Liberation Sans" pitchFamily="18"/>
                <a:ea typeface="Droid Sans Fallback" pitchFamily="2"/>
                <a:cs typeface="FreeSans" pitchFamily="2"/>
              </a:rPr>
              <a:t>Inconsistent flow: Data load speeds fluctuate randomly rather than streaming at a steady pace.</a:t>
            </a:r>
          </a:p>
          <a:p>
            <a:pPr marL="0" marR="0" lvl="0" indent="0" rtl="0" hangingPunct="0">
              <a:lnSpc>
                <a:spcPct val="100000"/>
              </a:lnSpc>
              <a:spcBef>
                <a:spcPts val="1191"/>
              </a:spcBef>
              <a:spcAft>
                <a:spcPts val="992"/>
              </a:spcAft>
              <a:buNone/>
              <a:tabLst/>
            </a:pPr>
            <a:r>
              <a:rPr lang="en-IN" sz="2800" b="0" i="0" u="none" strike="noStrike" kern="1200" cap="none">
                <a:ln>
                  <a:noFill/>
                </a:ln>
                <a:latin typeface="Liberation Sans" pitchFamily="18"/>
                <a:ea typeface="Droid Sans Fallback" pitchFamily="2"/>
                <a:cs typeface="FreeSans" pitchFamily="2"/>
              </a:rPr>
              <a:t>Distinction from Variety: Variety is about different types of data (text, video), while variability is how those types change shape, tone, or structure midstream</a:t>
            </a:r>
          </a:p>
          <a:p>
            <a:pPr marL="0" marR="0" lvl="0" indent="0" rtl="0" hangingPunct="0">
              <a:lnSpc>
                <a:spcPct val="100000"/>
              </a:lnSpc>
              <a:spcBef>
                <a:spcPts val="1191"/>
              </a:spcBef>
              <a:spcAft>
                <a:spcPts val="992"/>
              </a:spcAft>
              <a:buNone/>
              <a:tabLst/>
            </a:pPr>
            <a:endParaRPr lang="en-IN" sz="2800" b="0" i="0" u="none" strike="noStrike" kern="1200" cap="none">
              <a:ln>
                <a:noFill/>
              </a:ln>
              <a:latin typeface="Liberation Sans" pitchFamily="18"/>
              <a:ea typeface="Droid Sans Fallback" pitchFamily="2"/>
              <a:cs typeface="FreeSans" pitchFamily="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page20">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B574BD12-560F-4FFF-9E8D-7DA9ACF82EDE}"/>
              </a:ext>
            </a:extLst>
          </p:cNvPr>
          <p:cNvPicPr>
            <a:picLocks noChangeAspect="1"/>
          </p:cNvPicPr>
          <p:nvPr/>
        </p:nvPicPr>
        <p:blipFill>
          <a:blip r:embed="rId3">
            <a:lum/>
            <a:alphaModFix/>
          </a:blip>
          <a:srcRect/>
          <a:stretch>
            <a:fillRect/>
          </a:stretch>
        </p:blipFill>
        <p:spPr>
          <a:xfrm>
            <a:off x="-7200" y="551880"/>
            <a:ext cx="9295200" cy="6445799"/>
          </a:xfrm>
          <a:prstGeom prst="rect">
            <a:avLst/>
          </a:prstGeom>
          <a:noFill/>
          <a:ln>
            <a:noFill/>
          </a:ln>
        </p:spPr>
      </p:pic>
      <p:sp>
        <p:nvSpPr>
          <p:cNvPr id="3" name="TextBox 2">
            <a:extLst>
              <a:ext uri="{FF2B5EF4-FFF2-40B4-BE49-F238E27FC236}">
                <a16:creationId xmlns:a16="http://schemas.microsoft.com/office/drawing/2014/main" id="{F834E660-BF36-40BC-B4C6-B24608303B72}"/>
              </a:ext>
            </a:extLst>
          </p:cNvPr>
          <p:cNvSpPr txBox="1"/>
          <p:nvPr/>
        </p:nvSpPr>
        <p:spPr>
          <a:xfrm>
            <a:off x="3697920" y="1672560"/>
            <a:ext cx="6310079" cy="1197359"/>
          </a:xfrm>
          <a:prstGeom prst="rect">
            <a:avLst/>
          </a:prstGeom>
          <a:noFill/>
          <a:ln>
            <a:noFill/>
          </a:ln>
        </p:spPr>
        <p:txBody>
          <a:bodyPr vert="horz" wrap="none" lIns="90000" tIns="45000" rIns="90000" bIns="45000" anchorCtr="0" compatLnSpc="0"/>
          <a:lstStyle/>
          <a:p>
            <a:pPr marL="0" marR="0" lvl="0" indent="0" rtl="0" hangingPunct="0">
              <a:lnSpc>
                <a:spcPct val="100000"/>
              </a:lnSpc>
              <a:spcBef>
                <a:spcPts val="1191"/>
              </a:spcBef>
              <a:spcAft>
                <a:spcPts val="992"/>
              </a:spcAft>
              <a:buNone/>
              <a:tabLst/>
            </a:pPr>
            <a:r>
              <a:rPr lang="en-IN" sz="2600" b="0" i="0" u="none" strike="noStrike" kern="1200" cap="none">
                <a:ln>
                  <a:noFill/>
                </a:ln>
                <a:solidFill>
                  <a:srgbClr val="D62E4E"/>
                </a:solidFill>
                <a:latin typeface="Liberation Sans" pitchFamily="18"/>
                <a:ea typeface="Droid Sans Fallback" pitchFamily="2"/>
                <a:cs typeface="FreeSans" pitchFamily="2"/>
              </a:rPr>
              <a:t>Data in bulk could create confusion whereas less amount of data could </a:t>
            </a:r>
            <a:r>
              <a:rPr lang="en-IN" sz="2600" b="1" i="0" u="none" strike="noStrike" kern="1200" cap="none">
                <a:ln>
                  <a:noFill/>
                </a:ln>
                <a:solidFill>
                  <a:srgbClr val="D62E4E"/>
                </a:solidFill>
                <a:latin typeface="Liberation Sans" pitchFamily="18"/>
                <a:ea typeface="Droid Sans Fallback" pitchFamily="2"/>
                <a:cs typeface="FreeSans" pitchFamily="2"/>
              </a:rPr>
              <a:t>convey half or Incomplete Information</a:t>
            </a:r>
            <a:r>
              <a:rPr lang="en-IN" sz="2600" b="0" i="0" u="none" strike="noStrike" kern="1200" cap="none">
                <a:ln>
                  <a:noFill/>
                </a:ln>
                <a:solidFill>
                  <a:srgbClr val="D62E4E"/>
                </a:solidFill>
                <a:latin typeface="Liberation Sans" pitchFamily="18"/>
                <a:ea typeface="Droid Sans Fallback" pitchFamily="2"/>
                <a:cs typeface="FreeSans" pitchFamily="2"/>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page21">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76EDDEBB-FE4B-4A4C-A095-427119A3B2AA}"/>
              </a:ext>
            </a:extLst>
          </p:cNvPr>
          <p:cNvPicPr>
            <a:picLocks noChangeAspect="1"/>
          </p:cNvPicPr>
          <p:nvPr/>
        </p:nvPicPr>
        <p:blipFill>
          <a:blip r:embed="rId3">
            <a:lum/>
            <a:alphaModFix/>
          </a:blip>
          <a:srcRect/>
          <a:stretch>
            <a:fillRect/>
          </a:stretch>
        </p:blipFill>
        <p:spPr>
          <a:xfrm>
            <a:off x="81360" y="360"/>
            <a:ext cx="9494640" cy="755964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page22">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CB8305B9-513F-4B96-95D9-7959F2BEE311}"/>
              </a:ext>
            </a:extLst>
          </p:cNvPr>
          <p:cNvPicPr>
            <a:picLocks noChangeAspect="1"/>
          </p:cNvPicPr>
          <p:nvPr/>
        </p:nvPicPr>
        <p:blipFill>
          <a:blip r:embed="rId3">
            <a:lum/>
            <a:alphaModFix/>
          </a:blip>
          <a:srcRect/>
          <a:stretch>
            <a:fillRect/>
          </a:stretch>
        </p:blipFill>
        <p:spPr>
          <a:xfrm>
            <a:off x="648000" y="360000"/>
            <a:ext cx="8712000" cy="6336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page23">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D07F58DE-7068-4569-98A5-2222D328226B}"/>
              </a:ext>
            </a:extLst>
          </p:cNvPr>
          <p:cNvPicPr>
            <a:picLocks noChangeAspect="1"/>
          </p:cNvPicPr>
          <p:nvPr/>
        </p:nvPicPr>
        <p:blipFill>
          <a:blip r:embed="rId3">
            <a:lum/>
            <a:alphaModFix/>
          </a:blip>
          <a:srcRect/>
          <a:stretch>
            <a:fillRect/>
          </a:stretch>
        </p:blipFill>
        <p:spPr>
          <a:xfrm>
            <a:off x="360000" y="503999"/>
            <a:ext cx="8856000" cy="6408000"/>
          </a:xfrm>
          <a:prstGeom prst="rect">
            <a:avLst/>
          </a:prstGeom>
          <a:noFill/>
          <a:ln>
            <a:noFill/>
          </a:ln>
        </p:spPr>
      </p:pic>
      <p:sp>
        <p:nvSpPr>
          <p:cNvPr id="3" name="TextBox 2">
            <a:extLst>
              <a:ext uri="{FF2B5EF4-FFF2-40B4-BE49-F238E27FC236}">
                <a16:creationId xmlns:a16="http://schemas.microsoft.com/office/drawing/2014/main" id="{D5D09A1A-2C39-4FD9-9D09-F98609E34943}"/>
              </a:ext>
            </a:extLst>
          </p:cNvPr>
          <p:cNvSpPr txBox="1"/>
          <p:nvPr/>
        </p:nvSpPr>
        <p:spPr>
          <a:xfrm>
            <a:off x="605880" y="6619679"/>
            <a:ext cx="8610120" cy="940319"/>
          </a:xfrm>
          <a:prstGeom prst="rect">
            <a:avLst/>
          </a:prstGeom>
          <a:noFill/>
          <a:ln>
            <a:noFill/>
          </a:ln>
        </p:spPr>
        <p:txBody>
          <a:bodyPr vert="horz" wrap="none" lIns="90000" tIns="45000" rIns="90000" bIns="45000" anchorCtr="0" compatLnSpc="0"/>
          <a:lstStyle/>
          <a:p>
            <a:pPr marL="0" marR="0" lvl="0" indent="0" rtl="0" hangingPunct="0">
              <a:lnSpc>
                <a:spcPct val="100000"/>
              </a:lnSpc>
              <a:spcBef>
                <a:spcPts val="1191"/>
              </a:spcBef>
              <a:spcAft>
                <a:spcPts val="992"/>
              </a:spcAft>
              <a:buNone/>
              <a:tabLst/>
            </a:pPr>
            <a:r>
              <a:rPr lang="en-IN" sz="2000" b="0" i="0" u="none" strike="noStrike" kern="1200" cap="none">
                <a:ln>
                  <a:noFill/>
                </a:ln>
                <a:solidFill>
                  <a:srgbClr val="800080"/>
                </a:solidFill>
                <a:latin typeface="Liberation Sans" pitchFamily="18"/>
                <a:ea typeface="Droid Sans Fallback" pitchFamily="2"/>
                <a:cs typeface="FreeSans" pitchFamily="2"/>
              </a:rPr>
              <a:t>NoSQL databases (AKA "not only SQL") store data differently than relational tables. The main types are document, key-value, wide-column, and graph.</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page24">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9264E522-7004-4064-8E3D-55097943D0EA}"/>
              </a:ext>
            </a:extLst>
          </p:cNvPr>
          <p:cNvPicPr>
            <a:picLocks noChangeAspect="1"/>
          </p:cNvPicPr>
          <p:nvPr/>
        </p:nvPicPr>
        <p:blipFill>
          <a:blip r:embed="rId3">
            <a:lum/>
            <a:alphaModFix/>
          </a:blip>
          <a:srcRect/>
          <a:stretch>
            <a:fillRect/>
          </a:stretch>
        </p:blipFill>
        <p:spPr>
          <a:xfrm>
            <a:off x="-7200" y="658440"/>
            <a:ext cx="10079640" cy="6233040"/>
          </a:xfrm>
          <a:prstGeom prst="rect">
            <a:avLst/>
          </a:prstGeom>
          <a:noFill/>
          <a:ln>
            <a:noFill/>
          </a:ln>
        </p:spPr>
      </p:pic>
      <p:sp>
        <p:nvSpPr>
          <p:cNvPr id="3" name="TextBox 2">
            <a:extLst>
              <a:ext uri="{FF2B5EF4-FFF2-40B4-BE49-F238E27FC236}">
                <a16:creationId xmlns:a16="http://schemas.microsoft.com/office/drawing/2014/main" id="{77CBACA1-7213-40A2-96EB-CFE40C302AB1}"/>
              </a:ext>
            </a:extLst>
          </p:cNvPr>
          <p:cNvSpPr txBox="1"/>
          <p:nvPr/>
        </p:nvSpPr>
        <p:spPr>
          <a:xfrm>
            <a:off x="2736000" y="3966120"/>
            <a:ext cx="1368000" cy="2585160"/>
          </a:xfrm>
          <a:prstGeom prst="rect">
            <a:avLst/>
          </a:prstGeom>
          <a:noFill/>
          <a:ln>
            <a:noFill/>
          </a:ln>
        </p:spPr>
        <p:txBody>
          <a:bodyPr vert="horz" wrap="none" lIns="90000" tIns="45000" rIns="90000" bIns="45000" anchorCtr="0" compatLnSpc="0"/>
          <a:lstStyle/>
          <a:p>
            <a:pPr marL="0" marR="0" lvl="0" indent="0" algn="just" rtl="0" hangingPunct="0">
              <a:lnSpc>
                <a:spcPct val="100000"/>
              </a:lnSpc>
              <a:spcBef>
                <a:spcPts val="1191"/>
              </a:spcBef>
              <a:spcAft>
                <a:spcPts val="992"/>
              </a:spcAft>
              <a:buNone/>
              <a:tabLst/>
            </a:pPr>
            <a:r>
              <a:rPr lang="en-IN" sz="3200" b="1" i="0" u="none" strike="noStrike" kern="1200" cap="none">
                <a:ln>
                  <a:noFill/>
                </a:ln>
                <a:solidFill>
                  <a:srgbClr val="C5000B"/>
                </a:solidFill>
                <a:latin typeface="Liberation Sans" pitchFamily="18"/>
                <a:ea typeface="Droid Sans Fallback" pitchFamily="2"/>
                <a:cs typeface="FreeSans" pitchFamily="2"/>
              </a:rPr>
              <a:t>ETL(</a:t>
            </a:r>
            <a:r>
              <a:rPr lang="en-IN" sz="2400" b="1" i="0" u="none" strike="noStrike" kern="1200" cap="none">
                <a:ln>
                  <a:noFill/>
                </a:ln>
                <a:solidFill>
                  <a:srgbClr val="2A6099"/>
                </a:solidFill>
                <a:latin typeface="Liberation Sans" pitchFamily="18"/>
                <a:ea typeface="Droid Sans Fallback" pitchFamily="2"/>
                <a:cs typeface="FreeSans" pitchFamily="2"/>
              </a:rPr>
              <a:t>extract transform and load)</a:t>
            </a:r>
          </a:p>
        </p:txBody>
      </p:sp>
      <p:sp>
        <p:nvSpPr>
          <p:cNvPr id="4" name="TextBox 3">
            <a:extLst>
              <a:ext uri="{FF2B5EF4-FFF2-40B4-BE49-F238E27FC236}">
                <a16:creationId xmlns:a16="http://schemas.microsoft.com/office/drawing/2014/main" id="{016864E0-4346-46A1-AA68-743D16D38A10}"/>
              </a:ext>
            </a:extLst>
          </p:cNvPr>
          <p:cNvSpPr txBox="1"/>
          <p:nvPr/>
        </p:nvSpPr>
        <p:spPr>
          <a:xfrm>
            <a:off x="2880000" y="6552000"/>
            <a:ext cx="4896000" cy="1109880"/>
          </a:xfrm>
          <a:prstGeom prst="rect">
            <a:avLst/>
          </a:prstGeom>
          <a:noFill/>
          <a:ln>
            <a:noFill/>
          </a:ln>
        </p:spPr>
        <p:txBody>
          <a:bodyPr vert="horz" wrap="none" lIns="90000" tIns="45000" rIns="90000" bIns="45000" anchorCtr="0" compatLnSpc="0"/>
          <a:lstStyle/>
          <a:p>
            <a:pPr marL="0" marR="0" lvl="0" indent="0" rtl="0" hangingPunct="0">
              <a:lnSpc>
                <a:spcPct val="100000"/>
              </a:lnSpc>
              <a:spcBef>
                <a:spcPts val="1191"/>
              </a:spcBef>
              <a:spcAft>
                <a:spcPts val="992"/>
              </a:spcAft>
              <a:buNone/>
              <a:tabLst/>
            </a:pPr>
            <a:r>
              <a:rPr lang="en-IN" sz="2400" b="0" i="0" u="none" strike="noStrike" kern="1200" cap="none">
                <a:ln>
                  <a:noFill/>
                </a:ln>
                <a:latin typeface="Liberation Sans" pitchFamily="18"/>
                <a:ea typeface="Droid Sans Fallback" pitchFamily="2"/>
                <a:cs typeface="FreeSans" pitchFamily="2"/>
              </a:rPr>
              <a:t>Online Analytical Processing(OLAP)</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page25">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EC09EA14-851B-4416-9FA3-FCAAE8913249}"/>
              </a:ext>
            </a:extLst>
          </p:cNvPr>
          <p:cNvPicPr>
            <a:picLocks noChangeAspect="1"/>
          </p:cNvPicPr>
          <p:nvPr/>
        </p:nvPicPr>
        <p:blipFill>
          <a:blip r:embed="rId3">
            <a:lum/>
            <a:alphaModFix/>
          </a:blip>
          <a:srcRect/>
          <a:stretch>
            <a:fillRect/>
          </a:stretch>
        </p:blipFill>
        <p:spPr>
          <a:xfrm>
            <a:off x="360" y="135720"/>
            <a:ext cx="10079640" cy="7064280"/>
          </a:xfrm>
          <a:prstGeom prst="rect">
            <a:avLst/>
          </a:prstGeom>
          <a:noFill/>
          <a:ln>
            <a:noFill/>
          </a:ln>
        </p:spPr>
      </p:pic>
      <p:sp>
        <p:nvSpPr>
          <p:cNvPr id="3" name="TextBox 2">
            <a:extLst>
              <a:ext uri="{FF2B5EF4-FFF2-40B4-BE49-F238E27FC236}">
                <a16:creationId xmlns:a16="http://schemas.microsoft.com/office/drawing/2014/main" id="{904B575E-6DB9-49E3-97C9-1571C03A42CF}"/>
              </a:ext>
            </a:extLst>
          </p:cNvPr>
          <p:cNvSpPr txBox="1"/>
          <p:nvPr/>
        </p:nvSpPr>
        <p:spPr>
          <a:xfrm>
            <a:off x="288000" y="6346440"/>
            <a:ext cx="6912000" cy="1717560"/>
          </a:xfrm>
          <a:prstGeom prst="rect">
            <a:avLst/>
          </a:prstGeom>
          <a:noFill/>
          <a:ln>
            <a:noFill/>
          </a:ln>
        </p:spPr>
        <p:txBody>
          <a:bodyPr vert="horz" wrap="none" lIns="90000" tIns="45000" rIns="90000" bIns="45000" anchorCtr="0" compatLnSpc="0"/>
          <a:lstStyle/>
          <a:p>
            <a:pPr marL="0" marR="0" lvl="0" indent="0" rtl="0" hangingPunct="0">
              <a:lnSpc>
                <a:spcPct val="100000"/>
              </a:lnSpc>
              <a:spcBef>
                <a:spcPts val="1191"/>
              </a:spcBef>
              <a:spcAft>
                <a:spcPts val="992"/>
              </a:spcAft>
              <a:buNone/>
              <a:tabLst/>
            </a:pPr>
            <a:r>
              <a:rPr lang="en-IN" sz="2600" b="0" i="0" u="none" strike="noStrike" kern="1200" cap="none">
                <a:ln>
                  <a:noFill/>
                </a:ln>
                <a:solidFill>
                  <a:srgbClr val="C9211E"/>
                </a:solidFill>
                <a:latin typeface="Liberation Sans" pitchFamily="18"/>
                <a:ea typeface="Droid Sans Fallback" pitchFamily="2"/>
                <a:cs typeface="FreeSans" pitchFamily="2"/>
              </a:rPr>
              <a:t>A Hadoop Environment refers to an open-source framework designed for the storage and processing of big data.</a:t>
            </a:r>
          </a:p>
          <a:p>
            <a:pPr marL="0" marR="0" lvl="0" indent="0" rtl="0" hangingPunct="0">
              <a:lnSpc>
                <a:spcPct val="100000"/>
              </a:lnSpc>
              <a:spcBef>
                <a:spcPts val="1191"/>
              </a:spcBef>
              <a:spcAft>
                <a:spcPts val="992"/>
              </a:spcAft>
              <a:buNone/>
              <a:tabLst/>
            </a:pPr>
            <a:endParaRPr lang="en-IN" sz="2600" b="0" i="0" u="none" strike="noStrike" kern="1200" cap="none">
              <a:ln>
                <a:noFill/>
              </a:ln>
              <a:solidFill>
                <a:srgbClr val="C9211E"/>
              </a:solidFill>
              <a:latin typeface="Liberation Sans" pitchFamily="18"/>
              <a:ea typeface="Droid Sans Fallback" pitchFamily="2"/>
              <a:cs typeface="FreeSans" pitchFamily="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page26">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456B0ED0-6FD0-44D1-85CA-359FFB581203}"/>
              </a:ext>
            </a:extLst>
          </p:cNvPr>
          <p:cNvPicPr>
            <a:picLocks noChangeAspect="1"/>
          </p:cNvPicPr>
          <p:nvPr/>
        </p:nvPicPr>
        <p:blipFill>
          <a:blip r:embed="rId3">
            <a:lum/>
            <a:alphaModFix/>
          </a:blip>
          <a:srcRect/>
          <a:stretch>
            <a:fillRect/>
          </a:stretch>
        </p:blipFill>
        <p:spPr>
          <a:xfrm>
            <a:off x="144000" y="3384000"/>
            <a:ext cx="4968000" cy="3671999"/>
          </a:xfrm>
          <a:prstGeom prst="rect">
            <a:avLst/>
          </a:prstGeom>
          <a:noFill/>
          <a:ln>
            <a:noFill/>
          </a:ln>
        </p:spPr>
      </p:pic>
      <p:sp>
        <p:nvSpPr>
          <p:cNvPr id="3" name="TextBox 2">
            <a:extLst>
              <a:ext uri="{FF2B5EF4-FFF2-40B4-BE49-F238E27FC236}">
                <a16:creationId xmlns:a16="http://schemas.microsoft.com/office/drawing/2014/main" id="{1C4DC5DC-DF79-40AA-A2C9-7AB51C42DB48}"/>
              </a:ext>
            </a:extLst>
          </p:cNvPr>
          <p:cNvSpPr txBox="1"/>
          <p:nvPr/>
        </p:nvSpPr>
        <p:spPr>
          <a:xfrm>
            <a:off x="144000" y="144000"/>
            <a:ext cx="9874440" cy="4156919"/>
          </a:xfrm>
          <a:prstGeom prst="rect">
            <a:avLst/>
          </a:prstGeom>
          <a:noFill/>
          <a:ln>
            <a:noFill/>
          </a:ln>
        </p:spPr>
        <p:txBody>
          <a:bodyPr vert="horz" wrap="none" lIns="90000" tIns="45000" rIns="90000" bIns="45000" anchorCtr="0" compatLnSpc="0"/>
          <a:lstStyle/>
          <a:p>
            <a:pPr marL="0" marR="0" lvl="0" indent="0" rtl="0" hangingPunct="0">
              <a:lnSpc>
                <a:spcPct val="100000"/>
              </a:lnSpc>
              <a:spcBef>
                <a:spcPts val="1191"/>
              </a:spcBef>
              <a:spcAft>
                <a:spcPts val="992"/>
              </a:spcAft>
              <a:buNone/>
              <a:tabLst/>
            </a:pPr>
            <a:r>
              <a:rPr lang="en-IN" sz="3200" b="1" i="0" u="none" strike="noStrike" kern="1200" cap="none">
                <a:ln>
                  <a:noFill/>
                </a:ln>
                <a:solidFill>
                  <a:srgbClr val="0066CC"/>
                </a:solidFill>
                <a:latin typeface="Liberation Sans" pitchFamily="18"/>
                <a:ea typeface="Droid Sans Fallback" pitchFamily="2"/>
                <a:cs typeface="FreeSans" pitchFamily="2"/>
              </a:rPr>
              <a:t>Data Mart</a:t>
            </a:r>
          </a:p>
          <a:p>
            <a:pPr marL="0" marR="0" lvl="0" indent="0" algn="just" rtl="0" hangingPunct="0">
              <a:lnSpc>
                <a:spcPct val="150000"/>
              </a:lnSpc>
              <a:spcBef>
                <a:spcPts val="1191"/>
              </a:spcBef>
              <a:spcAft>
                <a:spcPts val="992"/>
              </a:spcAft>
              <a:buNone/>
              <a:tabLst/>
            </a:pPr>
            <a:r>
              <a:rPr lang="en-IN" sz="2200" b="0" i="0" u="none" strike="noStrike" kern="1200" cap="none">
                <a:ln>
                  <a:noFill/>
                </a:ln>
                <a:latin typeface="Liberation Sans" pitchFamily="18"/>
                <a:ea typeface="Droid Sans Fallback" pitchFamily="2"/>
                <a:cs typeface="FreeSans" pitchFamily="2"/>
              </a:rPr>
              <a:t>Generally, a data mart can be thought of as a subset of a data warehouse. The data mart is a storehouse of data that is meant to serve a specific community and is designed to meet the needs of a specific group of users.</a:t>
            </a:r>
          </a:p>
          <a:p>
            <a:pPr marL="0" marR="0" lvl="0" indent="0" algn="just" rtl="0" hangingPunct="0">
              <a:lnSpc>
                <a:spcPct val="150000"/>
              </a:lnSpc>
              <a:spcBef>
                <a:spcPts val="1191"/>
              </a:spcBef>
              <a:spcAft>
                <a:spcPts val="992"/>
              </a:spcAft>
              <a:buNone/>
              <a:tabLst/>
            </a:pPr>
            <a:r>
              <a:rPr lang="en-IN" sz="2200" b="0" i="0" u="none" strike="noStrike" kern="1200" cap="none">
                <a:ln>
                  <a:noFill/>
                </a:ln>
                <a:latin typeface="Liberation Sans" pitchFamily="18"/>
                <a:ea typeface="Droid Sans Fallback" pitchFamily="2"/>
                <a:cs typeface="FreeSans" pitchFamily="2"/>
              </a:rPr>
              <a:t>Data marts are usually controlled by a single department of an organization like sales, finance, etc.</a:t>
            </a:r>
          </a:p>
          <a:p>
            <a:pPr marL="0" marR="0" lvl="0" indent="0" algn="just" rtl="0" hangingPunct="0">
              <a:lnSpc>
                <a:spcPct val="150000"/>
              </a:lnSpc>
              <a:spcBef>
                <a:spcPts val="1191"/>
              </a:spcBef>
              <a:spcAft>
                <a:spcPts val="992"/>
              </a:spcAft>
              <a:buNone/>
              <a:tabLst/>
            </a:pPr>
            <a:endParaRPr lang="en-IN" sz="2200" b="0" i="0" u="none" strike="noStrike" kern="1200" cap="none">
              <a:ln>
                <a:noFill/>
              </a:ln>
              <a:latin typeface="Liberation Sans" pitchFamily="18"/>
              <a:ea typeface="Droid Sans Fallback" pitchFamily="2"/>
              <a:cs typeface="FreeSans" pitchFamily="2"/>
            </a:endParaRPr>
          </a:p>
        </p:txBody>
      </p:sp>
      <p:pic>
        <p:nvPicPr>
          <p:cNvPr id="4" name="">
            <a:extLst>
              <a:ext uri="{FF2B5EF4-FFF2-40B4-BE49-F238E27FC236}">
                <a16:creationId xmlns:a16="http://schemas.microsoft.com/office/drawing/2014/main" id="{2C839E67-4953-412C-A6E3-1BBF4F7855BC}"/>
              </a:ext>
            </a:extLst>
          </p:cNvPr>
          <p:cNvPicPr>
            <a:picLocks noChangeAspect="1"/>
          </p:cNvPicPr>
          <p:nvPr/>
        </p:nvPicPr>
        <p:blipFill>
          <a:blip r:embed="rId4">
            <a:lum/>
            <a:alphaModFix/>
          </a:blip>
          <a:srcRect/>
          <a:stretch>
            <a:fillRect/>
          </a:stretch>
        </p:blipFill>
        <p:spPr>
          <a:xfrm>
            <a:off x="5256000" y="3816000"/>
            <a:ext cx="4608000" cy="28800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page27">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44EC7A-B5B5-43F6-BFF9-6877130F455B}"/>
              </a:ext>
            </a:extLst>
          </p:cNvPr>
          <p:cNvSpPr txBox="1"/>
          <p:nvPr/>
        </p:nvSpPr>
        <p:spPr>
          <a:xfrm>
            <a:off x="432000" y="216000"/>
            <a:ext cx="9504000" cy="648000"/>
          </a:xfrm>
          <a:prstGeom prst="rect">
            <a:avLst/>
          </a:prstGeom>
          <a:noFill/>
          <a:ln>
            <a:noFill/>
          </a:ln>
        </p:spPr>
        <p:txBody>
          <a:bodyPr vert="horz" wrap="none" lIns="90000" tIns="45000" rIns="90000" bIns="45000" anchorCtr="0" compatLnSpc="0"/>
          <a:lstStyle/>
          <a:p>
            <a:pPr marL="0" marR="0" lvl="0" indent="0" algn="ctr" rtl="0" hangingPunct="0">
              <a:lnSpc>
                <a:spcPct val="100000"/>
              </a:lnSpc>
              <a:spcBef>
                <a:spcPts val="1191"/>
              </a:spcBef>
              <a:spcAft>
                <a:spcPts val="992"/>
              </a:spcAft>
              <a:buNone/>
              <a:tabLst/>
            </a:pPr>
            <a:r>
              <a:rPr lang="en-IN" sz="3600" b="0" i="0" u="none" strike="noStrike" kern="1200" cap="none">
                <a:ln>
                  <a:noFill/>
                </a:ln>
                <a:solidFill>
                  <a:srgbClr val="C5000B"/>
                </a:solidFill>
                <a:latin typeface="Liberation Sans" pitchFamily="18"/>
                <a:ea typeface="Droid Sans Fallback" pitchFamily="2"/>
                <a:cs typeface="FreeSans" pitchFamily="2"/>
              </a:rPr>
              <a:t>Big Data and Data Warehouse Coexistence</a:t>
            </a:r>
          </a:p>
        </p:txBody>
      </p:sp>
      <p:pic>
        <p:nvPicPr>
          <p:cNvPr id="3" name="">
            <a:extLst>
              <a:ext uri="{FF2B5EF4-FFF2-40B4-BE49-F238E27FC236}">
                <a16:creationId xmlns:a16="http://schemas.microsoft.com/office/drawing/2014/main" id="{EE9E72B4-D2CA-4A91-A4B2-9FFC219286A1}"/>
              </a:ext>
            </a:extLst>
          </p:cNvPr>
          <p:cNvPicPr>
            <a:picLocks noChangeAspect="1"/>
          </p:cNvPicPr>
          <p:nvPr/>
        </p:nvPicPr>
        <p:blipFill>
          <a:blip r:embed="rId3">
            <a:lum/>
            <a:alphaModFix/>
          </a:blip>
          <a:srcRect/>
          <a:stretch>
            <a:fillRect/>
          </a:stretch>
        </p:blipFill>
        <p:spPr>
          <a:xfrm>
            <a:off x="35640" y="773640"/>
            <a:ext cx="10079640" cy="664236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page28">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50AC7313-4EB3-4AB1-89FF-80F2BAB0C683}"/>
              </a:ext>
            </a:extLst>
          </p:cNvPr>
          <p:cNvPicPr>
            <a:picLocks noChangeAspect="1"/>
          </p:cNvPicPr>
          <p:nvPr/>
        </p:nvPicPr>
        <p:blipFill>
          <a:blip r:embed="rId3">
            <a:lum/>
            <a:alphaModFix/>
          </a:blip>
          <a:srcRect/>
          <a:stretch>
            <a:fillRect/>
          </a:stretch>
        </p:blipFill>
        <p:spPr>
          <a:xfrm>
            <a:off x="0" y="14400"/>
            <a:ext cx="9749519" cy="3081600"/>
          </a:xfrm>
          <a:prstGeom prst="rect">
            <a:avLst/>
          </a:prstGeom>
          <a:noFill/>
          <a:ln>
            <a:noFill/>
          </a:ln>
        </p:spPr>
      </p:pic>
      <p:pic>
        <p:nvPicPr>
          <p:cNvPr id="3" name="">
            <a:extLst>
              <a:ext uri="{FF2B5EF4-FFF2-40B4-BE49-F238E27FC236}">
                <a16:creationId xmlns:a16="http://schemas.microsoft.com/office/drawing/2014/main" id="{D740CD1A-704F-47D7-A179-B21B4D7AF1CB}"/>
              </a:ext>
            </a:extLst>
          </p:cNvPr>
          <p:cNvPicPr>
            <a:picLocks noChangeAspect="1"/>
          </p:cNvPicPr>
          <p:nvPr/>
        </p:nvPicPr>
        <p:blipFill>
          <a:blip r:embed="rId4">
            <a:lum/>
            <a:alphaModFix/>
          </a:blip>
          <a:srcRect/>
          <a:stretch>
            <a:fillRect/>
          </a:stretch>
        </p:blipFill>
        <p:spPr>
          <a:xfrm>
            <a:off x="0" y="3096000"/>
            <a:ext cx="9720000" cy="4968000"/>
          </a:xfrm>
          <a:prstGeom prst="rect">
            <a:avLst/>
          </a:prstGeom>
          <a:noFill/>
          <a:ln>
            <a:noFill/>
          </a:ln>
        </p:spPr>
      </p:pic>
    </p:spTree>
  </p:cSld>
  <p:clrMapOvr>
    <a:masterClrMapping/>
  </p:clrMapOvr>
</p:sld>
</file>

<file path=ppt/theme/theme1.xml><?xml version="1.0" encoding="utf-8"?>
<a:theme xmlns:a="http://schemas.openxmlformats.org/drawingml/2006/main" name="Defaul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484</TotalTime>
  <Words>779</Words>
  <Application>Microsoft Office PowerPoint</Application>
  <PresentationFormat>Widescreen</PresentationFormat>
  <Paragraphs>89</Paragraphs>
  <Slides>28</Slides>
  <Notes>28</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Liberation Sans</vt:lpstr>
      <vt:lpstr>Liberation Serif</vt:lpstr>
      <vt:lpstr>StarSymbol</vt:lpstr>
      <vt:lpstr>Default</vt:lpstr>
      <vt:lpstr>Big Data Analysis of Enterprise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 Data Analysis of Enterprise</dc:title>
  <cp:lastModifiedBy>cloudconvert_13</cp:lastModifiedBy>
  <cp:revision>19</cp:revision>
  <dcterms:created xsi:type="dcterms:W3CDTF">2018-08-06T09:08:19Z</dcterms:created>
  <dcterms:modified xsi:type="dcterms:W3CDTF">2026-09-06T01:23:25Z</dcterms:modified>
</cp:coreProperties>
</file>