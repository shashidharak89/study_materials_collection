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0080625"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CE8447-E213-4176-9401-CF285AAE28B0}"/>
              </a:ext>
            </a:extLst>
          </p:cNvPr>
          <p:cNvSpPr txBox="1">
            <a:spLocks noGrp="1"/>
          </p:cNvSpPr>
          <p:nvPr>
            <p:ph type="hdr" sz="quarter"/>
          </p:nvPr>
        </p:nvSpPr>
        <p:spPr>
          <a:xfrm>
            <a:off x="0" y="0"/>
            <a:ext cx="3280320" cy="534240"/>
          </a:xfrm>
          <a:prstGeom prst="rect">
            <a:avLst/>
          </a:prstGeom>
          <a:noFill/>
          <a:ln>
            <a:noFill/>
          </a:ln>
        </p:spPr>
        <p:txBody>
          <a:bodyPr vert="horz" wrap="none" lIns="90000" tIns="45000" rIns="90000" bIns="45000"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3" name="Date Placeholder 2">
            <a:extLst>
              <a:ext uri="{FF2B5EF4-FFF2-40B4-BE49-F238E27FC236}">
                <a16:creationId xmlns:a16="http://schemas.microsoft.com/office/drawing/2014/main" id="{148FA304-D541-43C9-A47A-25EEAD60AF08}"/>
              </a:ext>
            </a:extLst>
          </p:cNvPr>
          <p:cNvSpPr txBox="1">
            <a:spLocks noGrp="1"/>
          </p:cNvSpPr>
          <p:nvPr>
            <p:ph type="dt" sz="quarter" idx="1"/>
          </p:nvPr>
        </p:nvSpPr>
        <p:spPr>
          <a:xfrm>
            <a:off x="4279320" y="0"/>
            <a:ext cx="3280320" cy="534240"/>
          </a:xfrm>
          <a:prstGeom prst="rect">
            <a:avLst/>
          </a:prstGeom>
          <a:noFill/>
          <a:ln>
            <a:noFill/>
          </a:ln>
        </p:spPr>
        <p:txBody>
          <a:bodyPr vert="horz" wrap="none" lIns="90000" tIns="45000" rIns="90000" bIns="45000" anchorCtr="0" compatLnSpc="0">
            <a:noAutofit/>
          </a:bodyPr>
          <a:lstStyle/>
          <a:p>
            <a:pPr marL="0" marR="0" lvl="0" indent="0" algn="r"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4" name="Footer Placeholder 3">
            <a:extLst>
              <a:ext uri="{FF2B5EF4-FFF2-40B4-BE49-F238E27FC236}">
                <a16:creationId xmlns:a16="http://schemas.microsoft.com/office/drawing/2014/main" id="{DD2F2575-A393-4852-81C5-9DAC767AC0C7}"/>
              </a:ext>
            </a:extLst>
          </p:cNvPr>
          <p:cNvSpPr txBox="1">
            <a:spLocks noGrp="1"/>
          </p:cNvSpPr>
          <p:nvPr>
            <p:ph type="ftr" sz="quarter" idx="2"/>
          </p:nvPr>
        </p:nvSpPr>
        <p:spPr>
          <a:xfrm>
            <a:off x="0" y="10157400"/>
            <a:ext cx="3280320" cy="534240"/>
          </a:xfrm>
          <a:prstGeom prst="rect">
            <a:avLst/>
          </a:prstGeom>
          <a:noFill/>
          <a:ln>
            <a:noFill/>
          </a:ln>
        </p:spPr>
        <p:txBody>
          <a:bodyPr vert="horz" wrap="none" lIns="90000" tIns="45000" rIns="90000" bIns="45000" anchor="b" anchorCtr="0" compatLnSpc="0">
            <a:noAutofit/>
          </a:bodyPr>
          <a:lstStyle/>
          <a:p>
            <a:pPr marL="0" marR="0" lvl="0" indent="0" rtl="0" hangingPunct="0">
              <a:lnSpc>
                <a:spcPct val="100000"/>
              </a:lnSpc>
              <a:spcBef>
                <a:spcPts val="0"/>
              </a:spcBef>
              <a:spcAft>
                <a:spcPts val="0"/>
              </a:spcAft>
              <a:buNone/>
              <a:tabLst/>
              <a:defRPr sz="1400"/>
            </a:pPr>
            <a:endParaRPr lang="en-IN" sz="1400" b="0" i="0" u="none" strike="noStrike" kern="1200" cap="none">
              <a:ln>
                <a:noFill/>
              </a:ln>
              <a:latin typeface="Liberation Sans" pitchFamily="18"/>
              <a:ea typeface="Droid Sans Fallback" pitchFamily="2"/>
              <a:cs typeface="FreeSans" pitchFamily="2"/>
            </a:endParaRPr>
          </a:p>
        </p:txBody>
      </p:sp>
      <p:sp>
        <p:nvSpPr>
          <p:cNvPr id="5" name="Slide Number Placeholder 4">
            <a:extLst>
              <a:ext uri="{FF2B5EF4-FFF2-40B4-BE49-F238E27FC236}">
                <a16:creationId xmlns:a16="http://schemas.microsoft.com/office/drawing/2014/main" id="{A11FB0E8-A917-4675-9800-2D41924C55E2}"/>
              </a:ext>
            </a:extLst>
          </p:cNvPr>
          <p:cNvSpPr txBox="1">
            <a:spLocks noGrp="1"/>
          </p:cNvSpPr>
          <p:nvPr>
            <p:ph type="sldNum" sz="quarter" idx="3"/>
          </p:nvPr>
        </p:nvSpPr>
        <p:spPr>
          <a:xfrm>
            <a:off x="4279320" y="10157400"/>
            <a:ext cx="3280320" cy="534240"/>
          </a:xfrm>
          <a:prstGeom prst="rect">
            <a:avLst/>
          </a:prstGeom>
          <a:noFill/>
          <a:ln>
            <a:noFill/>
          </a:ln>
        </p:spPr>
        <p:txBody>
          <a:bodyPr vert="horz" wrap="none" lIns="90000" tIns="45000" rIns="90000" bIns="45000" anchor="b" anchorCtr="0" compatLnSpc="0">
            <a:noAutofit/>
          </a:bodyPr>
          <a:lstStyle/>
          <a:p>
            <a:pPr marL="0" marR="0" lvl="0" indent="0" algn="r" rtl="0" hangingPunct="0">
              <a:lnSpc>
                <a:spcPct val="100000"/>
              </a:lnSpc>
              <a:spcBef>
                <a:spcPts val="0"/>
              </a:spcBef>
              <a:spcAft>
                <a:spcPts val="0"/>
              </a:spcAft>
              <a:buNone/>
              <a:tabLst/>
              <a:defRPr sz="1400"/>
            </a:pPr>
            <a:fld id="{3A47A7AB-3203-4F60-9916-E4A1029902D5}" type="slidenum">
              <a:t>‹#›</a:t>
            </a:fld>
            <a:endParaRPr lang="en-IN" sz="1400" b="0" i="0" u="none" strike="noStrike" kern="1200" cap="none">
              <a:ln>
                <a:noFill/>
              </a:ln>
              <a:latin typeface="Liberation Sans" pitchFamily="18"/>
              <a:ea typeface="Droid Sans Fallback" pitchFamily="2"/>
              <a:cs typeface="FreeSans" pitchFamily="2"/>
            </a:endParaRPr>
          </a:p>
        </p:txBody>
      </p:sp>
    </p:spTree>
    <p:extLst>
      <p:ext uri="{BB962C8B-B14F-4D97-AF65-F5344CB8AC3E}">
        <p14:creationId xmlns:p14="http://schemas.microsoft.com/office/powerpoint/2010/main" val="30493753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F91CB6-6EAE-4E78-982F-4A70304AE01E}"/>
              </a:ext>
            </a:extLst>
          </p:cNvPr>
          <p:cNvSpPr>
            <a:spLocks noGrp="1" noRot="1" noChangeAspect="1"/>
          </p:cNvSpPr>
          <p:nvPr>
            <p:ph type="sldImg" idx="2"/>
          </p:nvPr>
        </p:nvSpPr>
        <p:spPr>
          <a:xfrm>
            <a:off x="1107000" y="812520"/>
            <a:ext cx="5345280" cy="4008600"/>
          </a:xfrm>
          <a:prstGeom prst="rect">
            <a:avLst/>
          </a:prstGeom>
          <a:noFill/>
          <a:ln>
            <a:noFill/>
            <a:prstDash val="solid"/>
          </a:ln>
        </p:spPr>
      </p:sp>
      <p:sp>
        <p:nvSpPr>
          <p:cNvPr id="3" name="Notes Placeholder 2">
            <a:extLst>
              <a:ext uri="{FF2B5EF4-FFF2-40B4-BE49-F238E27FC236}">
                <a16:creationId xmlns:a16="http://schemas.microsoft.com/office/drawing/2014/main" id="{54B38AFD-89CF-484B-B81E-D2F0207D4B88}"/>
              </a:ext>
            </a:extLst>
          </p:cNvPr>
          <p:cNvSpPr txBox="1">
            <a:spLocks noGrp="1"/>
          </p:cNvSpPr>
          <p:nvPr>
            <p:ph type="body" sz="quarter" idx="3"/>
          </p:nvPr>
        </p:nvSpPr>
        <p:spPr>
          <a:xfrm>
            <a:off x="756000" y="5078520"/>
            <a:ext cx="6047640" cy="4811040"/>
          </a:xfrm>
          <a:prstGeom prst="rect">
            <a:avLst/>
          </a:prstGeom>
          <a:noFill/>
          <a:ln>
            <a:noFill/>
          </a:ln>
        </p:spPr>
        <p:txBody>
          <a:bodyPr lIns="0" tIns="0" rIns="0" bIns="0"/>
          <a:lstStyle/>
          <a:p>
            <a:endParaRPr lang="en-IN"/>
          </a:p>
        </p:txBody>
      </p:sp>
      <p:sp>
        <p:nvSpPr>
          <p:cNvPr id="4" name="Header Placeholder 3">
            <a:extLst>
              <a:ext uri="{FF2B5EF4-FFF2-40B4-BE49-F238E27FC236}">
                <a16:creationId xmlns:a16="http://schemas.microsoft.com/office/drawing/2014/main" id="{BD2B6DA9-C7B4-4DCC-B6AF-1364935269D4}"/>
              </a:ext>
            </a:extLst>
          </p:cNvPr>
          <p:cNvSpPr txBox="1">
            <a:spLocks noGrp="1"/>
          </p:cNvSpPr>
          <p:nvPr>
            <p:ph type="hdr" sz="quarter"/>
          </p:nvPr>
        </p:nvSpPr>
        <p:spPr>
          <a:xfrm>
            <a:off x="0" y="0"/>
            <a:ext cx="3280320" cy="53424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Date Placeholder 4">
            <a:extLst>
              <a:ext uri="{FF2B5EF4-FFF2-40B4-BE49-F238E27FC236}">
                <a16:creationId xmlns:a16="http://schemas.microsoft.com/office/drawing/2014/main" id="{4BFF6A38-5AF8-47E3-962B-5FA7150023DE}"/>
              </a:ext>
            </a:extLst>
          </p:cNvPr>
          <p:cNvSpPr txBox="1">
            <a:spLocks noGrp="1"/>
          </p:cNvSpPr>
          <p:nvPr>
            <p:ph type="dt" idx="1"/>
          </p:nvPr>
        </p:nvSpPr>
        <p:spPr>
          <a:xfrm>
            <a:off x="4279320" y="0"/>
            <a:ext cx="3280320" cy="53424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Footer Placeholder 5">
            <a:extLst>
              <a:ext uri="{FF2B5EF4-FFF2-40B4-BE49-F238E27FC236}">
                <a16:creationId xmlns:a16="http://schemas.microsoft.com/office/drawing/2014/main" id="{6D42D35E-CC19-4FEE-B568-651A4C65536A}"/>
              </a:ext>
            </a:extLst>
          </p:cNvPr>
          <p:cNvSpPr txBox="1">
            <a:spLocks noGrp="1"/>
          </p:cNvSpPr>
          <p:nvPr>
            <p:ph type="ftr" sz="quarter" idx="4"/>
          </p:nvPr>
        </p:nvSpPr>
        <p:spPr>
          <a:xfrm>
            <a:off x="0" y="10157400"/>
            <a:ext cx="3280320" cy="534240"/>
          </a:xfrm>
          <a:prstGeom prst="rect">
            <a:avLst/>
          </a:prstGeom>
          <a:noFill/>
          <a:ln>
            <a:noFill/>
          </a:ln>
        </p:spPr>
        <p:txBody>
          <a:bodyPr vert="horz" lIns="0" tIns="0" rIns="0" bIns="0" anchor="b"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7" name="Slide Number Placeholder 6">
            <a:extLst>
              <a:ext uri="{FF2B5EF4-FFF2-40B4-BE49-F238E27FC236}">
                <a16:creationId xmlns:a16="http://schemas.microsoft.com/office/drawing/2014/main" id="{13492998-C22B-4D80-8778-230DF407561F}"/>
              </a:ext>
            </a:extLst>
          </p:cNvPr>
          <p:cNvSpPr txBox="1">
            <a:spLocks noGrp="1"/>
          </p:cNvSpPr>
          <p:nvPr>
            <p:ph type="sldNum" sz="quarter" idx="5"/>
          </p:nvPr>
        </p:nvSpPr>
        <p:spPr>
          <a:xfrm>
            <a:off x="4279320" y="10157400"/>
            <a:ext cx="3280320" cy="534240"/>
          </a:xfrm>
          <a:prstGeom prst="rect">
            <a:avLst/>
          </a:prstGeom>
          <a:noFill/>
          <a:ln>
            <a:noFill/>
          </a:ln>
        </p:spPr>
        <p:txBody>
          <a:bodyPr vert="horz" lIns="0" tIns="0" rIns="0" bIns="0" anchor="b"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5A51FBD0-FAA6-4B27-BD61-8DD1DF09E1A9}" type="slidenum">
              <a:t>‹#›</a:t>
            </a:fld>
            <a:endParaRPr lang="en-IN"/>
          </a:p>
        </p:txBody>
      </p:sp>
    </p:spTree>
    <p:extLst>
      <p:ext uri="{BB962C8B-B14F-4D97-AF65-F5344CB8AC3E}">
        <p14:creationId xmlns:p14="http://schemas.microsoft.com/office/powerpoint/2010/main" val="1544072015"/>
      </p:ext>
    </p:extLst>
  </p:cSld>
  <p:clrMap bg1="lt1" tx1="dk1" bg2="lt2" tx2="dk2" accent1="accent1" accent2="accent2" accent3="accent3" accent4="accent4" accent5="accent5" accent6="accent6" hlink="hlink" folHlink="folHlink"/>
  <p:notesStyle>
    <a:lvl1pPr marL="216000" marR="0" indent="-216000" hangingPunct="0">
      <a:tabLst/>
      <a:defRPr lang="en-IN" sz="2000" b="0" i="0" u="none" strike="noStrike" kern="1200" cap="none">
        <a:ln>
          <a:noFill/>
        </a:ln>
        <a:latin typeface="Liberation Sans" pitchFamily="18"/>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E723037-41C8-4D82-9EF2-8B4BCE682DC7}"/>
              </a:ext>
            </a:extLst>
          </p:cNvPr>
          <p:cNvSpPr txBox="1">
            <a:spLocks noGrp="1"/>
          </p:cNvSpPr>
          <p:nvPr>
            <p:ph type="sldNum" sz="quarter" idx="5"/>
          </p:nvPr>
        </p:nvSpPr>
        <p:spPr>
          <a:ln/>
        </p:spPr>
        <p:txBody>
          <a:bodyPr vert="horz" lIns="0" tIns="0" rIns="0" bIns="0" anchor="b" anchorCtr="0">
            <a:noAutofit/>
          </a:bodyPr>
          <a:lstStyle/>
          <a:p>
            <a:pPr lvl="0"/>
            <a:fld id="{30783C6B-4C09-41AD-A91D-A41CFA89EF8C}" type="slidenum">
              <a:t>1</a:t>
            </a:fld>
            <a:endParaRPr lang="en-IN"/>
          </a:p>
        </p:txBody>
      </p:sp>
      <p:sp>
        <p:nvSpPr>
          <p:cNvPr id="2" name="Slide Image Placeholder 1">
            <a:extLst>
              <a:ext uri="{FF2B5EF4-FFF2-40B4-BE49-F238E27FC236}">
                <a16:creationId xmlns:a16="http://schemas.microsoft.com/office/drawing/2014/main" id="{2240626F-63FF-4A7E-9487-43201FFF938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DE9A353-7583-4565-97DD-E108A5200287}"/>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8C2F623-EBA6-4486-8411-CC41ED9A0848}"/>
              </a:ext>
            </a:extLst>
          </p:cNvPr>
          <p:cNvSpPr txBox="1">
            <a:spLocks noGrp="1"/>
          </p:cNvSpPr>
          <p:nvPr>
            <p:ph type="sldNum" sz="quarter" idx="5"/>
          </p:nvPr>
        </p:nvSpPr>
        <p:spPr>
          <a:ln/>
        </p:spPr>
        <p:txBody>
          <a:bodyPr vert="horz" lIns="0" tIns="0" rIns="0" bIns="0" anchor="b" anchorCtr="0">
            <a:noAutofit/>
          </a:bodyPr>
          <a:lstStyle/>
          <a:p>
            <a:pPr lvl="0"/>
            <a:fld id="{92CD7B38-9785-4C10-87B8-9C9457F195EF}" type="slidenum">
              <a:t>2</a:t>
            </a:fld>
            <a:endParaRPr lang="en-IN"/>
          </a:p>
        </p:txBody>
      </p:sp>
      <p:sp>
        <p:nvSpPr>
          <p:cNvPr id="2" name="Slide Image Placeholder 1">
            <a:extLst>
              <a:ext uri="{FF2B5EF4-FFF2-40B4-BE49-F238E27FC236}">
                <a16:creationId xmlns:a16="http://schemas.microsoft.com/office/drawing/2014/main" id="{51FDB373-67B6-4E01-A8E8-E6E70B6AB30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BE04055-54B6-481D-91BF-D2331CE1E2B3}"/>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E54EFE2E-865C-41D7-A02C-F09D6B78E97E}"/>
              </a:ext>
            </a:extLst>
          </p:cNvPr>
          <p:cNvSpPr txBox="1">
            <a:spLocks noGrp="1"/>
          </p:cNvSpPr>
          <p:nvPr>
            <p:ph type="sldNum" sz="quarter" idx="5"/>
          </p:nvPr>
        </p:nvSpPr>
        <p:spPr>
          <a:ln/>
        </p:spPr>
        <p:txBody>
          <a:bodyPr vert="horz" lIns="0" tIns="0" rIns="0" bIns="0" anchor="b" anchorCtr="0">
            <a:noAutofit/>
          </a:bodyPr>
          <a:lstStyle/>
          <a:p>
            <a:pPr lvl="0"/>
            <a:fld id="{CFE49CF1-FD65-4E98-A239-0958A041CC6E}" type="slidenum">
              <a:t>3</a:t>
            </a:fld>
            <a:endParaRPr lang="en-IN"/>
          </a:p>
        </p:txBody>
      </p:sp>
      <p:sp>
        <p:nvSpPr>
          <p:cNvPr id="2" name="Slide Image Placeholder 1">
            <a:extLst>
              <a:ext uri="{FF2B5EF4-FFF2-40B4-BE49-F238E27FC236}">
                <a16:creationId xmlns:a16="http://schemas.microsoft.com/office/drawing/2014/main" id="{21FD0F22-C718-4526-A453-6DF5C6FDF019}"/>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3BC462F7-EF1E-4508-B4B2-1096E8EDC034}"/>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0957D90D-B795-4110-9B8F-B6BF4781042C}"/>
              </a:ext>
            </a:extLst>
          </p:cNvPr>
          <p:cNvSpPr txBox="1">
            <a:spLocks noGrp="1"/>
          </p:cNvSpPr>
          <p:nvPr>
            <p:ph type="sldNum" sz="quarter" idx="5"/>
          </p:nvPr>
        </p:nvSpPr>
        <p:spPr>
          <a:ln/>
        </p:spPr>
        <p:txBody>
          <a:bodyPr vert="horz" lIns="0" tIns="0" rIns="0" bIns="0" anchor="b" anchorCtr="0">
            <a:noAutofit/>
          </a:bodyPr>
          <a:lstStyle/>
          <a:p>
            <a:pPr lvl="0"/>
            <a:fld id="{7857C45E-9DB0-4B88-9ECF-C69223C934CD}" type="slidenum">
              <a:t>4</a:t>
            </a:fld>
            <a:endParaRPr lang="en-IN"/>
          </a:p>
        </p:txBody>
      </p:sp>
      <p:sp>
        <p:nvSpPr>
          <p:cNvPr id="2" name="Slide Image Placeholder 1">
            <a:extLst>
              <a:ext uri="{FF2B5EF4-FFF2-40B4-BE49-F238E27FC236}">
                <a16:creationId xmlns:a16="http://schemas.microsoft.com/office/drawing/2014/main" id="{EB281B31-87A4-4E97-8D62-999E05D97B9A}"/>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8B274D8-7B5E-47A5-8017-ED07B1F59BA0}"/>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B253E8-4EC7-491C-8C66-C48DAF642849}"/>
              </a:ext>
            </a:extLst>
          </p:cNvPr>
          <p:cNvSpPr txBox="1">
            <a:spLocks noGrp="1"/>
          </p:cNvSpPr>
          <p:nvPr>
            <p:ph type="sldNum" sz="quarter" idx="5"/>
          </p:nvPr>
        </p:nvSpPr>
        <p:spPr>
          <a:ln/>
        </p:spPr>
        <p:txBody>
          <a:bodyPr vert="horz" lIns="0" tIns="0" rIns="0" bIns="0" anchor="b" anchorCtr="0">
            <a:noAutofit/>
          </a:bodyPr>
          <a:lstStyle/>
          <a:p>
            <a:pPr lvl="0"/>
            <a:fld id="{EEE974E7-D5D6-4F65-9D9A-92B1A447CA29}" type="slidenum">
              <a:t>5</a:t>
            </a:fld>
            <a:endParaRPr lang="en-IN"/>
          </a:p>
        </p:txBody>
      </p:sp>
      <p:sp>
        <p:nvSpPr>
          <p:cNvPr id="2" name="Slide Image Placeholder 1">
            <a:extLst>
              <a:ext uri="{FF2B5EF4-FFF2-40B4-BE49-F238E27FC236}">
                <a16:creationId xmlns:a16="http://schemas.microsoft.com/office/drawing/2014/main" id="{E3DCD920-0D6D-46B5-9295-A4FA7F09115D}"/>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F749195-4E17-4862-A9C6-F985EA55960B}"/>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8AFB9AF-2AB2-458A-B229-E29F514858CD}"/>
              </a:ext>
            </a:extLst>
          </p:cNvPr>
          <p:cNvSpPr txBox="1">
            <a:spLocks noGrp="1"/>
          </p:cNvSpPr>
          <p:nvPr>
            <p:ph type="sldNum" sz="quarter" idx="5"/>
          </p:nvPr>
        </p:nvSpPr>
        <p:spPr>
          <a:ln/>
        </p:spPr>
        <p:txBody>
          <a:bodyPr vert="horz" lIns="0" tIns="0" rIns="0" bIns="0" anchor="b" anchorCtr="0">
            <a:noAutofit/>
          </a:bodyPr>
          <a:lstStyle/>
          <a:p>
            <a:pPr lvl="0"/>
            <a:fld id="{1E9FAF6E-8244-4E93-B17A-C2B8BCD55BF3}" type="slidenum">
              <a:t>6</a:t>
            </a:fld>
            <a:endParaRPr lang="en-IN"/>
          </a:p>
        </p:txBody>
      </p:sp>
      <p:sp>
        <p:nvSpPr>
          <p:cNvPr id="2" name="Slide Image Placeholder 1">
            <a:extLst>
              <a:ext uri="{FF2B5EF4-FFF2-40B4-BE49-F238E27FC236}">
                <a16:creationId xmlns:a16="http://schemas.microsoft.com/office/drawing/2014/main" id="{3CE4F538-6965-4F29-AA6F-740B40EB1CD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6DF10591-E1D6-4E07-808A-52742AD26BDB}"/>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F5C103C-B982-4B8A-8264-F12BF6106900}"/>
              </a:ext>
            </a:extLst>
          </p:cNvPr>
          <p:cNvSpPr txBox="1">
            <a:spLocks noGrp="1"/>
          </p:cNvSpPr>
          <p:nvPr>
            <p:ph type="sldNum" sz="quarter" idx="5"/>
          </p:nvPr>
        </p:nvSpPr>
        <p:spPr>
          <a:ln/>
        </p:spPr>
        <p:txBody>
          <a:bodyPr vert="horz" lIns="0" tIns="0" rIns="0" bIns="0" anchor="b" anchorCtr="0">
            <a:noAutofit/>
          </a:bodyPr>
          <a:lstStyle/>
          <a:p>
            <a:pPr lvl="0"/>
            <a:fld id="{9498F74D-3DAB-4AB9-9627-314E1BF4DB97}" type="slidenum">
              <a:t>7</a:t>
            </a:fld>
            <a:endParaRPr lang="en-IN"/>
          </a:p>
        </p:txBody>
      </p:sp>
      <p:sp>
        <p:nvSpPr>
          <p:cNvPr id="2" name="Slide Image Placeholder 1">
            <a:extLst>
              <a:ext uri="{FF2B5EF4-FFF2-40B4-BE49-F238E27FC236}">
                <a16:creationId xmlns:a16="http://schemas.microsoft.com/office/drawing/2014/main" id="{49F4BB6A-0EB7-4ADE-AAAF-029E6555C6AA}"/>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52787D20-EC09-428B-BC4F-043E7C46D617}"/>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57C6DF7-756C-408F-B948-A5BFC6E93A2C}"/>
              </a:ext>
            </a:extLst>
          </p:cNvPr>
          <p:cNvSpPr txBox="1">
            <a:spLocks noGrp="1"/>
          </p:cNvSpPr>
          <p:nvPr>
            <p:ph type="sldNum" sz="quarter" idx="5"/>
          </p:nvPr>
        </p:nvSpPr>
        <p:spPr>
          <a:ln/>
        </p:spPr>
        <p:txBody>
          <a:bodyPr vert="horz" lIns="0" tIns="0" rIns="0" bIns="0" anchor="b" anchorCtr="0">
            <a:noAutofit/>
          </a:bodyPr>
          <a:lstStyle/>
          <a:p>
            <a:pPr lvl="0"/>
            <a:fld id="{6DFF81BE-2C29-4C76-9E4C-8AA8A9C0D4A7}" type="slidenum">
              <a:t>8</a:t>
            </a:fld>
            <a:endParaRPr lang="en-IN"/>
          </a:p>
        </p:txBody>
      </p:sp>
      <p:sp>
        <p:nvSpPr>
          <p:cNvPr id="2" name="Slide Image Placeholder 1">
            <a:extLst>
              <a:ext uri="{FF2B5EF4-FFF2-40B4-BE49-F238E27FC236}">
                <a16:creationId xmlns:a16="http://schemas.microsoft.com/office/drawing/2014/main" id="{5EE78746-BA85-4FBA-8E20-DA55DAFC8C2A}"/>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A164D8A-63D7-4269-B1D5-90BDEF9BE9D8}"/>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C90ECB4-678B-4413-BF29-FA5929D10BAF}"/>
              </a:ext>
            </a:extLst>
          </p:cNvPr>
          <p:cNvSpPr txBox="1">
            <a:spLocks noGrp="1"/>
          </p:cNvSpPr>
          <p:nvPr>
            <p:ph type="sldNum" sz="quarter" idx="5"/>
          </p:nvPr>
        </p:nvSpPr>
        <p:spPr>
          <a:ln/>
        </p:spPr>
        <p:txBody>
          <a:bodyPr vert="horz" lIns="0" tIns="0" rIns="0" bIns="0" anchor="b" anchorCtr="0">
            <a:noAutofit/>
          </a:bodyPr>
          <a:lstStyle/>
          <a:p>
            <a:pPr lvl="0"/>
            <a:fld id="{64AE3338-3948-457D-B18D-299097932493}" type="slidenum">
              <a:t>9</a:t>
            </a:fld>
            <a:endParaRPr lang="en-IN"/>
          </a:p>
        </p:txBody>
      </p:sp>
      <p:sp>
        <p:nvSpPr>
          <p:cNvPr id="2" name="Slide Image Placeholder 1">
            <a:extLst>
              <a:ext uri="{FF2B5EF4-FFF2-40B4-BE49-F238E27FC236}">
                <a16:creationId xmlns:a16="http://schemas.microsoft.com/office/drawing/2014/main" id="{BCC09515-A77E-4DFF-8514-968498623E5E}"/>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19C55495-13E1-425A-81C6-0FDF2D6C74D8}"/>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DF03852D-94BF-4644-B2D3-2BE360A4C41E}"/>
              </a:ext>
            </a:extLst>
          </p:cNvPr>
          <p:cNvSpPr txBox="1">
            <a:spLocks noGrp="1"/>
          </p:cNvSpPr>
          <p:nvPr>
            <p:ph type="sldNum" sz="quarter" idx="5"/>
          </p:nvPr>
        </p:nvSpPr>
        <p:spPr>
          <a:ln/>
        </p:spPr>
        <p:txBody>
          <a:bodyPr vert="horz" lIns="0" tIns="0" rIns="0" bIns="0" anchor="b" anchorCtr="0">
            <a:noAutofit/>
          </a:bodyPr>
          <a:lstStyle/>
          <a:p>
            <a:pPr lvl="0"/>
            <a:fld id="{F7D48A8F-6102-4F38-9125-3168C0E1F1C5}" type="slidenum">
              <a:t>10</a:t>
            </a:fld>
            <a:endParaRPr lang="en-IN"/>
          </a:p>
        </p:txBody>
      </p:sp>
      <p:sp>
        <p:nvSpPr>
          <p:cNvPr id="2" name="Slide Image Placeholder 1">
            <a:extLst>
              <a:ext uri="{FF2B5EF4-FFF2-40B4-BE49-F238E27FC236}">
                <a16:creationId xmlns:a16="http://schemas.microsoft.com/office/drawing/2014/main" id="{AD8DE40F-0D97-4073-9AB6-467E8A4BB635}"/>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C108CA79-9BE5-4519-AAFF-337386613A21}"/>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F6D634E6-DC63-40C3-95EC-144C41AC1E29}"/>
              </a:ext>
            </a:extLst>
          </p:cNvPr>
          <p:cNvSpPr txBox="1">
            <a:spLocks noGrp="1"/>
          </p:cNvSpPr>
          <p:nvPr>
            <p:ph type="sldNum" sz="quarter" idx="5"/>
          </p:nvPr>
        </p:nvSpPr>
        <p:spPr>
          <a:ln/>
        </p:spPr>
        <p:txBody>
          <a:bodyPr vert="horz" lIns="0" tIns="0" rIns="0" bIns="0" anchor="b" anchorCtr="0">
            <a:noAutofit/>
          </a:bodyPr>
          <a:lstStyle/>
          <a:p>
            <a:pPr lvl="0"/>
            <a:fld id="{D011CF6E-66B5-49AB-A899-32D2A91BC1A0}" type="slidenum">
              <a:t>11</a:t>
            </a:fld>
            <a:endParaRPr lang="en-IN"/>
          </a:p>
        </p:txBody>
      </p:sp>
      <p:sp>
        <p:nvSpPr>
          <p:cNvPr id="2" name="Slide Image Placeholder 1">
            <a:extLst>
              <a:ext uri="{FF2B5EF4-FFF2-40B4-BE49-F238E27FC236}">
                <a16:creationId xmlns:a16="http://schemas.microsoft.com/office/drawing/2014/main" id="{60C2D50E-F069-42B4-A12A-862346CD624C}"/>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E891DF28-D3A3-4212-AFD1-8BD03B607402}"/>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D70CBC3-C482-45D8-8D78-742F51E42D30}"/>
              </a:ext>
            </a:extLst>
          </p:cNvPr>
          <p:cNvSpPr txBox="1">
            <a:spLocks noGrp="1"/>
          </p:cNvSpPr>
          <p:nvPr>
            <p:ph type="sldNum" sz="quarter" idx="5"/>
          </p:nvPr>
        </p:nvSpPr>
        <p:spPr>
          <a:ln/>
        </p:spPr>
        <p:txBody>
          <a:bodyPr vert="horz" lIns="0" tIns="0" rIns="0" bIns="0" anchor="b" anchorCtr="0">
            <a:noAutofit/>
          </a:bodyPr>
          <a:lstStyle/>
          <a:p>
            <a:pPr lvl="0"/>
            <a:fld id="{69BA1651-7E94-4E24-9C50-A8918C63A0BC}" type="slidenum">
              <a:t>12</a:t>
            </a:fld>
            <a:endParaRPr lang="en-IN"/>
          </a:p>
        </p:txBody>
      </p:sp>
      <p:sp>
        <p:nvSpPr>
          <p:cNvPr id="2" name="Slide Image Placeholder 1">
            <a:extLst>
              <a:ext uri="{FF2B5EF4-FFF2-40B4-BE49-F238E27FC236}">
                <a16:creationId xmlns:a16="http://schemas.microsoft.com/office/drawing/2014/main" id="{DA7ABA60-341F-4F53-914E-DB32AD0A33F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B106E4C4-9BF2-4DFE-8CDD-E1013C71EF95}"/>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6B766ECC-6E2B-4C4A-8F18-EC37B6543945}"/>
              </a:ext>
            </a:extLst>
          </p:cNvPr>
          <p:cNvSpPr txBox="1">
            <a:spLocks noGrp="1"/>
          </p:cNvSpPr>
          <p:nvPr>
            <p:ph type="sldNum" sz="quarter" idx="5"/>
          </p:nvPr>
        </p:nvSpPr>
        <p:spPr>
          <a:ln/>
        </p:spPr>
        <p:txBody>
          <a:bodyPr vert="horz" lIns="0" tIns="0" rIns="0" bIns="0" anchor="b" anchorCtr="0">
            <a:noAutofit/>
          </a:bodyPr>
          <a:lstStyle/>
          <a:p>
            <a:pPr lvl="0"/>
            <a:fld id="{7187BFFC-9F3C-4B22-B42F-E9E7B246560B}" type="slidenum">
              <a:t>13</a:t>
            </a:fld>
            <a:endParaRPr lang="en-IN"/>
          </a:p>
        </p:txBody>
      </p:sp>
      <p:sp>
        <p:nvSpPr>
          <p:cNvPr id="2" name="Slide Image Placeholder 1">
            <a:extLst>
              <a:ext uri="{FF2B5EF4-FFF2-40B4-BE49-F238E27FC236}">
                <a16:creationId xmlns:a16="http://schemas.microsoft.com/office/drawing/2014/main" id="{B043A0C4-5D86-4017-87D8-29A7026351A2}"/>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7EF05BB2-F771-457C-BCB9-15DE964FB018}"/>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79636C8E-E0BF-4BA5-9C2B-830B0355AE48}"/>
              </a:ext>
            </a:extLst>
          </p:cNvPr>
          <p:cNvSpPr txBox="1">
            <a:spLocks noGrp="1"/>
          </p:cNvSpPr>
          <p:nvPr>
            <p:ph type="sldNum" sz="quarter" idx="5"/>
          </p:nvPr>
        </p:nvSpPr>
        <p:spPr>
          <a:ln/>
        </p:spPr>
        <p:txBody>
          <a:bodyPr vert="horz" lIns="0" tIns="0" rIns="0" bIns="0" anchor="b" anchorCtr="0">
            <a:noAutofit/>
          </a:bodyPr>
          <a:lstStyle/>
          <a:p>
            <a:pPr lvl="0"/>
            <a:fld id="{1678BFBA-9662-422C-89A2-C7C150653E10}" type="slidenum">
              <a:t>14</a:t>
            </a:fld>
            <a:endParaRPr lang="en-IN"/>
          </a:p>
        </p:txBody>
      </p:sp>
      <p:sp>
        <p:nvSpPr>
          <p:cNvPr id="2" name="Slide Image Placeholder 1">
            <a:extLst>
              <a:ext uri="{FF2B5EF4-FFF2-40B4-BE49-F238E27FC236}">
                <a16:creationId xmlns:a16="http://schemas.microsoft.com/office/drawing/2014/main" id="{7380A516-CF50-4A50-BB85-332DF4357B99}"/>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87D952E9-3DE4-4C14-8618-515DF08A4AB5}"/>
              </a:ext>
            </a:extLst>
          </p:cNvPr>
          <p:cNvSpPr txBox="1">
            <a:spLocks noGrp="1"/>
          </p:cNvSpPr>
          <p:nvPr>
            <p:ph type="body" sz="quarter" idx="1"/>
          </p:nvPr>
        </p:nvSpPr>
        <p:spPr/>
        <p:txBody>
          <a:bodyPr vert="horz"/>
          <a:lstStyle/>
          <a:p>
            <a:pPr rtl="0"/>
            <a:endParaRPr lang="en-I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F1A6488-6CE7-4096-9AEA-B786BDC56357}"/>
              </a:ext>
            </a:extLst>
          </p:cNvPr>
          <p:cNvSpPr txBox="1">
            <a:spLocks noGrp="1"/>
          </p:cNvSpPr>
          <p:nvPr>
            <p:ph type="sldNum" sz="quarter" idx="5"/>
          </p:nvPr>
        </p:nvSpPr>
        <p:spPr>
          <a:ln/>
        </p:spPr>
        <p:txBody>
          <a:bodyPr vert="horz" lIns="0" tIns="0" rIns="0" bIns="0" anchor="b" anchorCtr="0">
            <a:noAutofit/>
          </a:bodyPr>
          <a:lstStyle/>
          <a:p>
            <a:pPr lvl="0"/>
            <a:fld id="{00768F49-B4C8-4C83-B59D-45204D04B437}" type="slidenum">
              <a:t>15</a:t>
            </a:fld>
            <a:endParaRPr lang="en-IN"/>
          </a:p>
        </p:txBody>
      </p:sp>
      <p:sp>
        <p:nvSpPr>
          <p:cNvPr id="2" name="Slide Image Placeholder 1">
            <a:extLst>
              <a:ext uri="{FF2B5EF4-FFF2-40B4-BE49-F238E27FC236}">
                <a16:creationId xmlns:a16="http://schemas.microsoft.com/office/drawing/2014/main" id="{E20F6D86-D253-4F23-9AF2-88BA73914E6C}"/>
              </a:ext>
            </a:extLst>
          </p:cNvPr>
          <p:cNvSpPr>
            <a:spLocks noGrp="1" noRot="1" noChangeAspect="1" noResize="1"/>
          </p:cNvSpPr>
          <p:nvPr>
            <p:ph type="sldImg"/>
          </p:nvPr>
        </p:nvSpPr>
        <p:spPr>
          <a:xfrm>
            <a:off x="1106488" y="812800"/>
            <a:ext cx="5345112" cy="4008438"/>
          </a:xfrm>
          <a:solidFill>
            <a:srgbClr val="729FCF"/>
          </a:solidFill>
          <a:ln w="25400">
            <a:solidFill>
              <a:srgbClr val="3465A4"/>
            </a:solidFill>
            <a:prstDash val="solid"/>
          </a:ln>
        </p:spPr>
      </p:sp>
      <p:sp>
        <p:nvSpPr>
          <p:cNvPr id="3" name="Notes Placeholder 2">
            <a:extLst>
              <a:ext uri="{FF2B5EF4-FFF2-40B4-BE49-F238E27FC236}">
                <a16:creationId xmlns:a16="http://schemas.microsoft.com/office/drawing/2014/main" id="{FBB6C568-B6B9-4495-9CC1-693CB60FB83A}"/>
              </a:ext>
            </a:extLst>
          </p:cNvPr>
          <p:cNvSpPr txBox="1">
            <a:spLocks noGrp="1"/>
          </p:cNvSpPr>
          <p:nvPr>
            <p:ph type="body" sz="quarter" idx="1"/>
          </p:nvPr>
        </p:nvSpPr>
        <p:spPr/>
        <p:txBody>
          <a:bodyPr vert="horz"/>
          <a:lstStyle/>
          <a:p>
            <a:pPr rtl="0"/>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30D6-55ED-4443-8B00-D7FF7B56D943}"/>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2DC10A-D3B7-4D3B-BE72-D44FD7AB4EB3}"/>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60120-9EEC-4ECB-B831-D8E51FD033BA}"/>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22765C5D-EBCA-4926-9220-75DF3838A2C4}"/>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E493BD0B-6D2A-4701-9946-1A5116F3BB25}"/>
              </a:ext>
            </a:extLst>
          </p:cNvPr>
          <p:cNvSpPr>
            <a:spLocks noGrp="1"/>
          </p:cNvSpPr>
          <p:nvPr>
            <p:ph type="sldNum" sz="quarter" idx="12"/>
          </p:nvPr>
        </p:nvSpPr>
        <p:spPr/>
        <p:txBody>
          <a:bodyPr/>
          <a:lstStyle/>
          <a:p>
            <a:pPr lvl="0"/>
            <a:fld id="{9DCF4881-FB39-450E-8F55-EC70DA375C98}" type="slidenum">
              <a:t>‹#›</a:t>
            </a:fld>
            <a:endParaRPr lang="en-IN"/>
          </a:p>
        </p:txBody>
      </p:sp>
    </p:spTree>
    <p:extLst>
      <p:ext uri="{BB962C8B-B14F-4D97-AF65-F5344CB8AC3E}">
        <p14:creationId xmlns:p14="http://schemas.microsoft.com/office/powerpoint/2010/main" val="844426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52C0B-111D-4BA1-B94B-3E72173C6F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DA57C9-5F4A-437E-955A-1242815C16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AB7E4-6DE5-4F23-85F7-583ED85A6248}"/>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3609C404-51B7-4FEA-A152-F57105BAEA59}"/>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E5742A05-0923-4750-B498-53568C54D7FD}"/>
              </a:ext>
            </a:extLst>
          </p:cNvPr>
          <p:cNvSpPr>
            <a:spLocks noGrp="1"/>
          </p:cNvSpPr>
          <p:nvPr>
            <p:ph type="sldNum" sz="quarter" idx="12"/>
          </p:nvPr>
        </p:nvSpPr>
        <p:spPr/>
        <p:txBody>
          <a:bodyPr/>
          <a:lstStyle/>
          <a:p>
            <a:pPr lvl="0"/>
            <a:fld id="{4F3CDE93-E645-42D4-A2D3-3A11C001BCF1}" type="slidenum">
              <a:t>‹#›</a:t>
            </a:fld>
            <a:endParaRPr lang="en-IN"/>
          </a:p>
        </p:txBody>
      </p:sp>
    </p:spTree>
    <p:extLst>
      <p:ext uri="{BB962C8B-B14F-4D97-AF65-F5344CB8AC3E}">
        <p14:creationId xmlns:p14="http://schemas.microsoft.com/office/powerpoint/2010/main" val="3422709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FF231-5D81-4F5F-ACB1-E27CEF835568}"/>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023E20-167F-4038-B7CA-DEB24E05D32F}"/>
              </a:ext>
            </a:extLst>
          </p:cNvPr>
          <p:cNvSpPr>
            <a:spLocks noGrp="1"/>
          </p:cNvSpPr>
          <p:nvPr>
            <p:ph type="body" idx="1"/>
          </p:nvPr>
        </p:nvSpPr>
        <p:spPr>
          <a:xfrm>
            <a:off x="687388" y="5059363"/>
            <a:ext cx="8694737" cy="16525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28E62D-1323-4BFF-A795-81D2EFF0FC2F}"/>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2D8051E0-BE4A-4823-B989-2C12F37526C6}"/>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DE2F594E-B132-4D33-A16F-609379708D0C}"/>
              </a:ext>
            </a:extLst>
          </p:cNvPr>
          <p:cNvSpPr>
            <a:spLocks noGrp="1"/>
          </p:cNvSpPr>
          <p:nvPr>
            <p:ph type="sldNum" sz="quarter" idx="12"/>
          </p:nvPr>
        </p:nvSpPr>
        <p:spPr/>
        <p:txBody>
          <a:bodyPr/>
          <a:lstStyle/>
          <a:p>
            <a:pPr lvl="0"/>
            <a:fld id="{8D8A9DD9-E2A0-4E6D-A8CE-70DC31B7CAB1}" type="slidenum">
              <a:t>‹#›</a:t>
            </a:fld>
            <a:endParaRPr lang="en-IN"/>
          </a:p>
        </p:txBody>
      </p:sp>
    </p:spTree>
    <p:extLst>
      <p:ext uri="{BB962C8B-B14F-4D97-AF65-F5344CB8AC3E}">
        <p14:creationId xmlns:p14="http://schemas.microsoft.com/office/powerpoint/2010/main" val="3378329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BEAD4-D4F6-44CB-9F6B-2CF22765FC7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152E00-F937-498A-973C-0DA47E5595EC}"/>
              </a:ext>
            </a:extLst>
          </p:cNvPr>
          <p:cNvSpPr>
            <a:spLocks noGrp="1"/>
          </p:cNvSpPr>
          <p:nvPr>
            <p:ph sz="half" idx="1"/>
          </p:nvPr>
        </p:nvSpPr>
        <p:spPr>
          <a:xfrm>
            <a:off x="503238" y="1768475"/>
            <a:ext cx="4459287"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EC7B7E-D7C0-444B-8D84-AB33593EC88C}"/>
              </a:ext>
            </a:extLst>
          </p:cNvPr>
          <p:cNvSpPr>
            <a:spLocks noGrp="1"/>
          </p:cNvSpPr>
          <p:nvPr>
            <p:ph sz="half" idx="2"/>
          </p:nvPr>
        </p:nvSpPr>
        <p:spPr>
          <a:xfrm>
            <a:off x="5114925" y="1768475"/>
            <a:ext cx="4460875" cy="438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B10EEEF-3947-430F-A90D-3885437C1BCA}"/>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314F3CE3-3942-4DBC-BFB6-9CF7B4E45D36}"/>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F230C161-6333-4C5D-ADA8-E5C89B812B6C}"/>
              </a:ext>
            </a:extLst>
          </p:cNvPr>
          <p:cNvSpPr>
            <a:spLocks noGrp="1"/>
          </p:cNvSpPr>
          <p:nvPr>
            <p:ph type="sldNum" sz="quarter" idx="12"/>
          </p:nvPr>
        </p:nvSpPr>
        <p:spPr/>
        <p:txBody>
          <a:bodyPr/>
          <a:lstStyle/>
          <a:p>
            <a:pPr lvl="0"/>
            <a:fld id="{2F11A072-D64A-4EA1-A164-7EB058EABA7A}" type="slidenum">
              <a:t>‹#›</a:t>
            </a:fld>
            <a:endParaRPr lang="en-IN"/>
          </a:p>
        </p:txBody>
      </p:sp>
    </p:spTree>
    <p:extLst>
      <p:ext uri="{BB962C8B-B14F-4D97-AF65-F5344CB8AC3E}">
        <p14:creationId xmlns:p14="http://schemas.microsoft.com/office/powerpoint/2010/main" val="2172518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3D4D1-CDDA-4209-8DBF-098AF95B9040}"/>
              </a:ext>
            </a:extLst>
          </p:cNvPr>
          <p:cNvSpPr>
            <a:spLocks noGrp="1"/>
          </p:cNvSpPr>
          <p:nvPr>
            <p:ph type="title"/>
          </p:nvPr>
        </p:nvSpPr>
        <p:spPr>
          <a:xfrm>
            <a:off x="693738" y="403225"/>
            <a:ext cx="8694737" cy="14605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89E29D-F71F-4F95-A76F-72868FE61EE8}"/>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364FC0-1F98-4F2C-80CE-3740DEC09F61}"/>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1D3D1D-4DEB-4F8E-A5C2-3F1389E9BF9F}"/>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11C228-86FB-404B-A188-7FABDA23DFB0}"/>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F6DF8E-B8D6-4721-802B-25237DE32EF1}"/>
              </a:ext>
            </a:extLst>
          </p:cNvPr>
          <p:cNvSpPr>
            <a:spLocks noGrp="1"/>
          </p:cNvSpPr>
          <p:nvPr>
            <p:ph type="dt" sz="half" idx="10"/>
          </p:nvPr>
        </p:nvSpPr>
        <p:spPr/>
        <p:txBody>
          <a:bodyPr/>
          <a:lstStyle/>
          <a:p>
            <a:pPr lvl="0"/>
            <a:endParaRPr lang="en-IN"/>
          </a:p>
        </p:txBody>
      </p:sp>
      <p:sp>
        <p:nvSpPr>
          <p:cNvPr id="8" name="Footer Placeholder 7">
            <a:extLst>
              <a:ext uri="{FF2B5EF4-FFF2-40B4-BE49-F238E27FC236}">
                <a16:creationId xmlns:a16="http://schemas.microsoft.com/office/drawing/2014/main" id="{BBCF6CA1-4F2F-4103-BFC5-66D8E217E0AA}"/>
              </a:ext>
            </a:extLst>
          </p:cNvPr>
          <p:cNvSpPr>
            <a:spLocks noGrp="1"/>
          </p:cNvSpPr>
          <p:nvPr>
            <p:ph type="ftr" sz="quarter" idx="11"/>
          </p:nvPr>
        </p:nvSpPr>
        <p:spPr/>
        <p:txBody>
          <a:bodyPr/>
          <a:lstStyle/>
          <a:p>
            <a:pPr lvl="0"/>
            <a:endParaRPr lang="en-IN"/>
          </a:p>
        </p:txBody>
      </p:sp>
      <p:sp>
        <p:nvSpPr>
          <p:cNvPr id="9" name="Slide Number Placeholder 8">
            <a:extLst>
              <a:ext uri="{FF2B5EF4-FFF2-40B4-BE49-F238E27FC236}">
                <a16:creationId xmlns:a16="http://schemas.microsoft.com/office/drawing/2014/main" id="{C76F32FD-277C-4691-9248-C3E109C3A84C}"/>
              </a:ext>
            </a:extLst>
          </p:cNvPr>
          <p:cNvSpPr>
            <a:spLocks noGrp="1"/>
          </p:cNvSpPr>
          <p:nvPr>
            <p:ph type="sldNum" sz="quarter" idx="12"/>
          </p:nvPr>
        </p:nvSpPr>
        <p:spPr/>
        <p:txBody>
          <a:bodyPr/>
          <a:lstStyle/>
          <a:p>
            <a:pPr lvl="0"/>
            <a:fld id="{8713702A-FD20-4A22-BB8B-184045FD4ABF}" type="slidenum">
              <a:t>‹#›</a:t>
            </a:fld>
            <a:endParaRPr lang="en-IN"/>
          </a:p>
        </p:txBody>
      </p:sp>
    </p:spTree>
    <p:extLst>
      <p:ext uri="{BB962C8B-B14F-4D97-AF65-F5344CB8AC3E}">
        <p14:creationId xmlns:p14="http://schemas.microsoft.com/office/powerpoint/2010/main" val="457989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2BFD8-2FEB-4A22-8B66-BFA7228A2C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72D64D-0AE7-4B6B-BA3A-726C7EEE388D}"/>
              </a:ext>
            </a:extLst>
          </p:cNvPr>
          <p:cNvSpPr>
            <a:spLocks noGrp="1"/>
          </p:cNvSpPr>
          <p:nvPr>
            <p:ph type="dt" sz="half" idx="10"/>
          </p:nvPr>
        </p:nvSpPr>
        <p:spPr/>
        <p:txBody>
          <a:bodyPr/>
          <a:lstStyle/>
          <a:p>
            <a:pPr lvl="0"/>
            <a:endParaRPr lang="en-IN"/>
          </a:p>
        </p:txBody>
      </p:sp>
      <p:sp>
        <p:nvSpPr>
          <p:cNvPr id="4" name="Footer Placeholder 3">
            <a:extLst>
              <a:ext uri="{FF2B5EF4-FFF2-40B4-BE49-F238E27FC236}">
                <a16:creationId xmlns:a16="http://schemas.microsoft.com/office/drawing/2014/main" id="{9E042B4E-1EF2-412E-9947-A2CDE6FC6023}"/>
              </a:ext>
            </a:extLst>
          </p:cNvPr>
          <p:cNvSpPr>
            <a:spLocks noGrp="1"/>
          </p:cNvSpPr>
          <p:nvPr>
            <p:ph type="ftr" sz="quarter" idx="11"/>
          </p:nvPr>
        </p:nvSpPr>
        <p:spPr/>
        <p:txBody>
          <a:bodyPr/>
          <a:lstStyle/>
          <a:p>
            <a:pPr lvl="0"/>
            <a:endParaRPr lang="en-IN"/>
          </a:p>
        </p:txBody>
      </p:sp>
      <p:sp>
        <p:nvSpPr>
          <p:cNvPr id="5" name="Slide Number Placeholder 4">
            <a:extLst>
              <a:ext uri="{FF2B5EF4-FFF2-40B4-BE49-F238E27FC236}">
                <a16:creationId xmlns:a16="http://schemas.microsoft.com/office/drawing/2014/main" id="{C6D9A6B4-100E-40B4-9518-CED0DCFCB117}"/>
              </a:ext>
            </a:extLst>
          </p:cNvPr>
          <p:cNvSpPr>
            <a:spLocks noGrp="1"/>
          </p:cNvSpPr>
          <p:nvPr>
            <p:ph type="sldNum" sz="quarter" idx="12"/>
          </p:nvPr>
        </p:nvSpPr>
        <p:spPr/>
        <p:txBody>
          <a:bodyPr/>
          <a:lstStyle/>
          <a:p>
            <a:pPr lvl="0"/>
            <a:fld id="{DF058286-272D-4B9A-9A3C-CAF5E9A07CF7}" type="slidenum">
              <a:t>‹#›</a:t>
            </a:fld>
            <a:endParaRPr lang="en-IN"/>
          </a:p>
        </p:txBody>
      </p:sp>
    </p:spTree>
    <p:extLst>
      <p:ext uri="{BB962C8B-B14F-4D97-AF65-F5344CB8AC3E}">
        <p14:creationId xmlns:p14="http://schemas.microsoft.com/office/powerpoint/2010/main" val="1764729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406B2D-6B50-4107-99AF-B3DDE2B2D1A1}"/>
              </a:ext>
            </a:extLst>
          </p:cNvPr>
          <p:cNvSpPr>
            <a:spLocks noGrp="1"/>
          </p:cNvSpPr>
          <p:nvPr>
            <p:ph type="dt" sz="half" idx="10"/>
          </p:nvPr>
        </p:nvSpPr>
        <p:spPr/>
        <p:txBody>
          <a:bodyPr/>
          <a:lstStyle/>
          <a:p>
            <a:pPr lvl="0"/>
            <a:endParaRPr lang="en-IN"/>
          </a:p>
        </p:txBody>
      </p:sp>
      <p:sp>
        <p:nvSpPr>
          <p:cNvPr id="3" name="Footer Placeholder 2">
            <a:extLst>
              <a:ext uri="{FF2B5EF4-FFF2-40B4-BE49-F238E27FC236}">
                <a16:creationId xmlns:a16="http://schemas.microsoft.com/office/drawing/2014/main" id="{27F82BCD-76D9-436F-9854-B05D9588B6A9}"/>
              </a:ext>
            </a:extLst>
          </p:cNvPr>
          <p:cNvSpPr>
            <a:spLocks noGrp="1"/>
          </p:cNvSpPr>
          <p:nvPr>
            <p:ph type="ftr" sz="quarter" idx="11"/>
          </p:nvPr>
        </p:nvSpPr>
        <p:spPr/>
        <p:txBody>
          <a:bodyPr/>
          <a:lstStyle/>
          <a:p>
            <a:pPr lvl="0"/>
            <a:endParaRPr lang="en-IN"/>
          </a:p>
        </p:txBody>
      </p:sp>
      <p:sp>
        <p:nvSpPr>
          <p:cNvPr id="4" name="Slide Number Placeholder 3">
            <a:extLst>
              <a:ext uri="{FF2B5EF4-FFF2-40B4-BE49-F238E27FC236}">
                <a16:creationId xmlns:a16="http://schemas.microsoft.com/office/drawing/2014/main" id="{2D40CD42-4E22-423A-AA2C-F815ECF50711}"/>
              </a:ext>
            </a:extLst>
          </p:cNvPr>
          <p:cNvSpPr>
            <a:spLocks noGrp="1"/>
          </p:cNvSpPr>
          <p:nvPr>
            <p:ph type="sldNum" sz="quarter" idx="12"/>
          </p:nvPr>
        </p:nvSpPr>
        <p:spPr/>
        <p:txBody>
          <a:bodyPr/>
          <a:lstStyle/>
          <a:p>
            <a:pPr lvl="0"/>
            <a:fld id="{5CF021BB-5670-4462-9B2C-A9CF2C3CEFB6}" type="slidenum">
              <a:t>‹#›</a:t>
            </a:fld>
            <a:endParaRPr lang="en-IN"/>
          </a:p>
        </p:txBody>
      </p:sp>
    </p:spTree>
    <p:extLst>
      <p:ext uri="{BB962C8B-B14F-4D97-AF65-F5344CB8AC3E}">
        <p14:creationId xmlns:p14="http://schemas.microsoft.com/office/powerpoint/2010/main" val="383889689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56790-F167-4015-8349-C5114BB957D6}"/>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FBB02A2-B4BB-4713-917D-4E74A529B4AF}"/>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9B4575-469A-448A-A095-B902AA965298}"/>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8C04FE-02A9-484A-8531-B29A809371C9}"/>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C34A3F5C-9FA1-442E-BB54-BF45B25EDB37}"/>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9C585C80-64F9-49F1-97F5-C53D16CE60C0}"/>
              </a:ext>
            </a:extLst>
          </p:cNvPr>
          <p:cNvSpPr>
            <a:spLocks noGrp="1"/>
          </p:cNvSpPr>
          <p:nvPr>
            <p:ph type="sldNum" sz="quarter" idx="12"/>
          </p:nvPr>
        </p:nvSpPr>
        <p:spPr/>
        <p:txBody>
          <a:bodyPr/>
          <a:lstStyle/>
          <a:p>
            <a:pPr lvl="0"/>
            <a:fld id="{6E1FF9BA-4C8B-4752-BC64-C2845A094949}" type="slidenum">
              <a:t>‹#›</a:t>
            </a:fld>
            <a:endParaRPr lang="en-IN"/>
          </a:p>
        </p:txBody>
      </p:sp>
    </p:spTree>
    <p:extLst>
      <p:ext uri="{BB962C8B-B14F-4D97-AF65-F5344CB8AC3E}">
        <p14:creationId xmlns:p14="http://schemas.microsoft.com/office/powerpoint/2010/main" val="1559221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8BE80-E9BF-466F-92E4-BEA79F4EFADA}"/>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E6AA7B-1B3A-4115-B17E-B261E09C9996}"/>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982649-BECA-4277-8050-9E444F054B9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45A04C-0640-4964-9B56-6765B389A561}"/>
              </a:ext>
            </a:extLst>
          </p:cNvPr>
          <p:cNvSpPr>
            <a:spLocks noGrp="1"/>
          </p:cNvSpPr>
          <p:nvPr>
            <p:ph type="dt" sz="half" idx="10"/>
          </p:nvPr>
        </p:nvSpPr>
        <p:spPr/>
        <p:txBody>
          <a:bodyPr/>
          <a:lstStyle/>
          <a:p>
            <a:pPr lvl="0"/>
            <a:endParaRPr lang="en-IN"/>
          </a:p>
        </p:txBody>
      </p:sp>
      <p:sp>
        <p:nvSpPr>
          <p:cNvPr id="6" name="Footer Placeholder 5">
            <a:extLst>
              <a:ext uri="{FF2B5EF4-FFF2-40B4-BE49-F238E27FC236}">
                <a16:creationId xmlns:a16="http://schemas.microsoft.com/office/drawing/2014/main" id="{0867A5EF-90D8-4786-A052-DE87631FC752}"/>
              </a:ext>
            </a:extLst>
          </p:cNvPr>
          <p:cNvSpPr>
            <a:spLocks noGrp="1"/>
          </p:cNvSpPr>
          <p:nvPr>
            <p:ph type="ftr" sz="quarter" idx="11"/>
          </p:nvPr>
        </p:nvSpPr>
        <p:spPr/>
        <p:txBody>
          <a:bodyPr/>
          <a:lstStyle/>
          <a:p>
            <a:pPr lvl="0"/>
            <a:endParaRPr lang="en-IN"/>
          </a:p>
        </p:txBody>
      </p:sp>
      <p:sp>
        <p:nvSpPr>
          <p:cNvPr id="7" name="Slide Number Placeholder 6">
            <a:extLst>
              <a:ext uri="{FF2B5EF4-FFF2-40B4-BE49-F238E27FC236}">
                <a16:creationId xmlns:a16="http://schemas.microsoft.com/office/drawing/2014/main" id="{6A027843-3346-4A8E-BAA8-19DBB2D68BA4}"/>
              </a:ext>
            </a:extLst>
          </p:cNvPr>
          <p:cNvSpPr>
            <a:spLocks noGrp="1"/>
          </p:cNvSpPr>
          <p:nvPr>
            <p:ph type="sldNum" sz="quarter" idx="12"/>
          </p:nvPr>
        </p:nvSpPr>
        <p:spPr/>
        <p:txBody>
          <a:bodyPr/>
          <a:lstStyle/>
          <a:p>
            <a:pPr lvl="0"/>
            <a:fld id="{E7DEFD13-A27B-4844-917E-D4A5CCB18A34}" type="slidenum">
              <a:t>‹#›</a:t>
            </a:fld>
            <a:endParaRPr lang="en-IN"/>
          </a:p>
        </p:txBody>
      </p:sp>
    </p:spTree>
    <p:extLst>
      <p:ext uri="{BB962C8B-B14F-4D97-AF65-F5344CB8AC3E}">
        <p14:creationId xmlns:p14="http://schemas.microsoft.com/office/powerpoint/2010/main" val="297199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C671-D9DB-4C17-80AF-314D77EA16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7FD6AD-A2C4-4F49-811E-4C2C3C26FB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5EA7F9-8989-4E56-9798-8CAD7728DC38}"/>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461D7A0C-2D08-41E3-8F5A-E7A0786112B4}"/>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843901F5-CA6C-475D-A704-6E7DE6208072}"/>
              </a:ext>
            </a:extLst>
          </p:cNvPr>
          <p:cNvSpPr>
            <a:spLocks noGrp="1"/>
          </p:cNvSpPr>
          <p:nvPr>
            <p:ph type="sldNum" sz="quarter" idx="12"/>
          </p:nvPr>
        </p:nvSpPr>
        <p:spPr/>
        <p:txBody>
          <a:bodyPr/>
          <a:lstStyle/>
          <a:p>
            <a:pPr lvl="0"/>
            <a:fld id="{E6EFE170-5616-4D01-86AD-D81529F8984F}" type="slidenum">
              <a:t>‹#›</a:t>
            </a:fld>
            <a:endParaRPr lang="en-IN"/>
          </a:p>
        </p:txBody>
      </p:sp>
    </p:spTree>
    <p:extLst>
      <p:ext uri="{BB962C8B-B14F-4D97-AF65-F5344CB8AC3E}">
        <p14:creationId xmlns:p14="http://schemas.microsoft.com/office/powerpoint/2010/main" val="2183903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BC49C23-C6A3-4BE4-BC66-D15FCEB640A2}"/>
              </a:ext>
            </a:extLst>
          </p:cNvPr>
          <p:cNvSpPr>
            <a:spLocks noGrp="1"/>
          </p:cNvSpPr>
          <p:nvPr>
            <p:ph type="title" orient="vert"/>
          </p:nvPr>
        </p:nvSpPr>
        <p:spPr>
          <a:xfrm>
            <a:off x="7308850" y="301625"/>
            <a:ext cx="2266950" cy="58515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8498663-DD2B-4A1D-B7A4-ACF310D81A3E}"/>
              </a:ext>
            </a:extLst>
          </p:cNvPr>
          <p:cNvSpPr>
            <a:spLocks noGrp="1"/>
          </p:cNvSpPr>
          <p:nvPr>
            <p:ph type="body" orient="vert" idx="1"/>
          </p:nvPr>
        </p:nvSpPr>
        <p:spPr>
          <a:xfrm>
            <a:off x="503238" y="301625"/>
            <a:ext cx="6653212"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49C600-DAE7-493E-995E-239D89A87D02}"/>
              </a:ext>
            </a:extLst>
          </p:cNvPr>
          <p:cNvSpPr>
            <a:spLocks noGrp="1"/>
          </p:cNvSpPr>
          <p:nvPr>
            <p:ph type="dt" sz="half" idx="10"/>
          </p:nvPr>
        </p:nvSpPr>
        <p:spPr/>
        <p:txBody>
          <a:bodyPr/>
          <a:lstStyle/>
          <a:p>
            <a:pPr lvl="0"/>
            <a:endParaRPr lang="en-IN"/>
          </a:p>
        </p:txBody>
      </p:sp>
      <p:sp>
        <p:nvSpPr>
          <p:cNvPr id="5" name="Footer Placeholder 4">
            <a:extLst>
              <a:ext uri="{FF2B5EF4-FFF2-40B4-BE49-F238E27FC236}">
                <a16:creationId xmlns:a16="http://schemas.microsoft.com/office/drawing/2014/main" id="{5CF4940A-BEF7-4387-A161-6162D6B2DFCF}"/>
              </a:ext>
            </a:extLst>
          </p:cNvPr>
          <p:cNvSpPr>
            <a:spLocks noGrp="1"/>
          </p:cNvSpPr>
          <p:nvPr>
            <p:ph type="ftr" sz="quarter" idx="11"/>
          </p:nvPr>
        </p:nvSpPr>
        <p:spPr/>
        <p:txBody>
          <a:bodyPr/>
          <a:lstStyle/>
          <a:p>
            <a:pPr lvl="0"/>
            <a:endParaRPr lang="en-IN"/>
          </a:p>
        </p:txBody>
      </p:sp>
      <p:sp>
        <p:nvSpPr>
          <p:cNvPr id="6" name="Slide Number Placeholder 5">
            <a:extLst>
              <a:ext uri="{FF2B5EF4-FFF2-40B4-BE49-F238E27FC236}">
                <a16:creationId xmlns:a16="http://schemas.microsoft.com/office/drawing/2014/main" id="{779022C4-C7AB-4567-ABCF-CC058FD14013}"/>
              </a:ext>
            </a:extLst>
          </p:cNvPr>
          <p:cNvSpPr>
            <a:spLocks noGrp="1"/>
          </p:cNvSpPr>
          <p:nvPr>
            <p:ph type="sldNum" sz="quarter" idx="12"/>
          </p:nvPr>
        </p:nvSpPr>
        <p:spPr/>
        <p:txBody>
          <a:bodyPr/>
          <a:lstStyle/>
          <a:p>
            <a:pPr lvl="0"/>
            <a:fld id="{FA333DEE-F439-4935-8DB4-F2C4A1135038}" type="slidenum">
              <a:t>‹#›</a:t>
            </a:fld>
            <a:endParaRPr lang="en-IN"/>
          </a:p>
        </p:txBody>
      </p:sp>
    </p:spTree>
    <p:extLst>
      <p:ext uri="{BB962C8B-B14F-4D97-AF65-F5344CB8AC3E}">
        <p14:creationId xmlns:p14="http://schemas.microsoft.com/office/powerpoint/2010/main" val="2034017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E437C2-691B-421F-8DCB-2E5E1C9713E5}"/>
              </a:ext>
            </a:extLst>
          </p:cNvPr>
          <p:cNvSpPr txBox="1">
            <a:spLocks noGrp="1"/>
          </p:cNvSpPr>
          <p:nvPr>
            <p:ph type="title"/>
          </p:nvPr>
        </p:nvSpPr>
        <p:spPr>
          <a:xfrm>
            <a:off x="503999" y="301320"/>
            <a:ext cx="9071640" cy="1262160"/>
          </a:xfrm>
          <a:prstGeom prst="rect">
            <a:avLst/>
          </a:prstGeom>
          <a:noFill/>
          <a:ln>
            <a:noFill/>
          </a:ln>
        </p:spPr>
        <p:txBody>
          <a:bodyPr lIns="0" tIns="0" rIns="0" bIns="0" anchor="ctr"/>
          <a:lstStyle/>
          <a:p>
            <a:endParaRPr lang="en-IN"/>
          </a:p>
        </p:txBody>
      </p:sp>
      <p:sp>
        <p:nvSpPr>
          <p:cNvPr id="3" name="Text Placeholder 2">
            <a:extLst>
              <a:ext uri="{FF2B5EF4-FFF2-40B4-BE49-F238E27FC236}">
                <a16:creationId xmlns:a16="http://schemas.microsoft.com/office/drawing/2014/main" id="{8DE4FA0B-7E05-40E1-815C-E0ED345BF488}"/>
              </a:ext>
            </a:extLst>
          </p:cNvPr>
          <p:cNvSpPr txBox="1">
            <a:spLocks noGrp="1"/>
          </p:cNvSpPr>
          <p:nvPr>
            <p:ph type="body" idx="1"/>
          </p:nvPr>
        </p:nvSpPr>
        <p:spPr>
          <a:xfrm>
            <a:off x="503999" y="1769040"/>
            <a:ext cx="9071640" cy="4384080"/>
          </a:xfrm>
          <a:prstGeom prst="rect">
            <a:avLst/>
          </a:prstGeom>
          <a:noFill/>
          <a:ln>
            <a:noFill/>
          </a:ln>
        </p:spPr>
        <p:txBody>
          <a:bodyPr lIns="0" tIns="0" rIns="0" bIns="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CBA12A-58D1-461E-BF88-9CE740140F4F}"/>
              </a:ext>
            </a:extLst>
          </p:cNvPr>
          <p:cNvSpPr txBox="1">
            <a:spLocks noGrp="1"/>
          </p:cNvSpPr>
          <p:nvPr>
            <p:ph type="dt" sz="half" idx="2"/>
          </p:nvPr>
        </p:nvSpPr>
        <p:spPr>
          <a:xfrm>
            <a:off x="503999" y="6887160"/>
            <a:ext cx="2348280" cy="521280"/>
          </a:xfrm>
          <a:prstGeom prst="rect">
            <a:avLst/>
          </a:prstGeom>
          <a:noFill/>
          <a:ln>
            <a:noFill/>
          </a:ln>
        </p:spPr>
        <p:txBody>
          <a:bodyPr vert="horz" lIns="0" tIns="0" rIns="0" bIns="0" anchorCtr="0">
            <a:noAutofit/>
          </a:bodyPr>
          <a:lstStyle>
            <a:lvl1pPr lvl="0"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5" name="Footer Placeholder 4">
            <a:extLst>
              <a:ext uri="{FF2B5EF4-FFF2-40B4-BE49-F238E27FC236}">
                <a16:creationId xmlns:a16="http://schemas.microsoft.com/office/drawing/2014/main" id="{063739C1-F5DE-4D5C-BD66-5F3E3178F9C2}"/>
              </a:ext>
            </a:extLst>
          </p:cNvPr>
          <p:cNvSpPr txBox="1">
            <a:spLocks noGrp="1"/>
          </p:cNvSpPr>
          <p:nvPr>
            <p:ph type="ftr" sz="quarter" idx="3"/>
          </p:nvPr>
        </p:nvSpPr>
        <p:spPr>
          <a:xfrm>
            <a:off x="3447360" y="6887160"/>
            <a:ext cx="3195000" cy="521280"/>
          </a:xfrm>
          <a:prstGeom prst="rect">
            <a:avLst/>
          </a:prstGeom>
          <a:noFill/>
          <a:ln>
            <a:noFill/>
          </a:ln>
        </p:spPr>
        <p:txBody>
          <a:bodyPr vert="horz" lIns="0" tIns="0" rIns="0" bIns="0" anchorCtr="0">
            <a:noAutofit/>
          </a:bodyPr>
          <a:lstStyle>
            <a:lvl1pPr lvl="0" algn="ctr" rtl="0" hangingPunct="0">
              <a:buNone/>
              <a:tabLst/>
              <a:defRPr lang="en-IN" sz="1400" kern="1200">
                <a:latin typeface="Liberation Serif" pitchFamily="18"/>
                <a:ea typeface="DejaVu Sans" pitchFamily="2"/>
                <a:cs typeface="DejaVu Sans" pitchFamily="2"/>
              </a:defRPr>
            </a:lvl1pPr>
          </a:lstStyle>
          <a:p>
            <a:pPr lvl="0"/>
            <a:endParaRPr lang="en-IN"/>
          </a:p>
        </p:txBody>
      </p:sp>
      <p:sp>
        <p:nvSpPr>
          <p:cNvPr id="6" name="Slide Number Placeholder 5">
            <a:extLst>
              <a:ext uri="{FF2B5EF4-FFF2-40B4-BE49-F238E27FC236}">
                <a16:creationId xmlns:a16="http://schemas.microsoft.com/office/drawing/2014/main" id="{AF7A5206-A365-4766-BF7A-0E98B90790FC}"/>
              </a:ext>
            </a:extLst>
          </p:cNvPr>
          <p:cNvSpPr txBox="1">
            <a:spLocks noGrp="1"/>
          </p:cNvSpPr>
          <p:nvPr>
            <p:ph type="sldNum" sz="quarter" idx="4"/>
          </p:nvPr>
        </p:nvSpPr>
        <p:spPr>
          <a:xfrm>
            <a:off x="7227000" y="6887160"/>
            <a:ext cx="2348280" cy="521280"/>
          </a:xfrm>
          <a:prstGeom prst="rect">
            <a:avLst/>
          </a:prstGeom>
          <a:noFill/>
          <a:ln>
            <a:noFill/>
          </a:ln>
        </p:spPr>
        <p:txBody>
          <a:bodyPr vert="horz" lIns="0" tIns="0" rIns="0" bIns="0" anchorCtr="0">
            <a:noAutofit/>
          </a:bodyPr>
          <a:lstStyle>
            <a:lvl1pPr lvl="0" algn="r" rtl="0" hangingPunct="0">
              <a:buNone/>
              <a:tabLst/>
              <a:defRPr lang="en-IN" sz="1400" kern="1200">
                <a:latin typeface="Liberation Serif" pitchFamily="18"/>
                <a:ea typeface="DejaVu Sans" pitchFamily="2"/>
                <a:cs typeface="DejaVu Sans" pitchFamily="2"/>
              </a:defRPr>
            </a:lvl1pPr>
          </a:lstStyle>
          <a:p>
            <a:pPr lvl="0"/>
            <a:fld id="{D61FBABC-F1FB-433D-8AFD-0DC9CCA7EA55}" type="slidenum">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hangingPunct="0">
        <a:tabLst/>
        <a:defRPr lang="en-IN" sz="4400" b="0" i="0" u="none" strike="noStrike" kern="1200" cap="none">
          <a:ln>
            <a:noFill/>
          </a:ln>
          <a:latin typeface="Liberation Sans" pitchFamily="18"/>
        </a:defRPr>
      </a:lvl1pPr>
    </p:titleStyle>
    <p:bodyStyle>
      <a:lvl1pPr hangingPunct="0">
        <a:spcBef>
          <a:spcPts val="0"/>
        </a:spcBef>
        <a:spcAft>
          <a:spcPts val="1417"/>
        </a:spcAft>
        <a:tabLst/>
        <a:defRPr lang="en-IN" sz="3200" b="0" i="0" u="none" strike="noStrike" kern="1200" cap="none">
          <a:ln>
            <a:noFill/>
          </a:ln>
          <a:latin typeface="Liberation Sans" pitchFamily="18"/>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94FAB5-02E2-4DA1-A51B-750383ACBAE8}"/>
              </a:ext>
            </a:extLst>
          </p:cNvPr>
          <p:cNvSpPr txBox="1"/>
          <p:nvPr/>
        </p:nvSpPr>
        <p:spPr>
          <a:xfrm>
            <a:off x="216000" y="288000"/>
            <a:ext cx="9648000" cy="720828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r>
              <a:rPr lang="en-IN" sz="4400" b="1" i="1" u="none" strike="noStrike" kern="1200" cap="none">
                <a:ln>
                  <a:noFill/>
                </a:ln>
                <a:solidFill>
                  <a:srgbClr val="CC0066"/>
                </a:solidFill>
                <a:latin typeface="Liberation Sans" pitchFamily="18"/>
                <a:ea typeface="Droid Sans Fallback" pitchFamily="2"/>
                <a:cs typeface="FreeSans" pitchFamily="2"/>
              </a:rPr>
              <a:t>Introduction to Big Data Analytics</a:t>
            </a:r>
          </a:p>
          <a:p>
            <a:pPr marL="0" marR="0" lvl="0" indent="0" rtl="0" hangingPunct="0">
              <a:lnSpc>
                <a:spcPct val="100000"/>
              </a:lnSpc>
              <a:spcBef>
                <a:spcPts val="0"/>
              </a:spcBef>
              <a:spcAft>
                <a:spcPts val="0"/>
              </a:spcAft>
              <a:buNone/>
              <a:tabLst/>
            </a:pPr>
            <a:endParaRPr lang="en-IN" sz="1800" b="0" i="0" u="none" strike="noStrike" kern="1200" cap="none">
              <a:ln>
                <a:noFill/>
              </a:ln>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endParaRPr lang="en-IN" sz="4000" b="1" i="0" u="none" strike="noStrike" kern="1200" cap="none">
              <a:ln>
                <a:noFill/>
              </a:ln>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What is Big Data? (is it a technology?)</a:t>
            </a:r>
          </a:p>
          <a:p>
            <a:pPr marL="0" marR="0" lvl="0" indent="0" algn="ctr" rtl="0" hangingPunct="0">
              <a:lnSpc>
                <a:spcPct val="100000"/>
              </a:lnSpc>
              <a:spcBef>
                <a:spcPts val="0"/>
              </a:spcBef>
              <a:spcAft>
                <a:spcPts val="0"/>
              </a:spcAft>
              <a:buNone/>
              <a:tabLst/>
            </a:pPr>
            <a:endParaRPr lang="en-IN" sz="4000" b="1" i="0" u="none" strike="noStrike" kern="1200" cap="none">
              <a:ln>
                <a:noFill/>
              </a:ln>
              <a:solidFill>
                <a:srgbClr val="0066CC"/>
              </a:solidFill>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What makes data, “Big” Data?</a:t>
            </a:r>
          </a:p>
          <a:p>
            <a:pPr marL="0" marR="0" lvl="0" indent="0" algn="ctr" rtl="0" hangingPunct="0">
              <a:lnSpc>
                <a:spcPct val="100000"/>
              </a:lnSpc>
              <a:spcBef>
                <a:spcPts val="0"/>
              </a:spcBef>
              <a:spcAft>
                <a:spcPts val="0"/>
              </a:spcAft>
              <a:buNone/>
              <a:tabLst/>
            </a:pPr>
            <a:endParaRPr lang="en-IN" sz="4000" b="1" i="0" u="none" strike="noStrike" kern="1200" cap="none">
              <a:ln>
                <a:noFill/>
              </a:ln>
              <a:solidFill>
                <a:srgbClr val="0066CC"/>
              </a:solidFill>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What is Analytics?</a:t>
            </a:r>
          </a:p>
          <a:p>
            <a:pPr marL="0" marR="0" lvl="0" indent="0" algn="ctr" rtl="0" hangingPunct="0">
              <a:lnSpc>
                <a:spcPct val="100000"/>
              </a:lnSpc>
              <a:spcBef>
                <a:spcPts val="0"/>
              </a:spcBef>
              <a:spcAft>
                <a:spcPts val="0"/>
              </a:spcAft>
              <a:buNone/>
              <a:tabLst/>
            </a:pPr>
            <a:endParaRPr lang="en-IN" sz="4000" b="1" i="0" u="none" strike="noStrike" kern="1200" cap="none">
              <a:ln>
                <a:noFill/>
              </a:ln>
              <a:solidFill>
                <a:srgbClr val="0066CC"/>
              </a:solidFill>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What is Big Data Analytics?</a:t>
            </a:r>
          </a:p>
          <a:p>
            <a:pPr marL="0" marR="0" lvl="0" indent="0" algn="ctr" rtl="0" hangingPunct="0">
              <a:lnSpc>
                <a:spcPct val="100000"/>
              </a:lnSpc>
              <a:spcBef>
                <a:spcPts val="0"/>
              </a:spcBef>
              <a:spcAft>
                <a:spcPts val="0"/>
              </a:spcAft>
              <a:buNone/>
              <a:tabLst/>
            </a:pPr>
            <a:endParaRPr lang="en-IN" sz="4000" b="1" i="0" u="none" strike="noStrike" kern="1200" cap="none">
              <a:ln>
                <a:noFill/>
              </a:ln>
              <a:solidFill>
                <a:srgbClr val="0066CC"/>
              </a:solidFill>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Data --&gt; Information</a:t>
            </a:r>
          </a:p>
          <a:p>
            <a:pPr marL="0" marR="0" lvl="0" indent="0" algn="ctr" rtl="0" hangingPunct="0">
              <a:lnSpc>
                <a:spcPct val="100000"/>
              </a:lnSpc>
              <a:spcBef>
                <a:spcPts val="0"/>
              </a:spcBef>
              <a:spcAft>
                <a:spcPts val="0"/>
              </a:spcAft>
              <a:buNone/>
              <a:tabLst/>
            </a:pPr>
            <a:r>
              <a:rPr lang="en-IN" sz="4000" b="1" i="0" u="none" strike="noStrike" kern="1200" cap="none">
                <a:ln>
                  <a:noFill/>
                </a:ln>
                <a:solidFill>
                  <a:srgbClr val="0066CC"/>
                </a:solidFill>
                <a:latin typeface="Liberation Sans" pitchFamily="18"/>
                <a:ea typeface="Droid Sans Fallback" pitchFamily="2"/>
                <a:cs typeface="FreeSans" pitchFamily="2"/>
              </a:rPr>
              <a:t>Information -- &gt; Insight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page2">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611757-A30A-4484-ACDB-F49871D61163}"/>
              </a:ext>
            </a:extLst>
          </p:cNvPr>
          <p:cNvSpPr txBox="1"/>
          <p:nvPr/>
        </p:nvSpPr>
        <p:spPr>
          <a:xfrm>
            <a:off x="216000" y="144000"/>
            <a:ext cx="9720000" cy="7272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pPr>
            <a:r>
              <a:rPr lang="en-IN" sz="4000" b="1" i="0" u="none" strike="noStrike" kern="1200" cap="none">
                <a:ln>
                  <a:noFill/>
                </a:ln>
                <a:solidFill>
                  <a:srgbClr val="FF3399"/>
                </a:solidFill>
                <a:latin typeface="Liberation Sans" pitchFamily="18"/>
                <a:ea typeface="Droid Sans Fallback" pitchFamily="2"/>
                <a:cs typeface="FreeSans" pitchFamily="2"/>
              </a:rPr>
              <a:t>What is Analytics?</a:t>
            </a:r>
          </a:p>
          <a:p>
            <a:pPr marL="0" marR="0" lvl="0" indent="0" rtl="0" hangingPunct="0">
              <a:lnSpc>
                <a:spcPct val="150000"/>
              </a:lnSpc>
              <a:spcBef>
                <a:spcPts val="1191"/>
              </a:spcBef>
              <a:spcAft>
                <a:spcPts val="992"/>
              </a:spcAft>
              <a:buNone/>
              <a:tabLst/>
            </a:pPr>
            <a:r>
              <a:rPr lang="en-IN" sz="2200" b="0" i="0" u="none" strike="noStrike" kern="1200" cap="none">
                <a:ln>
                  <a:noFill/>
                </a:ln>
                <a:solidFill>
                  <a:srgbClr val="0066CC"/>
                </a:solidFill>
                <a:latin typeface="Liberation Sans" pitchFamily="18"/>
                <a:ea typeface="Droid Sans Fallback" pitchFamily="2"/>
                <a:cs typeface="FreeSans" pitchFamily="2"/>
              </a:rPr>
              <a:t>Analytics is the scientific process of discovering and communicating the meaningful patterns which can be found in data.</a:t>
            </a:r>
          </a:p>
          <a:p>
            <a:pPr marL="0" marR="0" lvl="0" indent="0" rtl="0" hangingPunct="0">
              <a:lnSpc>
                <a:spcPct val="100000"/>
              </a:lnSpc>
              <a:spcBef>
                <a:spcPts val="1191"/>
              </a:spcBef>
              <a:spcAft>
                <a:spcPts val="992"/>
              </a:spcAft>
              <a:buNone/>
              <a:tabLst/>
            </a:pPr>
            <a:r>
              <a:rPr lang="en-IN" sz="4000" b="1" i="0" u="none" strike="noStrike" kern="1200" cap="none">
                <a:ln>
                  <a:noFill/>
                </a:ln>
                <a:latin typeface="Liberation Sans" pitchFamily="18"/>
                <a:ea typeface="Droid Sans Fallback" pitchFamily="2"/>
                <a:cs typeface="FreeSans" pitchFamily="2"/>
              </a:rPr>
              <a:t>What is Big Data Analytics?</a:t>
            </a:r>
          </a:p>
          <a:p>
            <a:pPr marL="0" marR="0" lvl="0" indent="0" algn="just" rtl="0" hangingPunct="0">
              <a:lnSpc>
                <a:spcPct val="150000"/>
              </a:lnSpc>
              <a:spcBef>
                <a:spcPts val="1191"/>
              </a:spcBef>
              <a:spcAft>
                <a:spcPts val="992"/>
              </a:spcAft>
              <a:buNone/>
              <a:tabLst/>
            </a:pPr>
            <a:r>
              <a:rPr lang="en-IN" sz="2200" b="0" i="0" u="none" strike="noStrike" kern="1200" cap="none">
                <a:ln>
                  <a:noFill/>
                </a:ln>
                <a:solidFill>
                  <a:srgbClr val="0066CC"/>
                </a:solidFill>
                <a:latin typeface="Liberation Sans" pitchFamily="18"/>
                <a:ea typeface="Droid Sans Fallback" pitchFamily="2"/>
                <a:cs typeface="FreeSans" pitchFamily="2"/>
              </a:rPr>
              <a:t>Big Data Analytics helps you to understand your organization better. With the use of Big data analytics, one can make the informed decisions without blindly relying on guesses.</a:t>
            </a:r>
          </a:p>
          <a:p>
            <a:pPr marL="0" marR="0" lvl="0" indent="0" algn="just" rtl="0" hangingPunct="0">
              <a:lnSpc>
                <a:spcPct val="150000"/>
              </a:lnSpc>
              <a:spcBef>
                <a:spcPts val="1191"/>
              </a:spcBef>
              <a:spcAft>
                <a:spcPts val="992"/>
              </a:spcAft>
              <a:buNone/>
              <a:tabLst/>
            </a:pPr>
            <a:r>
              <a:rPr lang="en-IN" sz="2200" b="0" i="0" u="none" strike="noStrike" kern="1200" cap="none">
                <a:ln>
                  <a:noFill/>
                </a:ln>
                <a:solidFill>
                  <a:srgbClr val="0066CC"/>
                </a:solidFill>
                <a:latin typeface="Liberation Sans" pitchFamily="18"/>
                <a:ea typeface="Droid Sans Fallback" pitchFamily="2"/>
                <a:cs typeface="FreeSans" pitchFamily="2"/>
              </a:rPr>
              <a:t>And it can help answer the following types of questions:</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66CC"/>
                </a:solidFill>
                <a:latin typeface="Liberation Sans" pitchFamily="18"/>
                <a:ea typeface="Droid Sans Fallback" pitchFamily="2"/>
                <a:cs typeface="FreeSans" pitchFamily="2"/>
              </a:rPr>
              <a:t>    What actually happened?</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66CC"/>
                </a:solidFill>
                <a:latin typeface="Liberation Sans" pitchFamily="18"/>
                <a:ea typeface="Droid Sans Fallback" pitchFamily="2"/>
                <a:cs typeface="FreeSans" pitchFamily="2"/>
              </a:rPr>
              <a:t>    How or why did it happen?</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66CC"/>
                </a:solidFill>
                <a:latin typeface="Liberation Sans" pitchFamily="18"/>
                <a:ea typeface="Droid Sans Fallback" pitchFamily="2"/>
                <a:cs typeface="FreeSans" pitchFamily="2"/>
              </a:rPr>
              <a:t>    What’s happening now?</a:t>
            </a:r>
          </a:p>
          <a:p>
            <a:pPr marL="0" marR="0" lvl="0" indent="0" algn="just" rtl="0" hangingPunct="0">
              <a:lnSpc>
                <a:spcPct val="150000"/>
              </a:lnSpc>
              <a:spcBef>
                <a:spcPts val="1191"/>
              </a:spcBef>
              <a:spcAft>
                <a:spcPts val="992"/>
              </a:spcAft>
              <a:buSzPct val="45000"/>
              <a:buFont typeface="StarSymbol"/>
              <a:buChar char="➢"/>
              <a:tabLst/>
            </a:pPr>
            <a:r>
              <a:rPr lang="en-IN" sz="2200" b="0" i="0" u="none" strike="noStrike" kern="1200" cap="none">
                <a:ln>
                  <a:noFill/>
                </a:ln>
                <a:solidFill>
                  <a:srgbClr val="0066CC"/>
                </a:solidFill>
                <a:latin typeface="Liberation Sans" pitchFamily="18"/>
                <a:ea typeface="Droid Sans Fallback" pitchFamily="2"/>
                <a:cs typeface="FreeSans" pitchFamily="2"/>
              </a:rPr>
              <a:t>    What is likely to happen next?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page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41F5E1C6-38C1-486E-9910-0AC1F67C9A90}"/>
              </a:ext>
            </a:extLst>
          </p:cNvPr>
          <p:cNvPicPr>
            <a:picLocks noChangeAspect="1"/>
          </p:cNvPicPr>
          <p:nvPr/>
        </p:nvPicPr>
        <p:blipFill>
          <a:blip r:embed="rId3">
            <a:lum/>
            <a:alphaModFix/>
          </a:blip>
          <a:srcRect/>
          <a:stretch>
            <a:fillRect/>
          </a:stretch>
        </p:blipFill>
        <p:spPr>
          <a:xfrm>
            <a:off x="50040" y="1923480"/>
            <a:ext cx="10079640" cy="3772440"/>
          </a:xfrm>
          <a:prstGeom prst="rect">
            <a:avLst/>
          </a:prstGeom>
          <a:noFill/>
          <a:ln>
            <a:noFill/>
          </a:ln>
        </p:spPr>
      </p:pic>
      <p:sp>
        <p:nvSpPr>
          <p:cNvPr id="3" name="TextBox 2">
            <a:extLst>
              <a:ext uri="{FF2B5EF4-FFF2-40B4-BE49-F238E27FC236}">
                <a16:creationId xmlns:a16="http://schemas.microsoft.com/office/drawing/2014/main" id="{07350664-7AC7-495F-B1F6-5A956A1EF5D7}"/>
              </a:ext>
            </a:extLst>
          </p:cNvPr>
          <p:cNvSpPr txBox="1"/>
          <p:nvPr/>
        </p:nvSpPr>
        <p:spPr>
          <a:xfrm>
            <a:off x="1800000" y="503999"/>
            <a:ext cx="4672080" cy="65772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0"/>
              </a:spcBef>
              <a:spcAft>
                <a:spcPts val="0"/>
              </a:spcAft>
              <a:buNone/>
              <a:tabLst/>
            </a:pPr>
            <a:r>
              <a:rPr lang="en-IN" sz="4000" b="1" i="0" u="none" strike="noStrike" kern="1200" cap="none">
                <a:ln>
                  <a:noFill/>
                </a:ln>
                <a:solidFill>
                  <a:srgbClr val="FF3399"/>
                </a:solidFill>
                <a:latin typeface="Liberation Sans" pitchFamily="18"/>
                <a:ea typeface="Droid Sans Fallback" pitchFamily="2"/>
                <a:cs typeface="FreeSans" pitchFamily="2"/>
              </a:rPr>
              <a:t>What is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age4">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DBC78-0DFD-4104-BB2D-6636DEFA1155}"/>
              </a:ext>
            </a:extLst>
          </p:cNvPr>
          <p:cNvSpPr txBox="1"/>
          <p:nvPr/>
        </p:nvSpPr>
        <p:spPr>
          <a:xfrm>
            <a:off x="72000" y="144000"/>
            <a:ext cx="9936000" cy="7272000"/>
          </a:xfrm>
          <a:prstGeom prst="rect">
            <a:avLst/>
          </a:prstGeom>
          <a:noFill/>
          <a:ln>
            <a:noFill/>
          </a:ln>
        </p:spPr>
        <p:txBody>
          <a:bodyPr vert="horz" wrap="none" lIns="90000" tIns="45000" rIns="90000" bIns="45000" anchorCtr="0" compatLnSpc="0"/>
          <a:lstStyle/>
          <a:p>
            <a:pPr marL="0" marR="0" lvl="0" indent="0" algn="l" rtl="0" hangingPunct="0">
              <a:lnSpc>
                <a:spcPct val="100000"/>
              </a:lnSpc>
              <a:spcBef>
                <a:spcPts val="1191"/>
              </a:spcBef>
              <a:spcAft>
                <a:spcPts val="992"/>
              </a:spcAft>
              <a:buNone/>
              <a:tabLst/>
            </a:pPr>
            <a:r>
              <a:rPr lang="en-IN" sz="3200" b="0" i="0" u="none" strike="noStrike" kern="1200" cap="none">
                <a:ln>
                  <a:noFill/>
                </a:ln>
                <a:solidFill>
                  <a:srgbClr val="C5000B"/>
                </a:solidFill>
                <a:latin typeface="Liberation Sans" pitchFamily="18"/>
                <a:ea typeface="Droid Sans Fallback" pitchFamily="2"/>
                <a:cs typeface="FreeSans" pitchFamily="2"/>
              </a:rPr>
              <a:t>Limitations of RDBMS to support “big data”</a:t>
            </a:r>
          </a:p>
          <a:p>
            <a:pPr marL="0" marR="0" lvl="0" indent="0" algn="just" rtl="0" hangingPunct="0">
              <a:lnSpc>
                <a:spcPct val="150000"/>
              </a:lnSpc>
              <a:spcBef>
                <a:spcPts val="1191"/>
              </a:spcBef>
              <a:spcAft>
                <a:spcPts val="992"/>
              </a:spcAft>
              <a:buNone/>
              <a:tabLst/>
            </a:pPr>
            <a:endParaRPr lang="en-IN" sz="1400" b="0" i="0" u="none" strike="noStrike" kern="1200" cap="none">
              <a:ln>
                <a:noFill/>
              </a:ln>
              <a:latin typeface="Liberation Sans" pitchFamily="18"/>
              <a:ea typeface="Droid Sans Fallback" pitchFamily="2"/>
              <a:cs typeface="FreeSans" pitchFamily="2"/>
            </a:endParaRPr>
          </a:p>
          <a:p>
            <a:pPr marL="0" marR="0" lvl="0" indent="0" algn="l" rtl="0" hangingPunct="0">
              <a:lnSpc>
                <a:spcPct val="100000"/>
              </a:lnSpc>
              <a:spcBef>
                <a:spcPts val="1191"/>
              </a:spcBef>
              <a:spcAft>
                <a:spcPts val="992"/>
              </a:spcAft>
              <a:buNone/>
              <a:tabLst/>
            </a:pPr>
            <a:endParaRPr lang="en-IN" sz="1000" b="0" i="0" u="none" strike="noStrike" kern="1200" cap="none">
              <a:ln>
                <a:noFill/>
              </a:ln>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E9A2CFC5-5E50-461C-B768-FF6B8E191FC9}"/>
              </a:ext>
            </a:extLst>
          </p:cNvPr>
          <p:cNvPicPr>
            <a:picLocks noChangeAspect="1"/>
          </p:cNvPicPr>
          <p:nvPr/>
        </p:nvPicPr>
        <p:blipFill>
          <a:blip r:embed="rId3">
            <a:lum/>
            <a:alphaModFix/>
          </a:blip>
          <a:srcRect/>
          <a:stretch>
            <a:fillRect/>
          </a:stretch>
        </p:blipFill>
        <p:spPr>
          <a:xfrm>
            <a:off x="216000" y="1800000"/>
            <a:ext cx="7705440" cy="5143320"/>
          </a:xfrm>
          <a:prstGeom prst="rect">
            <a:avLst/>
          </a:prstGeom>
          <a:noFill/>
          <a:ln>
            <a:noFill/>
          </a:ln>
        </p:spPr>
      </p:pic>
      <p:pic>
        <p:nvPicPr>
          <p:cNvPr id="4" name="">
            <a:extLst>
              <a:ext uri="{FF2B5EF4-FFF2-40B4-BE49-F238E27FC236}">
                <a16:creationId xmlns:a16="http://schemas.microsoft.com/office/drawing/2014/main" id="{6BAAA20B-A637-4A26-BDFA-15B17AA42386}"/>
              </a:ext>
            </a:extLst>
          </p:cNvPr>
          <p:cNvPicPr>
            <a:picLocks noChangeAspect="1"/>
          </p:cNvPicPr>
          <p:nvPr/>
        </p:nvPicPr>
        <p:blipFill>
          <a:blip r:embed="rId4">
            <a:lum/>
            <a:alphaModFix/>
          </a:blip>
          <a:srcRect/>
          <a:stretch>
            <a:fillRect/>
          </a:stretch>
        </p:blipFill>
        <p:spPr>
          <a:xfrm>
            <a:off x="6623999" y="792000"/>
            <a:ext cx="3342960" cy="252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page5">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DFAAFB93-A7F7-4502-945A-A5077F626668}"/>
              </a:ext>
            </a:extLst>
          </p:cNvPr>
          <p:cNvPicPr>
            <a:picLocks noChangeAspect="1"/>
          </p:cNvPicPr>
          <p:nvPr/>
        </p:nvPicPr>
        <p:blipFill>
          <a:blip r:embed="rId3">
            <a:lum/>
            <a:alphaModFix/>
          </a:blip>
          <a:srcRect/>
          <a:stretch>
            <a:fillRect/>
          </a:stretch>
        </p:blipFill>
        <p:spPr>
          <a:xfrm>
            <a:off x="360000" y="288000"/>
            <a:ext cx="9360000" cy="6983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page6">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C6F11D-B695-4FF5-8A97-FEB93894605B}"/>
              </a:ext>
            </a:extLst>
          </p:cNvPr>
          <p:cNvSpPr txBox="1"/>
          <p:nvPr/>
        </p:nvSpPr>
        <p:spPr>
          <a:xfrm>
            <a:off x="216000" y="216000"/>
            <a:ext cx="9720000" cy="7200000"/>
          </a:xfrm>
          <a:prstGeom prst="rect">
            <a:avLst/>
          </a:prstGeom>
          <a:noFill/>
          <a:ln>
            <a:noFill/>
          </a:ln>
        </p:spPr>
        <p:txBody>
          <a:bodyPr vert="horz" wrap="none" lIns="90000" tIns="45000" rIns="90000" bIns="45000" anchorCtr="0" compatLnSpc="0"/>
          <a:lstStyle/>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1) The data size has increased tremendously to the range of petabytes—one petabyte = 1,024 terabytes. RDBMS finds it challenging to handle such huge data volumes. To address this, RDBMS added more central processing units (or CPUs) or more memory to the database management system to scale up vertically.</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2) the majority of the data comes in a semi-structured or unstructured format from social media, audio, video, texts, and emails. However, the second problem related to unstructured data is outside the purview of RDBMS because relational databases just can’t categorize unstructured data. They’re designed and structured to accommodate structured data such as weblog sensor and financial data.</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3) Also, “big data” is generated at a very high velocity. RDBMS lacks in high velocity because it’s designed for steady data retention rather than rapid growth. Even if RDBMS is used to handle and store “big data,”  it will turn out to be very expensive.</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As a result, the inability of relational databases to handle “big data” led to the emergence of new technologies.</a:t>
            </a:r>
          </a:p>
          <a:p>
            <a:pPr marL="0" marR="0" lvl="0" indent="0" algn="just" rtl="0" hangingPunct="0">
              <a:lnSpc>
                <a:spcPct val="150000"/>
              </a:lnSpc>
              <a:spcBef>
                <a:spcPts val="1191"/>
              </a:spcBef>
              <a:spcAft>
                <a:spcPts val="992"/>
              </a:spcAft>
              <a:buNone/>
              <a:tabLst/>
            </a:pPr>
            <a:r>
              <a:rPr lang="en-IN" sz="2000" b="0" i="0" u="none" strike="noStrike" kern="1200" cap="none">
                <a:ln>
                  <a:noFill/>
                </a:ln>
                <a:latin typeface="Liberation Sans" pitchFamily="18"/>
                <a:ea typeface="Droid Sans Fallback" pitchFamily="2"/>
                <a:cs typeface="FreeSans" pitchFamily="2"/>
              </a:rPr>
              <a:t>( 80 % of data is unstructured)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page7">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54B0383C-235D-438E-A100-2A56599E374C}"/>
              </a:ext>
            </a:extLst>
          </p:cNvPr>
          <p:cNvPicPr>
            <a:picLocks noChangeAspect="1"/>
          </p:cNvPicPr>
          <p:nvPr/>
        </p:nvPicPr>
        <p:blipFill>
          <a:blip r:embed="rId3">
            <a:lum/>
            <a:alphaModFix/>
          </a:blip>
          <a:srcRect/>
          <a:stretch>
            <a:fillRect/>
          </a:stretch>
        </p:blipFill>
        <p:spPr>
          <a:xfrm>
            <a:off x="144000" y="216000"/>
            <a:ext cx="9792000" cy="720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page8">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6C57E9-FBB4-43ED-A0C2-89360A042575}"/>
              </a:ext>
            </a:extLst>
          </p:cNvPr>
          <p:cNvSpPr txBox="1"/>
          <p:nvPr/>
        </p:nvSpPr>
        <p:spPr>
          <a:xfrm>
            <a:off x="57240" y="216000"/>
            <a:ext cx="9734760" cy="5832000"/>
          </a:xfrm>
          <a:prstGeom prst="rect">
            <a:avLst/>
          </a:prstGeom>
          <a:noFill/>
          <a:ln>
            <a:noFill/>
          </a:ln>
        </p:spPr>
        <p:txBody>
          <a:bodyPr vert="horz" wrap="none" lIns="90000" tIns="45000" rIns="90000" bIns="45000" anchorCtr="0" compatLnSpc="0"/>
          <a:lstStyle/>
          <a:p>
            <a:pPr marL="0" marR="0" lvl="0" indent="0" rtl="0" hangingPunct="0">
              <a:lnSpc>
                <a:spcPct val="100000"/>
              </a:lnSpc>
              <a:spcBef>
                <a:spcPts val="1191"/>
              </a:spcBef>
              <a:spcAft>
                <a:spcPts val="992"/>
              </a:spcAft>
              <a:buNone/>
              <a:tabLst/>
              <a:defRPr sz="3600"/>
            </a:pPr>
            <a:endParaRPr lang="en-IN" sz="3600" b="1" i="0" u="none" strike="noStrike" kern="1200" cap="none">
              <a:ln>
                <a:noFill/>
              </a:ln>
              <a:latin typeface="Liberation Sans" pitchFamily="18"/>
              <a:ea typeface="Droid Sans Fallback" pitchFamily="2"/>
              <a:cs typeface="FreeSans" pitchFamily="2"/>
            </a:endParaRPr>
          </a:p>
          <a:p>
            <a:pPr marL="0" marR="0" lvl="0" indent="0" rtl="0" hangingPunct="0">
              <a:lnSpc>
                <a:spcPct val="100000"/>
              </a:lnSpc>
              <a:spcBef>
                <a:spcPts val="1191"/>
              </a:spcBef>
              <a:spcAft>
                <a:spcPts val="992"/>
              </a:spcAft>
              <a:buNone/>
              <a:tabLst/>
              <a:defRPr sz="3600"/>
            </a:pPr>
            <a:r>
              <a:rPr lang="en-IN" sz="3600" b="1" i="0" u="none" strike="noStrike" kern="1200" cap="none">
                <a:ln>
                  <a:noFill/>
                </a:ln>
                <a:latin typeface="aakar" pitchFamily="18"/>
                <a:ea typeface="Droid Sans Fallback" pitchFamily="2"/>
                <a:cs typeface="FreeSans" pitchFamily="2"/>
              </a:rPr>
              <a:t>Creating digital data</a:t>
            </a:r>
          </a:p>
          <a:p>
            <a:pPr marL="0" marR="0" lvl="0" indent="0" rtl="0" hangingPunct="0">
              <a:lnSpc>
                <a:spcPct val="100000"/>
              </a:lnSpc>
              <a:spcBef>
                <a:spcPts val="1191"/>
              </a:spcBef>
              <a:spcAft>
                <a:spcPts val="992"/>
              </a:spcAft>
              <a:buSzPct val="45000"/>
              <a:buFont typeface="StarSymbol"/>
              <a:buChar char="●"/>
              <a:tabLst/>
              <a:defRPr sz="3600"/>
            </a:pPr>
            <a:r>
              <a:rPr lang="en-IN" sz="3600" b="0" i="0" u="none" strike="noStrike" kern="1200" cap="none">
                <a:ln>
                  <a:noFill/>
                </a:ln>
                <a:latin typeface="aakar" pitchFamily="18"/>
                <a:ea typeface="Droid Sans Fallback" pitchFamily="2"/>
                <a:cs typeface="FreeSans" pitchFamily="2"/>
              </a:rPr>
              <a:t>Each time you use a computer or mobile device, you create data.</a:t>
            </a:r>
          </a:p>
          <a:p>
            <a:pPr marL="0" marR="0" lvl="0" indent="0" rtl="0" hangingPunct="0">
              <a:lnSpc>
                <a:spcPct val="100000"/>
              </a:lnSpc>
              <a:spcBef>
                <a:spcPts val="1191"/>
              </a:spcBef>
              <a:spcAft>
                <a:spcPts val="992"/>
              </a:spcAft>
              <a:buSzPct val="45000"/>
              <a:buFont typeface="StarSymbol"/>
              <a:buChar char="●"/>
              <a:tabLst/>
              <a:defRPr sz="3600"/>
            </a:pPr>
            <a:r>
              <a:rPr lang="en-IN" sz="3600" b="0" i="0" u="none" strike="noStrike" kern="1200" cap="none">
                <a:ln>
                  <a:noFill/>
                </a:ln>
                <a:latin typeface="aakar" pitchFamily="18"/>
                <a:ea typeface="Droid Sans Fallback" pitchFamily="2"/>
                <a:cs typeface="FreeSans" pitchFamily="2"/>
              </a:rPr>
              <a:t>You can easily see some of this data, such as, for instance, when you create a new Word document, post something on social media, or take a picture on your mobile phone.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page9">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0E7F2F6C-E885-4983-B0B9-6AE8BB011891}"/>
              </a:ext>
            </a:extLst>
          </p:cNvPr>
          <p:cNvPicPr>
            <a:picLocks noChangeAspect="1"/>
          </p:cNvPicPr>
          <p:nvPr/>
        </p:nvPicPr>
        <p:blipFill>
          <a:blip r:embed="rId3">
            <a:lum/>
            <a:alphaModFix/>
          </a:blip>
          <a:srcRect/>
          <a:stretch>
            <a:fillRect/>
          </a:stretch>
        </p:blipFill>
        <p:spPr>
          <a:xfrm>
            <a:off x="1007999" y="720000"/>
            <a:ext cx="8208000" cy="6048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page10">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8FBDCD-9950-43CD-99A2-84323977D536}"/>
              </a:ext>
            </a:extLst>
          </p:cNvPr>
          <p:cNvSpPr txBox="1"/>
          <p:nvPr/>
        </p:nvSpPr>
        <p:spPr>
          <a:xfrm>
            <a:off x="72000" y="72000"/>
            <a:ext cx="10008000" cy="7056000"/>
          </a:xfrm>
          <a:prstGeom prst="rect">
            <a:avLst/>
          </a:prstGeom>
          <a:noFill/>
          <a:ln>
            <a:noFill/>
          </a:ln>
        </p:spPr>
        <p:txBody>
          <a:bodyPr vert="horz" wrap="none" lIns="90000" tIns="45000" rIns="90000" bIns="45000" anchorCtr="0" compatLnSpc="0"/>
          <a:lstStyle/>
          <a:p>
            <a:pPr marL="0" marR="0" lvl="0" indent="0" algn="ctr" rtl="0" hangingPunct="0">
              <a:lnSpc>
                <a:spcPct val="100000"/>
              </a:lnSpc>
              <a:spcBef>
                <a:spcPts val="0"/>
              </a:spcBef>
              <a:spcAft>
                <a:spcPts val="0"/>
              </a:spcAft>
              <a:buNone/>
              <a:tabLst/>
            </a:pPr>
            <a:endParaRPr lang="en-IN" sz="2000" b="0" i="1" u="none" strike="noStrike" kern="1200" cap="none">
              <a:ln>
                <a:noFill/>
              </a:ln>
              <a:latin typeface="Liberation Sans" pitchFamily="18"/>
              <a:ea typeface="Droid Sans Fallback" pitchFamily="2"/>
              <a:cs typeface="FreeSans" pitchFamily="2"/>
            </a:endParaRPr>
          </a:p>
          <a:p>
            <a:pPr marL="0" marR="0" lvl="0" indent="0" algn="ctr" rtl="0" hangingPunct="0">
              <a:lnSpc>
                <a:spcPct val="100000"/>
              </a:lnSpc>
              <a:spcBef>
                <a:spcPts val="0"/>
              </a:spcBef>
              <a:spcAft>
                <a:spcPts val="0"/>
              </a:spcAft>
              <a:buNone/>
              <a:tabLst/>
            </a:pPr>
            <a:r>
              <a:rPr lang="en-IN" sz="2000" b="0" i="1" u="none" strike="noStrike" kern="1200" cap="none">
                <a:ln>
                  <a:noFill/>
                </a:ln>
                <a:solidFill>
                  <a:srgbClr val="660033"/>
                </a:solidFill>
                <a:latin typeface="Liberation Sans" pitchFamily="18"/>
                <a:ea typeface="Droid Sans Fallback" pitchFamily="2"/>
                <a:cs typeface="FreeSans" pitchFamily="2"/>
              </a:rPr>
              <a:t>“Big Data is not about the size of the data, it's about the value within the data.”</a:t>
            </a:r>
          </a:p>
          <a:p>
            <a:pPr marL="0" marR="0" lvl="0" indent="0" algn="ctr" rtl="0" hangingPunct="0">
              <a:lnSpc>
                <a:spcPct val="100000"/>
              </a:lnSpc>
              <a:spcBef>
                <a:spcPts val="0"/>
              </a:spcBef>
              <a:spcAft>
                <a:spcPts val="0"/>
              </a:spcAft>
              <a:buNone/>
              <a:tabLst/>
            </a:pPr>
            <a:endParaRPr lang="en-IN" sz="2000" b="0" i="1" u="none" strike="noStrike" kern="1200" cap="none">
              <a:ln>
                <a:noFill/>
              </a:ln>
              <a:solidFill>
                <a:srgbClr val="660033"/>
              </a:solidFill>
              <a:latin typeface="Liberation Sans" pitchFamily="18"/>
              <a:ea typeface="Droid Sans Fallback" pitchFamily="2"/>
              <a:cs typeface="FreeSans" pitchFamily="2"/>
            </a:endParaRPr>
          </a:p>
        </p:txBody>
      </p:sp>
      <p:pic>
        <p:nvPicPr>
          <p:cNvPr id="3" name="">
            <a:extLst>
              <a:ext uri="{FF2B5EF4-FFF2-40B4-BE49-F238E27FC236}">
                <a16:creationId xmlns:a16="http://schemas.microsoft.com/office/drawing/2014/main" id="{C1276EE3-63A8-4361-ACFD-855A07AB71C7}"/>
              </a:ext>
            </a:extLst>
          </p:cNvPr>
          <p:cNvPicPr>
            <a:picLocks noChangeAspect="1"/>
          </p:cNvPicPr>
          <p:nvPr/>
        </p:nvPicPr>
        <p:blipFill>
          <a:blip r:embed="rId3">
            <a:lum/>
            <a:alphaModFix/>
          </a:blip>
          <a:srcRect/>
          <a:stretch>
            <a:fillRect/>
          </a:stretch>
        </p:blipFill>
        <p:spPr>
          <a:xfrm>
            <a:off x="360" y="674640"/>
            <a:ext cx="10079640" cy="688536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page11">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35FC5483-BAB1-4504-AC18-E362A24EF577}"/>
              </a:ext>
            </a:extLst>
          </p:cNvPr>
          <p:cNvPicPr>
            <a:picLocks noChangeAspect="1"/>
          </p:cNvPicPr>
          <p:nvPr/>
        </p:nvPicPr>
        <p:blipFill>
          <a:blip r:embed="rId3">
            <a:lum/>
            <a:alphaModFix/>
          </a:blip>
          <a:srcRect/>
          <a:stretch>
            <a:fillRect/>
          </a:stretch>
        </p:blipFill>
        <p:spPr>
          <a:xfrm>
            <a:off x="144000" y="72000"/>
            <a:ext cx="9792000" cy="727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page12">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24D930EB-8027-480D-98A0-BA5E1054654D}"/>
              </a:ext>
            </a:extLst>
          </p:cNvPr>
          <p:cNvPicPr>
            <a:picLocks noChangeAspect="1"/>
          </p:cNvPicPr>
          <p:nvPr/>
        </p:nvPicPr>
        <p:blipFill>
          <a:blip r:embed="rId3">
            <a:lum/>
            <a:alphaModFix/>
          </a:blip>
          <a:srcRect/>
          <a:stretch>
            <a:fillRect/>
          </a:stretch>
        </p:blipFill>
        <p:spPr>
          <a:xfrm>
            <a:off x="72000" y="312120"/>
            <a:ext cx="10000440" cy="69256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page13">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804642A7-0540-4AF4-A894-8845A3BBE80A}"/>
              </a:ext>
            </a:extLst>
          </p:cNvPr>
          <p:cNvPicPr>
            <a:picLocks noChangeAspect="1"/>
          </p:cNvPicPr>
          <p:nvPr/>
        </p:nvPicPr>
        <p:blipFill>
          <a:blip r:embed="rId3">
            <a:lum/>
            <a:alphaModFix/>
          </a:blip>
          <a:srcRect/>
          <a:stretch>
            <a:fillRect/>
          </a:stretch>
        </p:blipFill>
        <p:spPr>
          <a:xfrm>
            <a:off x="144000" y="288000"/>
            <a:ext cx="9928440" cy="620784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page14">
    <p:spTree>
      <p:nvGrpSpPr>
        <p:cNvPr id="1" name=""/>
        <p:cNvGrpSpPr/>
        <p:nvPr/>
      </p:nvGrpSpPr>
      <p:grpSpPr>
        <a:xfrm>
          <a:off x="0" y="0"/>
          <a:ext cx="0" cy="0"/>
          <a:chOff x="0" y="0"/>
          <a:chExt cx="0" cy="0"/>
        </a:xfrm>
      </p:grpSpPr>
      <p:pic>
        <p:nvPicPr>
          <p:cNvPr id="2" name="">
            <a:extLst>
              <a:ext uri="{FF2B5EF4-FFF2-40B4-BE49-F238E27FC236}">
                <a16:creationId xmlns:a16="http://schemas.microsoft.com/office/drawing/2014/main" id="{6773D619-81F5-4E8F-8205-FCC41497E5F1}"/>
              </a:ext>
            </a:extLst>
          </p:cNvPr>
          <p:cNvPicPr>
            <a:picLocks noChangeAspect="1"/>
          </p:cNvPicPr>
          <p:nvPr/>
        </p:nvPicPr>
        <p:blipFill>
          <a:blip r:embed="rId3">
            <a:lum/>
            <a:alphaModFix/>
          </a:blip>
          <a:srcRect/>
          <a:stretch>
            <a:fillRect/>
          </a:stretch>
        </p:blipFill>
        <p:spPr>
          <a:xfrm>
            <a:off x="156240" y="117360"/>
            <a:ext cx="9753120" cy="73148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page15">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3D9E26-A4F5-48D8-B74F-856267F4860E}"/>
              </a:ext>
            </a:extLst>
          </p:cNvPr>
          <p:cNvSpPr txBox="1"/>
          <p:nvPr/>
        </p:nvSpPr>
        <p:spPr>
          <a:xfrm>
            <a:off x="144000" y="144000"/>
            <a:ext cx="9864000" cy="7272000"/>
          </a:xfrm>
          <a:prstGeom prst="rect">
            <a:avLst/>
          </a:prstGeom>
          <a:noFill/>
          <a:ln>
            <a:noFill/>
          </a:ln>
        </p:spPr>
        <p:txBody>
          <a:bodyPr vert="horz" wrap="none" lIns="90000" tIns="45000" rIns="90000" bIns="45000" anchorCtr="0" compatLnSpc="0"/>
          <a:lstStyle/>
          <a:p>
            <a:pPr marL="0" marR="0" lvl="0" indent="0" algn="just" rtl="0" hangingPunct="0">
              <a:lnSpc>
                <a:spcPct val="100000"/>
              </a:lnSpc>
              <a:spcBef>
                <a:spcPts val="1191"/>
              </a:spcBef>
              <a:spcAft>
                <a:spcPts val="992"/>
              </a:spcAft>
              <a:buNone/>
              <a:tabLst/>
            </a:pPr>
            <a:r>
              <a:rPr lang="en-IN" sz="4000" b="1" i="0" u="none" strike="noStrike" kern="1200" cap="none">
                <a:ln>
                  <a:noFill/>
                </a:ln>
                <a:latin typeface="Liberation Sans" pitchFamily="18"/>
                <a:ea typeface="Droid Sans Fallback" pitchFamily="2"/>
                <a:cs typeface="FreeSans" pitchFamily="2"/>
              </a:rPr>
              <a:t>Ease of Working with Structured Data :</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Input/Update/Delete</a:t>
            </a:r>
            <a:r>
              <a:rPr lang="en-IN" sz="3200" b="0" i="0" u="none" strike="noStrike" kern="1200" cap="none">
                <a:ln>
                  <a:noFill/>
                </a:ln>
                <a:latin typeface="Liberation Sans" pitchFamily="18"/>
                <a:ea typeface="Droid Sans Fallback" pitchFamily="2"/>
                <a:cs typeface="FreeSans" pitchFamily="2"/>
              </a:rPr>
              <a:t>: supports DML(Data Manupulation Language).</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Security</a:t>
            </a:r>
            <a:r>
              <a:rPr lang="en-IN" sz="3200" b="0" i="0" u="none" strike="noStrike" kern="1200" cap="none">
                <a:ln>
                  <a:noFill/>
                </a:ln>
                <a:latin typeface="Liberation Sans" pitchFamily="18"/>
                <a:ea typeface="Droid Sans Fallback" pitchFamily="2"/>
                <a:cs typeface="FreeSans" pitchFamily="2"/>
              </a:rPr>
              <a:t>: only authorized individuals can view sensitive information.</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Indexing</a:t>
            </a:r>
            <a:r>
              <a:rPr lang="en-IN" sz="3200" b="0" i="0" u="none" strike="noStrike" kern="1200" cap="none">
                <a:ln>
                  <a:noFill/>
                </a:ln>
                <a:latin typeface="Liberation Sans" pitchFamily="18"/>
                <a:ea typeface="Droid Sans Fallback" pitchFamily="2"/>
                <a:cs typeface="FreeSans" pitchFamily="2"/>
              </a:rPr>
              <a:t>: seed up data retrival operations.</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Scalability</a:t>
            </a:r>
            <a:r>
              <a:rPr lang="en-IN" sz="3200" b="0" i="0" u="none" strike="noStrike" kern="1200" cap="none">
                <a:ln>
                  <a:noFill/>
                </a:ln>
                <a:latin typeface="Liberation Sans" pitchFamily="18"/>
                <a:ea typeface="Droid Sans Fallback" pitchFamily="2"/>
                <a:cs typeface="FreeSans" pitchFamily="2"/>
              </a:rPr>
              <a:t>: traditional RDBMS can easily scaled up by increasing database capacity.</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Transaction processing</a:t>
            </a:r>
            <a:r>
              <a:rPr lang="en-IN" sz="3200" b="0" i="0" u="none" strike="noStrike" kern="1200" cap="none">
                <a:ln>
                  <a:noFill/>
                </a:ln>
                <a:latin typeface="Liberation Sans" pitchFamily="18"/>
                <a:ea typeface="Droid Sans Fallback" pitchFamily="2"/>
                <a:cs typeface="FreeSans" pitchFamily="2"/>
              </a:rPr>
              <a:t>: supports ACID properties</a:t>
            </a:r>
          </a:p>
          <a:p>
            <a:pPr marL="0" marR="0" lvl="0" indent="0" algn="just" rtl="0" hangingPunct="0">
              <a:lnSpc>
                <a:spcPct val="100000"/>
              </a:lnSpc>
              <a:spcBef>
                <a:spcPts val="1191"/>
              </a:spcBef>
              <a:spcAft>
                <a:spcPts val="992"/>
              </a:spcAft>
              <a:buSzPct val="45000"/>
              <a:buFont typeface="StarSymbol"/>
              <a:buChar char="➢"/>
              <a:tabLst/>
            </a:pPr>
            <a:r>
              <a:rPr lang="en-IN" sz="3200" b="1" i="0" u="none" strike="noStrike" kern="1200" cap="none">
                <a:ln>
                  <a:noFill/>
                </a:ln>
                <a:latin typeface="Liberation Sans" pitchFamily="18"/>
                <a:ea typeface="Droid Sans Fallback" pitchFamily="2"/>
                <a:cs typeface="FreeSans" pitchFamily="2"/>
              </a:rPr>
              <a:t>Atomicity</a:t>
            </a:r>
            <a:r>
              <a:rPr lang="en-IN" sz="3200" b="0" i="0" u="none" strike="noStrike" kern="1200" cap="none">
                <a:ln>
                  <a:noFill/>
                </a:ln>
                <a:latin typeface="Liberation Sans" pitchFamily="18"/>
                <a:ea typeface="Droid Sans Fallback" pitchFamily="2"/>
                <a:cs typeface="FreeSans" pitchFamily="2"/>
              </a:rPr>
              <a:t>: Atomic transaction “all or nothing”.</a:t>
            </a:r>
          </a:p>
        </p:txBody>
      </p:sp>
    </p:spTree>
  </p:cSld>
  <p:clrMapOvr>
    <a:masterClrMapping/>
  </p:clrMapOvr>
</p:sld>
</file>

<file path=ppt/theme/theme1.xml><?xml version="1.0" encoding="utf-8"?>
<a:theme xmlns:a="http://schemas.openxmlformats.org/drawingml/2006/main" name="Defaul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519</Words>
  <Application>Microsoft Office PowerPoint</Application>
  <PresentationFormat>Widescreen</PresentationFormat>
  <Paragraphs>57</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aakar</vt:lpstr>
      <vt:lpstr>Arial</vt:lpstr>
      <vt:lpstr>Calibri</vt:lpstr>
      <vt:lpstr>Liberation Sans</vt:lpstr>
      <vt:lpstr>Liberation Serif</vt:lpstr>
      <vt:lpstr>StarSymbol</vt:lpstr>
      <vt:lpstr>Default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cloudconvert_13</cp:lastModifiedBy>
  <cp:revision>9</cp:revision>
  <dcterms:created xsi:type="dcterms:W3CDTF">2018-08-01T09:34:07Z</dcterms:created>
  <dcterms:modified xsi:type="dcterms:W3CDTF">2026-09-06T01:24:06Z</dcterms:modified>
</cp:coreProperties>
</file>