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handoutMasterIdLst>
    <p:handoutMasterId r:id="rId11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0080625" cy="7559675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F3A56D3-7CEB-418B-ACB1-D779F19AEA25}"/>
              </a:ext>
            </a:extLst>
          </p:cNvPr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280320" cy="53424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endParaRPr lang="en-IN" sz="1400" b="0" i="0" u="none" strike="noStrike" kern="1200" cap="none">
              <a:ln>
                <a:noFill/>
              </a:ln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1BF13B9-C9BF-4AE5-B1F2-67DF1958110C}"/>
              </a:ext>
            </a:extLst>
          </p:cNvPr>
          <p:cNvSpPr txBox="1">
            <a:spLocks noGrp="1"/>
          </p:cNvSpPr>
          <p:nvPr>
            <p:ph type="dt" sz="quarter" idx="1"/>
          </p:nvPr>
        </p:nvSpPr>
        <p:spPr>
          <a:xfrm>
            <a:off x="4279320" y="0"/>
            <a:ext cx="3280320" cy="53424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noAutofit/>
          </a:bodyPr>
          <a:lstStyle/>
          <a:p>
            <a:pPr marL="0" marR="0" lvl="0" indent="0" algn="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endParaRPr lang="en-IN" sz="1400" b="0" i="0" u="none" strike="noStrike" kern="1200" cap="none">
              <a:ln>
                <a:noFill/>
              </a:ln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A6DD326-8672-4197-94C2-CF5CBFE9F01E}"/>
              </a:ext>
            </a:extLst>
          </p:cNvPr>
          <p:cNvSpPr txBox="1">
            <a:spLocks noGrp="1"/>
          </p:cNvSpPr>
          <p:nvPr>
            <p:ph type="ftr" sz="quarter" idx="2"/>
          </p:nvPr>
        </p:nvSpPr>
        <p:spPr>
          <a:xfrm>
            <a:off x="0" y="10157400"/>
            <a:ext cx="3280320" cy="53424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="b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endParaRPr lang="en-IN" sz="1400" b="0" i="0" u="none" strike="noStrike" kern="1200" cap="none">
              <a:ln>
                <a:noFill/>
              </a:ln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0AA982-DD4F-4072-8CA4-87861B938573}"/>
              </a:ext>
            </a:extLst>
          </p:cNvPr>
          <p:cNvSpPr txBox="1">
            <a:spLocks noGrp="1"/>
          </p:cNvSpPr>
          <p:nvPr>
            <p:ph type="sldNum" sz="quarter" idx="3"/>
          </p:nvPr>
        </p:nvSpPr>
        <p:spPr>
          <a:xfrm>
            <a:off x="4279320" y="10157400"/>
            <a:ext cx="3280320" cy="53424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="b" anchorCtr="0" compatLnSpc="0">
            <a:noAutofit/>
          </a:bodyPr>
          <a:lstStyle/>
          <a:p>
            <a:pPr marL="0" marR="0" lvl="0" indent="0" algn="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fld id="{1C61FEEF-8D98-4C2F-B4C3-E72C6C3D827D}" type="slidenum">
              <a:t>‹#›</a:t>
            </a:fld>
            <a:endParaRPr lang="en-IN" sz="1400" b="0" i="0" u="none" strike="noStrike" kern="1200" cap="none">
              <a:ln>
                <a:noFill/>
              </a:ln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</p:spTree>
    <p:extLst>
      <p:ext uri="{BB962C8B-B14F-4D97-AF65-F5344CB8AC3E}">
        <p14:creationId xmlns:p14="http://schemas.microsoft.com/office/powerpoint/2010/main" val="44144794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36866DE-6E95-415E-A6B8-C43FE2CE852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07000" y="812520"/>
            <a:ext cx="5345280" cy="4008600"/>
          </a:xfrm>
          <a:prstGeom prst="rect">
            <a:avLst/>
          </a:prstGeom>
          <a:noFill/>
          <a:ln>
            <a:noFill/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6AEF86-F454-4710-87E6-5DE6D2FE549B}"/>
              </a:ext>
            </a:extLst>
          </p:cNvPr>
          <p:cNvSpPr txBox="1">
            <a:spLocks noGrp="1"/>
          </p:cNvSpPr>
          <p:nvPr>
            <p:ph type="body" sz="quarter" idx="3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endParaRPr lang="en-IN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B39DCFD9-AC1F-453F-BAD6-CD2D0640F7AC}"/>
              </a:ext>
            </a:extLst>
          </p:cNvPr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280320" cy="53424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rtl="0" hangingPunct="0">
              <a:buNone/>
              <a:tabLst/>
              <a:defRPr lang="en-IN" sz="1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DE6035-F6DA-4759-A70D-B301B69A20AE}"/>
              </a:ext>
            </a:extLst>
          </p:cNvPr>
          <p:cNvSpPr txBox="1">
            <a:spLocks noGrp="1"/>
          </p:cNvSpPr>
          <p:nvPr>
            <p:ph type="dt" idx="1"/>
          </p:nvPr>
        </p:nvSpPr>
        <p:spPr>
          <a:xfrm>
            <a:off x="4279320" y="0"/>
            <a:ext cx="3280320" cy="53424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algn="r" rtl="0" hangingPunct="0">
              <a:buNone/>
              <a:tabLst/>
              <a:defRPr lang="en-IN" sz="1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974976-E66A-4223-97C7-D61DAD5CED4F}"/>
              </a:ext>
            </a:extLst>
          </p:cNvPr>
          <p:cNvSpPr txBox="1">
            <a:spLocks noGrp="1"/>
          </p:cNvSpPr>
          <p:nvPr>
            <p:ph type="ftr" sz="quarter" idx="4"/>
          </p:nvPr>
        </p:nvSpPr>
        <p:spPr>
          <a:xfrm>
            <a:off x="0" y="10157400"/>
            <a:ext cx="3280320" cy="53424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b" anchorCtr="0">
            <a:noAutofit/>
          </a:bodyPr>
          <a:lstStyle>
            <a:lvl1pPr lvl="0" rtl="0" hangingPunct="0">
              <a:buNone/>
              <a:tabLst/>
              <a:defRPr lang="en-IN" sz="1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D7A404-BDE8-4736-BCD1-79D31B000268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xfrm>
            <a:off x="4279320" y="10157400"/>
            <a:ext cx="3280320" cy="53424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b" anchorCtr="0">
            <a:noAutofit/>
          </a:bodyPr>
          <a:lstStyle>
            <a:lvl1pPr lvl="0" algn="r" rtl="0" hangingPunct="0">
              <a:buNone/>
              <a:tabLst/>
              <a:defRPr lang="en-IN" sz="1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fld id="{45E97640-98DD-4091-BA9B-3F4EE09D2B42}" type="slidenum"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67889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216000" marR="0" indent="-216000" rtl="0" hangingPunct="0">
      <a:tabLst/>
      <a:defRPr lang="en-IN" sz="2000" b="0" i="0" u="none" strike="noStrike" kern="1200" cap="none">
        <a:ln>
          <a:noFill/>
        </a:ln>
        <a:latin typeface="Liberation Sans" pitchFamily="18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2334DE-9DCF-48F3-A857-866029328BD8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E322E1D8-F8EE-43E1-B27B-EF052BE38F89}" type="slidenum">
              <a:t>1</a:t>
            </a:fld>
            <a:endParaRPr lang="en-IN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46B86C-655C-4D3A-8C33-A0B9B38CC22B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62637D-995D-4C8E-A904-99DE0A2EF72B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endParaRPr lang="en-I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C31ED0-E0BE-489B-8401-8B665798E2E6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47C2B5E9-0080-4DB5-9C15-BA0B89D487FB}" type="slidenum">
              <a:t>2</a:t>
            </a:fld>
            <a:endParaRPr lang="en-IN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963983-5AA6-4C4B-B9C4-22832A6B9554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3FD87FD-8C86-4A08-87C6-1E783E63FB4F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endParaRPr lang="en-I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2E65E4-5694-4F82-BBA5-87C1BEED42E2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6BF57485-43BA-41A4-B98F-18609C6F7320}" type="slidenum">
              <a:t>3</a:t>
            </a:fld>
            <a:endParaRPr lang="en-IN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107395D-1D52-46A0-8B60-972D629DFEF4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7D00436-974A-4187-84D9-C8FB9544E3A1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endParaRPr lang="en-I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E55D2D-1058-4731-AD85-5BCFB3BCECD6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9724CBA4-DE96-46B4-9CC2-9FBFC09D5E82}" type="slidenum">
              <a:t>4</a:t>
            </a:fld>
            <a:endParaRPr lang="en-IN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85FF57-C7F8-4DB1-96D6-41506F75B62A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AA1CAD-7182-49F2-9ED4-ADB7B67106DE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endParaRPr lang="en-I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751C16-777D-473B-8AE6-DD6EC67BF4F7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AE977E7E-6543-4F5C-95DA-02EE19388FAE}" type="slidenum">
              <a:t>5</a:t>
            </a:fld>
            <a:endParaRPr lang="en-IN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163708B-C432-4234-8586-E4CEF74C5306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D8C6E81-1D0D-4EDC-A4DE-1557BBFDF4D7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endParaRPr lang="en-I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432241-7CAA-4AEA-AED4-5A3D9B07DF0E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0F507EDA-F976-4225-8F62-ECED6BF8E54D}" type="slidenum">
              <a:t>6</a:t>
            </a:fld>
            <a:endParaRPr lang="en-IN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1EAD565-5838-4702-9CDD-23D649448240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BA1F9C-8954-445E-9E01-5AF9721722DD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endParaRPr lang="en-IN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3119B7-C8FD-470E-AF39-A6E9E6BD8714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D223596D-3034-46F2-BB0A-DA516961B724}" type="slidenum">
              <a:t>7</a:t>
            </a:fld>
            <a:endParaRPr lang="en-IN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6BA5FBA-19AB-4D92-A6DF-5116CD611554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EF8F88-B759-4484-AE82-35C7EE121F6B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endParaRPr lang="en-IN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35F18C-68C2-419D-B73A-13CC7AC30967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EB14BE03-F540-4AD7-8A0A-86B28B8D7680}" type="slidenum">
              <a:t>8</a:t>
            </a:fld>
            <a:endParaRPr lang="en-IN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A4817E0-E332-47C0-A16E-71FCC1023B6A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AAD129-C53B-46F1-9A98-35B5EF20C2D6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endParaRPr lang="en-I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B81EA3-C830-4A57-B7F2-3136312BCD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0475" y="1236663"/>
            <a:ext cx="7559675" cy="2632075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E97928E-22CB-4BBE-8D85-B555C72B81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60475" y="3970338"/>
            <a:ext cx="7559675" cy="182562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02BE14-FEE0-4ECB-9A1B-49701B8D4E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7ED476-12D5-4F62-A920-CB4F5E1E28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24B5F0-BD36-476B-A43D-E19EB64FB2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CF870BDA-283C-4351-9AA4-989046D74F6B}" type="slidenum"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08147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C13711-C1E5-4816-9D05-CBCC71C321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0B38D1-2146-404D-AD4E-7DB1E1C896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A9AC8B-F1B8-431A-AE56-29EE5029FE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F04767-2394-4BD0-AFAE-77069CD849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9E516F-0534-4E51-BD18-40C2AFEF7A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EA9571E-3E4C-4F7E-B55B-39AD6A4C1DF4}" type="slidenum"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78638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C22799-156C-49A6-9099-EE4337D93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7388" y="1884363"/>
            <a:ext cx="8694737" cy="31448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E639DF-EC77-44DF-B6D4-04749B8752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7388" y="5059363"/>
            <a:ext cx="8694737" cy="16525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73C96B-7FA1-4E79-AFDA-AFBE79C439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F038D6-F003-4FE9-B667-F6995A30D9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6A0422-D4BC-4AF1-B780-EC07A78A8C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F1F86014-30AD-477C-B065-E29CF79224E2}" type="slidenum"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72343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E6E118-4A6C-4372-942C-DADCEE849D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8F5751-D0AB-4812-9546-8AF7C84FC4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3238" y="1768475"/>
            <a:ext cx="4459287" cy="43846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F3939D-5BBD-4042-B4E5-03756A15ED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14925" y="1768475"/>
            <a:ext cx="4460875" cy="43846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E17A9D-C811-4C40-ABC0-354872743C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730217-8E08-4FD4-A301-975AE61901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350B56-08AE-497F-B8E7-A1B89FBD8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06114529-1520-43F4-B63B-6223B5B40494}" type="slidenum"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67539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C8FC03-FDB9-43AD-AD93-C280E79D31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403225"/>
            <a:ext cx="8694737" cy="14605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81D9A1-80A9-4B7A-8209-81DE284AFD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3738" y="1852613"/>
            <a:ext cx="4265612" cy="9080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71C689-4907-4665-BE6B-FC52817437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3738" y="2760663"/>
            <a:ext cx="4265612" cy="40624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D6F172D-5CDA-4738-9585-7AD9E5A1FF3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103813" y="1852613"/>
            <a:ext cx="4284662" cy="9080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F62A040-E592-4A6F-B0C3-F6895906E79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103813" y="2760663"/>
            <a:ext cx="4284662" cy="40624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2D2D1AA-2CAE-479E-A2AB-C14FD4AA3D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221B76F-3311-4AC9-8B90-81A4B41AD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FCCEB2A-95BB-49A3-AB3A-AE565C9813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E6B49C13-948C-4CD3-B13F-3CC45AE2E4BC}" type="slidenum"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38793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6D33E9-A85B-4D72-940C-F69A5AB1E9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2164CF9-5C84-47ED-AB51-DFEEE1BB05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7CB240F-E2A6-48BF-82CF-538FBA4E17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982D15-4AFB-4379-B28B-6C3BEB29AA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B6CDCCE3-1526-4B18-A8A7-A36319FC31C7}" type="slidenum"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90595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4D18129-7A7E-4737-8FA7-5DE9D86456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2B17A36-7968-4519-A8F7-EC401BE4CD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D33E22-5CCB-4F7E-8D10-151E20D87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7FE7D665-A41D-4655-859D-2671012A92A2}" type="slidenum"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5785336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B27F31-3381-4B25-8903-BE07FE80F3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503238"/>
            <a:ext cx="3251200" cy="17653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3B2065-5D8A-4FEA-B13C-967243EC03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6250" y="1089025"/>
            <a:ext cx="5102225" cy="53721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06D70F-397D-4215-A0E2-C0AC025E84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3738" y="2268538"/>
            <a:ext cx="3251200" cy="42005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6C147E-B0A1-4FAE-8D6B-424CB19598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E6A9A4-8791-472B-AC93-CC26E5DB8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05A133-DC2B-47FC-B1B9-DB78A7276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D007B120-078A-4567-B7A6-55DB9304ACE1}" type="slidenum"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93848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2A026C-2EF2-422F-B882-A4DCFB1EE7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503238"/>
            <a:ext cx="3251200" cy="17653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60C1FF3-1BA2-4BCE-9558-03334D26B07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86250" y="1089025"/>
            <a:ext cx="5102225" cy="5372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B4DE1A-1C05-42B6-A871-AFBA18A929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3738" y="2268538"/>
            <a:ext cx="3251200" cy="42005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CA298C-D009-4866-9B3B-3A224E5E7E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30BCC7-C829-4AE7-9D83-11C4785461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5C53FF-C12B-47D3-9F09-4F0AA97A94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411DF126-BD71-4AE9-B498-080ACC18FAE8}" type="slidenum"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07889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D6B09D-7FDD-49F2-A907-03882AC59D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BCA464-033C-4BF4-A347-952E47DA17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6F0412-85E0-41C2-8882-2891DD3A0E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8FB070-C0B8-42FB-8D1D-6A72448D4D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155487-0CCD-4CDB-B875-0649EEC6A2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88A7507-AD51-4E55-A371-3E7918DBB590}" type="slidenum"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62366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0D11A11-36F3-47E1-8D00-9BB35F74F45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308850" y="301625"/>
            <a:ext cx="226695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0975B9-0CDA-4836-A23D-3021BDD217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03238" y="301625"/>
            <a:ext cx="6653212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90F1E0-EE54-4310-99CD-B417D9FBBF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9A2A2D-93EC-4C5C-8DC2-F40D5AFF63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D1310A-D97F-4495-A017-37AE91562F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B3ECEBF-6F2E-4055-97A2-890F35F4267C}" type="slidenum"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86272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6CAC22F-23C5-4357-BFFB-C9CEEC86C06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3999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CF6775-5526-4559-B558-A03A820DB19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03999" y="1769040"/>
            <a:ext cx="9071640" cy="43840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CB91EC-2C2D-4052-9B2B-CE026958FD96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503999" y="6887160"/>
            <a:ext cx="2348280" cy="52128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rtl="0" hangingPunct="0">
              <a:buNone/>
              <a:tabLst/>
              <a:defRPr lang="en-IN" sz="1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9D98F0-705E-40EF-9508-A4D25215BC61}"/>
              </a:ext>
            </a:extLst>
          </p:cNvPr>
          <p:cNvSpPr txBox="1">
            <a:spLocks noGrp="1"/>
          </p:cNvSpPr>
          <p:nvPr>
            <p:ph type="ftr" sz="quarter" idx="3"/>
          </p:nvPr>
        </p:nvSpPr>
        <p:spPr>
          <a:xfrm>
            <a:off x="3447360" y="6887160"/>
            <a:ext cx="3195000" cy="52128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algn="ctr" rtl="0" hangingPunct="0">
              <a:buNone/>
              <a:tabLst/>
              <a:defRPr lang="en-IN" sz="1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8E30F8-E422-4DBB-88F9-24D963A33F45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7227000" y="6887160"/>
            <a:ext cx="2348280" cy="52128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algn="r" rtl="0" hangingPunct="0">
              <a:buNone/>
              <a:tabLst/>
              <a:defRPr lang="en-IN" sz="1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fld id="{C536639B-4681-4931-800F-CFEAC392D3EC}" type="slidenum"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hangingPunct="0">
        <a:tabLst/>
        <a:defRPr lang="en-IN" sz="4400" b="0" i="0" u="none" strike="noStrike" kern="1200" cap="none">
          <a:ln>
            <a:noFill/>
          </a:ln>
          <a:latin typeface="Liberation Sans" pitchFamily="18"/>
        </a:defRPr>
      </a:lvl1pPr>
    </p:titleStyle>
    <p:bodyStyle>
      <a:lvl1pPr rtl="0" hangingPunct="0">
        <a:spcBef>
          <a:spcPts val="0"/>
        </a:spcBef>
        <a:spcAft>
          <a:spcPts val="1417"/>
        </a:spcAft>
        <a:tabLst/>
        <a:defRPr lang="en-IN" sz="3200" b="0" i="0" u="none" strike="noStrike" kern="1200" cap="none">
          <a:ln>
            <a:noFill/>
          </a:ln>
          <a:latin typeface="Liberation Sans" pitchFamily="18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B0230FC-3959-4392-B66D-A3ADB6AA3937}"/>
              </a:ext>
            </a:extLst>
          </p:cNvPr>
          <p:cNvSpPr txBox="1"/>
          <p:nvPr/>
        </p:nvSpPr>
        <p:spPr>
          <a:xfrm>
            <a:off x="144000" y="144000"/>
            <a:ext cx="9864000" cy="7343999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/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/>
            </a:pPr>
            <a:r>
              <a:rPr lang="en-IN" sz="4000" b="1" i="0" u="none" strike="noStrike" kern="1200" cap="none">
                <a:ln>
                  <a:noFill/>
                </a:ln>
                <a:solidFill>
                  <a:srgbClr val="0066CC"/>
                </a:solidFill>
                <a:latin typeface="Liberation Sans" pitchFamily="18"/>
                <a:ea typeface="Droid Sans Fallback" pitchFamily="2"/>
                <a:cs typeface="FreeSans" pitchFamily="2"/>
              </a:rPr>
              <a:t>Big Data Analytics</a:t>
            </a:r>
          </a:p>
          <a:p>
            <a:pPr marL="0" marR="0" lvl="0" indent="0" algn="just" rtl="0" hangingPunct="0">
              <a:lnSpc>
                <a:spcPct val="150000"/>
              </a:lnSpc>
              <a:spcBef>
                <a:spcPts val="1191"/>
              </a:spcBef>
              <a:spcAft>
                <a:spcPts val="992"/>
              </a:spcAft>
              <a:buNone/>
              <a:tabLst/>
            </a:pPr>
            <a:r>
              <a:rPr lang="en-IN" sz="2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Big data analytics is the process of examining large and varied data sets --</a:t>
            </a:r>
          </a:p>
          <a:p>
            <a:pPr marL="0" marR="0" lvl="0" indent="0" algn="just" rtl="0" hangingPunct="0">
              <a:lnSpc>
                <a:spcPct val="150000"/>
              </a:lnSpc>
              <a:spcBef>
                <a:spcPts val="1191"/>
              </a:spcBef>
              <a:spcAft>
                <a:spcPts val="992"/>
              </a:spcAft>
              <a:buNone/>
              <a:tabLst/>
            </a:pPr>
            <a:r>
              <a:rPr lang="en-IN" sz="2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i.e., big data -- to uncover hidden patterns, unknown correlations, market trends, customer preferences and other useful information that can help organizations make more-informed business decisions.</a:t>
            </a:r>
          </a:p>
          <a:p>
            <a:pPr marL="0" marR="0" lvl="0" indent="0" algn="just" rtl="0" hangingPunct="0">
              <a:lnSpc>
                <a:spcPct val="150000"/>
              </a:lnSpc>
              <a:spcBef>
                <a:spcPts val="1191"/>
              </a:spcBef>
              <a:spcAft>
                <a:spcPts val="992"/>
              </a:spcAft>
              <a:buNone/>
              <a:tabLst/>
            </a:pPr>
            <a:r>
              <a:rPr lang="en-IN" sz="2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Analytical finding can lead to more effective marketting, better customer service &amp; satisfaction, newer products &amp; services, improved operational efficiency, reduced expenditure etc.. (</a:t>
            </a:r>
            <a:r>
              <a:rPr lang="en-IN" sz="2800" b="0" i="0" u="none" strike="noStrike" kern="1200" cap="none">
                <a:ln>
                  <a:noFill/>
                </a:ln>
                <a:solidFill>
                  <a:srgbClr val="C5000B"/>
                </a:solidFill>
                <a:latin typeface="Liberation Sans" pitchFamily="18"/>
                <a:ea typeface="Droid Sans Fallback" pitchFamily="2"/>
                <a:cs typeface="FreeSans" pitchFamily="2"/>
              </a:rPr>
              <a:t>ex: Amazon recommendations</a:t>
            </a:r>
            <a:r>
              <a:rPr lang="en-IN" sz="2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7E422CF-AEF0-4637-953B-0A979CF72462}"/>
              </a:ext>
            </a:extLst>
          </p:cNvPr>
          <p:cNvSpPr txBox="1"/>
          <p:nvPr/>
        </p:nvSpPr>
        <p:spPr>
          <a:xfrm>
            <a:off x="144000" y="144000"/>
            <a:ext cx="9792000" cy="720000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/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/>
            </a:pPr>
            <a:r>
              <a:rPr lang="en-IN" sz="4000" b="1" i="0" u="none" strike="noStrike" kern="1200" cap="none">
                <a:ln>
                  <a:noFill/>
                </a:ln>
                <a:solidFill>
                  <a:srgbClr val="0066CC"/>
                </a:solidFill>
                <a:latin typeface="Liberation Sans" pitchFamily="18"/>
                <a:ea typeface="Droid Sans Fallback" pitchFamily="2"/>
                <a:cs typeface="FreeSans" pitchFamily="2"/>
              </a:rPr>
              <a:t>Where Do We Begin ?</a:t>
            </a:r>
          </a:p>
          <a:p>
            <a:pPr marL="0" marR="0" lvl="0" indent="0" algn="just" rtl="0" hangingPunct="0">
              <a:lnSpc>
                <a:spcPct val="150000"/>
              </a:lnSpc>
              <a:spcBef>
                <a:spcPts val="1191"/>
              </a:spcBef>
              <a:spcAft>
                <a:spcPts val="992"/>
              </a:spcAft>
              <a:buNone/>
              <a:tabLst/>
            </a:pPr>
            <a:endParaRPr lang="en-IN" sz="2800" b="1" i="0" u="none" strike="noStrike" kern="1200" cap="none">
              <a:ln>
                <a:noFill/>
              </a:ln>
              <a:solidFill>
                <a:srgbClr val="000000"/>
              </a:solidFill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  <p:pic>
        <p:nvPicPr>
          <p:cNvPr id="3" name="">
            <a:extLst>
              <a:ext uri="{FF2B5EF4-FFF2-40B4-BE49-F238E27FC236}">
                <a16:creationId xmlns:a16="http://schemas.microsoft.com/office/drawing/2014/main" id="{1FCB0E27-54DE-416A-AF9D-FECCBD2D0ADE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-7200" y="1146240"/>
            <a:ext cx="10079640" cy="64137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>
            <a:extLst>
              <a:ext uri="{FF2B5EF4-FFF2-40B4-BE49-F238E27FC236}">
                <a16:creationId xmlns:a16="http://schemas.microsoft.com/office/drawing/2014/main" id="{0A4C1274-4FDE-49A8-A8DC-B70C95FAF644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432000" y="288000"/>
            <a:ext cx="9000000" cy="655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BA574EA-68BF-4636-9350-C7128A44BABC}"/>
              </a:ext>
            </a:extLst>
          </p:cNvPr>
          <p:cNvSpPr txBox="1"/>
          <p:nvPr/>
        </p:nvSpPr>
        <p:spPr>
          <a:xfrm>
            <a:off x="4320" y="83160"/>
            <a:ext cx="10075679" cy="70884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/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/>
            </a:pPr>
            <a:r>
              <a:rPr lang="en-IN" sz="4000" b="1" i="0" u="none" strike="noStrike" kern="1200" cap="none">
                <a:ln>
                  <a:noFill/>
                </a:ln>
                <a:solidFill>
                  <a:srgbClr val="C5000B"/>
                </a:solidFill>
                <a:latin typeface="Liberation Sans" pitchFamily="18"/>
                <a:ea typeface="Droid Sans Fallback" pitchFamily="2"/>
                <a:cs typeface="FreeSans" pitchFamily="2"/>
              </a:rPr>
              <a:t>What is Big Data Analytics?</a:t>
            </a: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344BA208-A084-41C4-9FC9-6D55FD331ADC}"/>
              </a:ext>
            </a:extLst>
          </p:cNvPr>
          <p:cNvSpPr/>
          <p:nvPr/>
        </p:nvSpPr>
        <p:spPr>
          <a:xfrm>
            <a:off x="3528000" y="2736000"/>
            <a:ext cx="3311999" cy="2015999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21600"/>
              <a:gd name="f7" fmla="val 11464"/>
              <a:gd name="f8" fmla="val 4340"/>
              <a:gd name="f9" fmla="val 9722"/>
              <a:gd name="f10" fmla="val 1887"/>
              <a:gd name="f11" fmla="val 8548"/>
              <a:gd name="f12" fmla="val 6383"/>
              <a:gd name="f13" fmla="val 4503"/>
              <a:gd name="f14" fmla="val 3626"/>
              <a:gd name="f15" fmla="val 5373"/>
              <a:gd name="f16" fmla="val 7816"/>
              <a:gd name="f17" fmla="val 1174"/>
              <a:gd name="f18" fmla="val 8270"/>
              <a:gd name="f19" fmla="val 3934"/>
              <a:gd name="f20" fmla="val 11592"/>
              <a:gd name="f21" fmla="val 12875"/>
              <a:gd name="f22" fmla="val 3329"/>
              <a:gd name="f23" fmla="val 15372"/>
              <a:gd name="f24" fmla="val 1283"/>
              <a:gd name="f25" fmla="val 17824"/>
              <a:gd name="f26" fmla="val 4804"/>
              <a:gd name="f27" fmla="val 18239"/>
              <a:gd name="f28" fmla="val 4918"/>
              <a:gd name="f29" fmla="val 7525"/>
              <a:gd name="f30" fmla="val 18125"/>
              <a:gd name="f31" fmla="val 8698"/>
              <a:gd name="f32" fmla="val 19712"/>
              <a:gd name="f33" fmla="val 9871"/>
              <a:gd name="f34" fmla="val 17371"/>
              <a:gd name="f35" fmla="val 11614"/>
              <a:gd name="f36" fmla="val 18844"/>
              <a:gd name="f37" fmla="val 12178"/>
              <a:gd name="f38" fmla="val 15937"/>
              <a:gd name="f39" fmla="val 14943"/>
              <a:gd name="f40" fmla="val 14640"/>
              <a:gd name="f41" fmla="val 14348"/>
              <a:gd name="f42" fmla="val 18878"/>
              <a:gd name="f43" fmla="val 15632"/>
              <a:gd name="f44" fmla="val 16382"/>
              <a:gd name="f45" fmla="val 12311"/>
              <a:gd name="f46" fmla="val 18270"/>
              <a:gd name="f47" fmla="val 11292"/>
              <a:gd name="f48" fmla="val 16986"/>
              <a:gd name="f49" fmla="val 9404"/>
              <a:gd name="f50" fmla="val 6646"/>
              <a:gd name="f51" fmla="val 6533"/>
              <a:gd name="f52" fmla="val 18005"/>
              <a:gd name="f53" fmla="val 3172"/>
              <a:gd name="f54" fmla="val 14524"/>
              <a:gd name="f55" fmla="val 5778"/>
              <a:gd name="f56" fmla="val 14789"/>
              <a:gd name="f57" fmla="+- 0 0 0"/>
              <a:gd name="f58" fmla="*/ f3 1 21600"/>
              <a:gd name="f59" fmla="*/ f4 1 21600"/>
              <a:gd name="f60" fmla="*/ f57 f0 1"/>
              <a:gd name="f61" fmla="*/ 5400 f58 1"/>
              <a:gd name="f62" fmla="*/ 14160 f58 1"/>
              <a:gd name="f63" fmla="*/ 15290 f59 1"/>
              <a:gd name="f64" fmla="*/ 6570 f59 1"/>
              <a:gd name="f65" fmla="*/ 9722 f58 1"/>
              <a:gd name="f66" fmla="*/ 1887 f59 1"/>
              <a:gd name="f67" fmla="*/ f60 1 f2"/>
              <a:gd name="f68" fmla="*/ 0 f58 1"/>
              <a:gd name="f69" fmla="*/ 12875 f59 1"/>
              <a:gd name="f70" fmla="*/ 11614 f58 1"/>
              <a:gd name="f71" fmla="*/ 18844 f59 1"/>
              <a:gd name="f72" fmla="*/ 21600 f58 1"/>
              <a:gd name="f73" fmla="*/ 6646 f59 1"/>
              <a:gd name="f74" fmla="+- f67 0 f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74">
                <a:pos x="f65" y="f66"/>
              </a:cxn>
              <a:cxn ang="f74">
                <a:pos x="f68" y="f69"/>
              </a:cxn>
              <a:cxn ang="f74">
                <a:pos x="f70" y="f71"/>
              </a:cxn>
              <a:cxn ang="f74">
                <a:pos x="f72" y="f73"/>
              </a:cxn>
            </a:cxnLst>
            <a:rect l="f61" t="f64" r="f62" b="f63"/>
            <a:pathLst>
              <a:path w="21600" h="21600">
                <a:moveTo>
                  <a:pt x="f7" y="f8"/>
                </a:moveTo>
                <a:lnTo>
                  <a:pt x="f9" y="f10"/>
                </a:lnTo>
                <a:lnTo>
                  <a:pt x="f11" y="f12"/>
                </a:lnTo>
                <a:lnTo>
                  <a:pt x="f13" y="f14"/>
                </a:lnTo>
                <a:lnTo>
                  <a:pt x="f15" y="f16"/>
                </a:lnTo>
                <a:lnTo>
                  <a:pt x="f17" y="f18"/>
                </a:lnTo>
                <a:lnTo>
                  <a:pt x="f19" y="f20"/>
                </a:lnTo>
                <a:lnTo>
                  <a:pt x="f5" y="f21"/>
                </a:lnTo>
                <a:lnTo>
                  <a:pt x="f22" y="f23"/>
                </a:lnTo>
                <a:lnTo>
                  <a:pt x="f24" y="f25"/>
                </a:lnTo>
                <a:lnTo>
                  <a:pt x="f26" y="f27"/>
                </a:lnTo>
                <a:lnTo>
                  <a:pt x="f28" y="f6"/>
                </a:lnTo>
                <a:lnTo>
                  <a:pt x="f29" y="f30"/>
                </a:lnTo>
                <a:lnTo>
                  <a:pt x="f31" y="f32"/>
                </a:lnTo>
                <a:lnTo>
                  <a:pt x="f33" y="f34"/>
                </a:lnTo>
                <a:lnTo>
                  <a:pt x="f35" y="f36"/>
                </a:lnTo>
                <a:lnTo>
                  <a:pt x="f37" y="f38"/>
                </a:lnTo>
                <a:lnTo>
                  <a:pt x="f39" y="f34"/>
                </a:lnTo>
                <a:lnTo>
                  <a:pt x="f40" y="f41"/>
                </a:lnTo>
                <a:lnTo>
                  <a:pt x="f42" y="f43"/>
                </a:lnTo>
                <a:lnTo>
                  <a:pt x="f44" y="f45"/>
                </a:lnTo>
                <a:lnTo>
                  <a:pt x="f46" y="f47"/>
                </a:lnTo>
                <a:lnTo>
                  <a:pt x="f48" y="f49"/>
                </a:lnTo>
                <a:lnTo>
                  <a:pt x="f6" y="f50"/>
                </a:lnTo>
                <a:lnTo>
                  <a:pt x="f44" y="f51"/>
                </a:lnTo>
                <a:lnTo>
                  <a:pt x="f52" y="f53"/>
                </a:lnTo>
                <a:lnTo>
                  <a:pt x="f54" y="f55"/>
                </a:lnTo>
                <a:lnTo>
                  <a:pt x="f56" y="f5"/>
                </a:lnTo>
                <a:lnTo>
                  <a:pt x="f7" y="f8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IN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Big Data Analytics</a:t>
            </a: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93A9EA62-CC6B-4941-AA90-5215BC718960}"/>
              </a:ext>
            </a:extLst>
          </p:cNvPr>
          <p:cNvSpPr/>
          <p:nvPr/>
        </p:nvSpPr>
        <p:spPr>
          <a:xfrm>
            <a:off x="6983999" y="936000"/>
            <a:ext cx="2808000" cy="1368000"/>
          </a:xfrm>
          <a:custGeom>
            <a:avLst>
              <a:gd name="f0" fmla="val -4726"/>
              <a:gd name="f1" fmla="val 27464"/>
            </a:avLst>
            <a:gdLst>
              <a:gd name="f2" fmla="val 10800000"/>
              <a:gd name="f3" fmla="val 5400000"/>
              <a:gd name="f4" fmla="val 16200000"/>
              <a:gd name="f5" fmla="val w"/>
              <a:gd name="f6" fmla="val h"/>
              <a:gd name="f7" fmla="val 0"/>
              <a:gd name="f8" fmla="val 21600"/>
              <a:gd name="f9" fmla="+- 0 0 1"/>
              <a:gd name="f10" fmla="val -2147483647"/>
              <a:gd name="f11" fmla="val 2147483647"/>
              <a:gd name="f12" fmla="val 3590"/>
              <a:gd name="f13" fmla="val 8970"/>
              <a:gd name="f14" fmla="val 12630"/>
              <a:gd name="f15" fmla="val 18010"/>
              <a:gd name="f16" fmla="*/ f5 1 21600"/>
              <a:gd name="f17" fmla="*/ f6 1 21600"/>
              <a:gd name="f18" fmla="pin -2147483647 f0 2147483647"/>
              <a:gd name="f19" fmla="pin -2147483647 f1 2147483647"/>
              <a:gd name="f20" fmla="+- 0 0 f12"/>
              <a:gd name="f21" fmla="+- 3590 0 f7"/>
              <a:gd name="f22" fmla="+- 0 0 f3"/>
              <a:gd name="f23" fmla="+- 21600 0 f15"/>
              <a:gd name="f24" fmla="+- 18010 0 f8"/>
              <a:gd name="f25" fmla="+- f18 0 10800"/>
              <a:gd name="f26" fmla="+- f19 0 10800"/>
              <a:gd name="f27" fmla="+- f19 0 21600"/>
              <a:gd name="f28" fmla="+- f18 0 21600"/>
              <a:gd name="f29" fmla="*/ f18 f16 1"/>
              <a:gd name="f30" fmla="*/ f19 f17 1"/>
              <a:gd name="f31" fmla="*/ 800 f16 1"/>
              <a:gd name="f32" fmla="*/ 20800 f16 1"/>
              <a:gd name="f33" fmla="*/ 20800 f17 1"/>
              <a:gd name="f34" fmla="*/ 800 f17 1"/>
              <a:gd name="f35" fmla="abs f20"/>
              <a:gd name="f36" fmla="abs f21"/>
              <a:gd name="f37" fmla="?: f20 f22 f3"/>
              <a:gd name="f38" fmla="?: f20 f3 f22"/>
              <a:gd name="f39" fmla="?: f20 f4 f3"/>
              <a:gd name="f40" fmla="?: f20 f3 f4"/>
              <a:gd name="f41" fmla="abs f23"/>
              <a:gd name="f42" fmla="?: f21 f22 f3"/>
              <a:gd name="f43" fmla="?: f21 f3 f22"/>
              <a:gd name="f44" fmla="?: f23 0 f2"/>
              <a:gd name="f45" fmla="?: f23 f2 0"/>
              <a:gd name="f46" fmla="abs f24"/>
              <a:gd name="f47" fmla="?: f23 f22 f3"/>
              <a:gd name="f48" fmla="?: f23 f3 f22"/>
              <a:gd name="f49" fmla="?: f23 f4 f3"/>
              <a:gd name="f50" fmla="?: f23 f3 f4"/>
              <a:gd name="f51" fmla="?: f24 f22 f3"/>
              <a:gd name="f52" fmla="?: f24 f3 f22"/>
              <a:gd name="f53" fmla="?: f20 0 f2"/>
              <a:gd name="f54" fmla="?: f20 f2 0"/>
              <a:gd name="f55" fmla="abs f25"/>
              <a:gd name="f56" fmla="abs f26"/>
              <a:gd name="f57" fmla="?: f20 f40 f39"/>
              <a:gd name="f58" fmla="?: f20 f39 f40"/>
              <a:gd name="f59" fmla="?: f21 f38 f37"/>
              <a:gd name="f60" fmla="?: f21 f45 f44"/>
              <a:gd name="f61" fmla="?: f21 f44 f45"/>
              <a:gd name="f62" fmla="?: f23 f42 f43"/>
              <a:gd name="f63" fmla="?: f23 f50 f49"/>
              <a:gd name="f64" fmla="?: f23 f49 f50"/>
              <a:gd name="f65" fmla="?: f24 f48 f47"/>
              <a:gd name="f66" fmla="?: f24 f54 f53"/>
              <a:gd name="f67" fmla="?: f24 f53 f54"/>
              <a:gd name="f68" fmla="?: f20 f51 f52"/>
              <a:gd name="f69" fmla="+- f55 0 f56"/>
              <a:gd name="f70" fmla="+- f56 0 f55"/>
              <a:gd name="f71" fmla="?: f21 f58 f57"/>
              <a:gd name="f72" fmla="?: f23 f60 f61"/>
              <a:gd name="f73" fmla="?: f24 f64 f63"/>
              <a:gd name="f74" fmla="?: f20 f66 f67"/>
              <a:gd name="f75" fmla="?: f26 f9 f69"/>
              <a:gd name="f76" fmla="?: f26 f69 f9"/>
              <a:gd name="f77" fmla="?: f25 f9 f70"/>
              <a:gd name="f78" fmla="?: f25 f70 f9"/>
              <a:gd name="f79" fmla="?: f18 f9 f75"/>
              <a:gd name="f80" fmla="?: f18 f9 f76"/>
              <a:gd name="f81" fmla="?: f27 f77 f9"/>
              <a:gd name="f82" fmla="?: f27 f78 f9"/>
              <a:gd name="f83" fmla="?: f28 f76 f9"/>
              <a:gd name="f84" fmla="?: f28 f75 f9"/>
              <a:gd name="f85" fmla="?: f19 f9 f78"/>
              <a:gd name="f86" fmla="?: f19 f9 f77"/>
              <a:gd name="f87" fmla="?: f79 f18 0"/>
              <a:gd name="f88" fmla="?: f79 f19 6280"/>
              <a:gd name="f89" fmla="?: f80 f18 0"/>
              <a:gd name="f90" fmla="?: f80 f19 15320"/>
              <a:gd name="f91" fmla="?: f81 f18 6280"/>
              <a:gd name="f92" fmla="?: f81 f19 21600"/>
              <a:gd name="f93" fmla="?: f82 f18 15320"/>
              <a:gd name="f94" fmla="?: f82 f19 21600"/>
              <a:gd name="f95" fmla="?: f83 f18 21600"/>
              <a:gd name="f96" fmla="?: f83 f19 15320"/>
              <a:gd name="f97" fmla="?: f84 f18 21600"/>
              <a:gd name="f98" fmla="?: f84 f19 6280"/>
              <a:gd name="f99" fmla="?: f85 f18 15320"/>
              <a:gd name="f100" fmla="?: f85 f19 0"/>
              <a:gd name="f101" fmla="?: f86 f18 6280"/>
              <a:gd name="f102" fmla="?: f86 f19 0"/>
            </a:gdLst>
            <a:ahLst>
              <a:ahXY gdRefX="f0" minX="f10" maxX="f11" gdRefY="f1" minY="f10" maxY="f11">
                <a:pos x="f29" y="f30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31" t="f34" r="f32" b="f33"/>
            <a:pathLst>
              <a:path w="21600" h="21600">
                <a:moveTo>
                  <a:pt x="f12" y="f7"/>
                </a:moveTo>
                <a:arcTo wR="f35" hR="f36" stAng="f71" swAng="f59"/>
                <a:lnTo>
                  <a:pt x="f87" y="f88"/>
                </a:lnTo>
                <a:lnTo>
                  <a:pt x="f7" y="f13"/>
                </a:lnTo>
                <a:lnTo>
                  <a:pt x="f7" y="f14"/>
                </a:lnTo>
                <a:lnTo>
                  <a:pt x="f89" y="f90"/>
                </a:lnTo>
                <a:lnTo>
                  <a:pt x="f7" y="f15"/>
                </a:lnTo>
                <a:arcTo wR="f36" hR="f41" stAng="f72" swAng="f62"/>
                <a:lnTo>
                  <a:pt x="f91" y="f92"/>
                </a:lnTo>
                <a:lnTo>
                  <a:pt x="f13" y="f8"/>
                </a:lnTo>
                <a:lnTo>
                  <a:pt x="f14" y="f8"/>
                </a:lnTo>
                <a:lnTo>
                  <a:pt x="f93" y="f94"/>
                </a:lnTo>
                <a:lnTo>
                  <a:pt x="f15" y="f8"/>
                </a:lnTo>
                <a:arcTo wR="f41" hR="f46" stAng="f73" swAng="f65"/>
                <a:lnTo>
                  <a:pt x="f95" y="f96"/>
                </a:lnTo>
                <a:lnTo>
                  <a:pt x="f8" y="f14"/>
                </a:lnTo>
                <a:lnTo>
                  <a:pt x="f8" y="f13"/>
                </a:lnTo>
                <a:lnTo>
                  <a:pt x="f97" y="f98"/>
                </a:lnTo>
                <a:lnTo>
                  <a:pt x="f8" y="f12"/>
                </a:lnTo>
                <a:arcTo wR="f46" hR="f35" stAng="f74" swAng="f68"/>
                <a:lnTo>
                  <a:pt x="f99" y="f100"/>
                </a:lnTo>
                <a:lnTo>
                  <a:pt x="f14" y="f7"/>
                </a:lnTo>
                <a:lnTo>
                  <a:pt x="f13" y="f7"/>
                </a:lnTo>
                <a:lnTo>
                  <a:pt x="f101" y="f102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IN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Richer, deeper insights</a:t>
            </a:r>
          </a:p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IN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Into customers, partners</a:t>
            </a:r>
          </a:p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IN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And business</a:t>
            </a: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6CE72FD3-D85B-46AE-91F8-12E746DBE6B6}"/>
              </a:ext>
            </a:extLst>
          </p:cNvPr>
          <p:cNvSpPr/>
          <p:nvPr/>
        </p:nvSpPr>
        <p:spPr>
          <a:xfrm>
            <a:off x="7992000" y="3024000"/>
            <a:ext cx="1944000" cy="1512000"/>
          </a:xfrm>
          <a:custGeom>
            <a:avLst>
              <a:gd name="f0" fmla="val -18368"/>
              <a:gd name="f1" fmla="val 8370"/>
            </a:avLst>
            <a:gdLst>
              <a:gd name="f2" fmla="val 10800000"/>
              <a:gd name="f3" fmla="val 5400000"/>
              <a:gd name="f4" fmla="val 16200000"/>
              <a:gd name="f5" fmla="val w"/>
              <a:gd name="f6" fmla="val h"/>
              <a:gd name="f7" fmla="val 0"/>
              <a:gd name="f8" fmla="val 21600"/>
              <a:gd name="f9" fmla="+- 0 0 1"/>
              <a:gd name="f10" fmla="val -2147483647"/>
              <a:gd name="f11" fmla="val 2147483647"/>
              <a:gd name="f12" fmla="val 3590"/>
              <a:gd name="f13" fmla="val 8970"/>
              <a:gd name="f14" fmla="val 12630"/>
              <a:gd name="f15" fmla="val 18010"/>
              <a:gd name="f16" fmla="*/ f5 1 21600"/>
              <a:gd name="f17" fmla="*/ f6 1 21600"/>
              <a:gd name="f18" fmla="pin -2147483647 f0 2147483647"/>
              <a:gd name="f19" fmla="pin -2147483647 f1 2147483647"/>
              <a:gd name="f20" fmla="+- 0 0 f12"/>
              <a:gd name="f21" fmla="+- 3590 0 f7"/>
              <a:gd name="f22" fmla="+- 0 0 f3"/>
              <a:gd name="f23" fmla="+- 21600 0 f15"/>
              <a:gd name="f24" fmla="+- 18010 0 f8"/>
              <a:gd name="f25" fmla="+- f18 0 10800"/>
              <a:gd name="f26" fmla="+- f19 0 10800"/>
              <a:gd name="f27" fmla="+- f19 0 21600"/>
              <a:gd name="f28" fmla="+- f18 0 21600"/>
              <a:gd name="f29" fmla="*/ f18 f16 1"/>
              <a:gd name="f30" fmla="*/ f19 f17 1"/>
              <a:gd name="f31" fmla="*/ 800 f16 1"/>
              <a:gd name="f32" fmla="*/ 20800 f16 1"/>
              <a:gd name="f33" fmla="*/ 20800 f17 1"/>
              <a:gd name="f34" fmla="*/ 800 f17 1"/>
              <a:gd name="f35" fmla="abs f20"/>
              <a:gd name="f36" fmla="abs f21"/>
              <a:gd name="f37" fmla="?: f20 f22 f3"/>
              <a:gd name="f38" fmla="?: f20 f3 f22"/>
              <a:gd name="f39" fmla="?: f20 f4 f3"/>
              <a:gd name="f40" fmla="?: f20 f3 f4"/>
              <a:gd name="f41" fmla="abs f23"/>
              <a:gd name="f42" fmla="?: f21 f22 f3"/>
              <a:gd name="f43" fmla="?: f21 f3 f22"/>
              <a:gd name="f44" fmla="?: f23 0 f2"/>
              <a:gd name="f45" fmla="?: f23 f2 0"/>
              <a:gd name="f46" fmla="abs f24"/>
              <a:gd name="f47" fmla="?: f23 f22 f3"/>
              <a:gd name="f48" fmla="?: f23 f3 f22"/>
              <a:gd name="f49" fmla="?: f23 f4 f3"/>
              <a:gd name="f50" fmla="?: f23 f3 f4"/>
              <a:gd name="f51" fmla="?: f24 f22 f3"/>
              <a:gd name="f52" fmla="?: f24 f3 f22"/>
              <a:gd name="f53" fmla="?: f20 0 f2"/>
              <a:gd name="f54" fmla="?: f20 f2 0"/>
              <a:gd name="f55" fmla="abs f25"/>
              <a:gd name="f56" fmla="abs f26"/>
              <a:gd name="f57" fmla="?: f20 f40 f39"/>
              <a:gd name="f58" fmla="?: f20 f39 f40"/>
              <a:gd name="f59" fmla="?: f21 f38 f37"/>
              <a:gd name="f60" fmla="?: f21 f45 f44"/>
              <a:gd name="f61" fmla="?: f21 f44 f45"/>
              <a:gd name="f62" fmla="?: f23 f42 f43"/>
              <a:gd name="f63" fmla="?: f23 f50 f49"/>
              <a:gd name="f64" fmla="?: f23 f49 f50"/>
              <a:gd name="f65" fmla="?: f24 f48 f47"/>
              <a:gd name="f66" fmla="?: f24 f54 f53"/>
              <a:gd name="f67" fmla="?: f24 f53 f54"/>
              <a:gd name="f68" fmla="?: f20 f51 f52"/>
              <a:gd name="f69" fmla="+- f55 0 f56"/>
              <a:gd name="f70" fmla="+- f56 0 f55"/>
              <a:gd name="f71" fmla="?: f21 f58 f57"/>
              <a:gd name="f72" fmla="?: f23 f60 f61"/>
              <a:gd name="f73" fmla="?: f24 f64 f63"/>
              <a:gd name="f74" fmla="?: f20 f66 f67"/>
              <a:gd name="f75" fmla="?: f26 f9 f69"/>
              <a:gd name="f76" fmla="?: f26 f69 f9"/>
              <a:gd name="f77" fmla="?: f25 f9 f70"/>
              <a:gd name="f78" fmla="?: f25 f70 f9"/>
              <a:gd name="f79" fmla="?: f18 f9 f75"/>
              <a:gd name="f80" fmla="?: f18 f9 f76"/>
              <a:gd name="f81" fmla="?: f27 f77 f9"/>
              <a:gd name="f82" fmla="?: f27 f78 f9"/>
              <a:gd name="f83" fmla="?: f28 f76 f9"/>
              <a:gd name="f84" fmla="?: f28 f75 f9"/>
              <a:gd name="f85" fmla="?: f19 f9 f78"/>
              <a:gd name="f86" fmla="?: f19 f9 f77"/>
              <a:gd name="f87" fmla="?: f79 f18 0"/>
              <a:gd name="f88" fmla="?: f79 f19 6280"/>
              <a:gd name="f89" fmla="?: f80 f18 0"/>
              <a:gd name="f90" fmla="?: f80 f19 15320"/>
              <a:gd name="f91" fmla="?: f81 f18 6280"/>
              <a:gd name="f92" fmla="?: f81 f19 21600"/>
              <a:gd name="f93" fmla="?: f82 f18 15320"/>
              <a:gd name="f94" fmla="?: f82 f19 21600"/>
              <a:gd name="f95" fmla="?: f83 f18 21600"/>
              <a:gd name="f96" fmla="?: f83 f19 15320"/>
              <a:gd name="f97" fmla="?: f84 f18 21600"/>
              <a:gd name="f98" fmla="?: f84 f19 6280"/>
              <a:gd name="f99" fmla="?: f85 f18 15320"/>
              <a:gd name="f100" fmla="?: f85 f19 0"/>
              <a:gd name="f101" fmla="?: f86 f18 6280"/>
              <a:gd name="f102" fmla="?: f86 f19 0"/>
            </a:gdLst>
            <a:ahLst>
              <a:ahXY gdRefX="f0" minX="f10" maxX="f11" gdRefY="f1" minY="f10" maxY="f11">
                <a:pos x="f29" y="f30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31" t="f34" r="f32" b="f33"/>
            <a:pathLst>
              <a:path w="21600" h="21600">
                <a:moveTo>
                  <a:pt x="f12" y="f7"/>
                </a:moveTo>
                <a:arcTo wR="f35" hR="f36" stAng="f71" swAng="f59"/>
                <a:lnTo>
                  <a:pt x="f87" y="f88"/>
                </a:lnTo>
                <a:lnTo>
                  <a:pt x="f7" y="f13"/>
                </a:lnTo>
                <a:lnTo>
                  <a:pt x="f7" y="f14"/>
                </a:lnTo>
                <a:lnTo>
                  <a:pt x="f89" y="f90"/>
                </a:lnTo>
                <a:lnTo>
                  <a:pt x="f7" y="f15"/>
                </a:lnTo>
                <a:arcTo wR="f36" hR="f41" stAng="f72" swAng="f62"/>
                <a:lnTo>
                  <a:pt x="f91" y="f92"/>
                </a:lnTo>
                <a:lnTo>
                  <a:pt x="f13" y="f8"/>
                </a:lnTo>
                <a:lnTo>
                  <a:pt x="f14" y="f8"/>
                </a:lnTo>
                <a:lnTo>
                  <a:pt x="f93" y="f94"/>
                </a:lnTo>
                <a:lnTo>
                  <a:pt x="f15" y="f8"/>
                </a:lnTo>
                <a:arcTo wR="f41" hR="f46" stAng="f73" swAng="f65"/>
                <a:lnTo>
                  <a:pt x="f95" y="f96"/>
                </a:lnTo>
                <a:lnTo>
                  <a:pt x="f8" y="f14"/>
                </a:lnTo>
                <a:lnTo>
                  <a:pt x="f8" y="f13"/>
                </a:lnTo>
                <a:lnTo>
                  <a:pt x="f97" y="f98"/>
                </a:lnTo>
                <a:lnTo>
                  <a:pt x="f8" y="f12"/>
                </a:lnTo>
                <a:arcTo wR="f46" hR="f35" stAng="f74" swAng="f68"/>
                <a:lnTo>
                  <a:pt x="f99" y="f100"/>
                </a:lnTo>
                <a:lnTo>
                  <a:pt x="f14" y="f7"/>
                </a:lnTo>
                <a:lnTo>
                  <a:pt x="f13" y="f7"/>
                </a:lnTo>
                <a:lnTo>
                  <a:pt x="f101" y="f102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IN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Competetive</a:t>
            </a:r>
          </a:p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IN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advantage</a:t>
            </a: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8F20F930-74CA-480F-903E-889E2468CF44}"/>
              </a:ext>
            </a:extLst>
          </p:cNvPr>
          <p:cNvSpPr/>
          <p:nvPr/>
        </p:nvSpPr>
        <p:spPr>
          <a:xfrm>
            <a:off x="7632000" y="5328000"/>
            <a:ext cx="2304000" cy="1152000"/>
          </a:xfrm>
          <a:custGeom>
            <a:avLst>
              <a:gd name="f0" fmla="val -13005"/>
              <a:gd name="f1" fmla="val -17875"/>
            </a:avLst>
            <a:gdLst>
              <a:gd name="f2" fmla="val 10800000"/>
              <a:gd name="f3" fmla="val 5400000"/>
              <a:gd name="f4" fmla="val 16200000"/>
              <a:gd name="f5" fmla="val w"/>
              <a:gd name="f6" fmla="val h"/>
              <a:gd name="f7" fmla="val 0"/>
              <a:gd name="f8" fmla="val 21600"/>
              <a:gd name="f9" fmla="+- 0 0 1"/>
              <a:gd name="f10" fmla="val -2147483647"/>
              <a:gd name="f11" fmla="val 2147483647"/>
              <a:gd name="f12" fmla="val 3590"/>
              <a:gd name="f13" fmla="val 8970"/>
              <a:gd name="f14" fmla="val 12630"/>
              <a:gd name="f15" fmla="val 18010"/>
              <a:gd name="f16" fmla="*/ f5 1 21600"/>
              <a:gd name="f17" fmla="*/ f6 1 21600"/>
              <a:gd name="f18" fmla="pin -2147483647 f0 2147483647"/>
              <a:gd name="f19" fmla="pin -2147483647 f1 2147483647"/>
              <a:gd name="f20" fmla="+- 0 0 f12"/>
              <a:gd name="f21" fmla="+- 3590 0 f7"/>
              <a:gd name="f22" fmla="+- 0 0 f3"/>
              <a:gd name="f23" fmla="+- 21600 0 f15"/>
              <a:gd name="f24" fmla="+- 18010 0 f8"/>
              <a:gd name="f25" fmla="+- f18 0 10800"/>
              <a:gd name="f26" fmla="+- f19 0 10800"/>
              <a:gd name="f27" fmla="+- f19 0 21600"/>
              <a:gd name="f28" fmla="+- f18 0 21600"/>
              <a:gd name="f29" fmla="*/ f18 f16 1"/>
              <a:gd name="f30" fmla="*/ f19 f17 1"/>
              <a:gd name="f31" fmla="*/ 800 f16 1"/>
              <a:gd name="f32" fmla="*/ 20800 f16 1"/>
              <a:gd name="f33" fmla="*/ 20800 f17 1"/>
              <a:gd name="f34" fmla="*/ 800 f17 1"/>
              <a:gd name="f35" fmla="abs f20"/>
              <a:gd name="f36" fmla="abs f21"/>
              <a:gd name="f37" fmla="?: f20 f22 f3"/>
              <a:gd name="f38" fmla="?: f20 f3 f22"/>
              <a:gd name="f39" fmla="?: f20 f4 f3"/>
              <a:gd name="f40" fmla="?: f20 f3 f4"/>
              <a:gd name="f41" fmla="abs f23"/>
              <a:gd name="f42" fmla="?: f21 f22 f3"/>
              <a:gd name="f43" fmla="?: f21 f3 f22"/>
              <a:gd name="f44" fmla="?: f23 0 f2"/>
              <a:gd name="f45" fmla="?: f23 f2 0"/>
              <a:gd name="f46" fmla="abs f24"/>
              <a:gd name="f47" fmla="?: f23 f22 f3"/>
              <a:gd name="f48" fmla="?: f23 f3 f22"/>
              <a:gd name="f49" fmla="?: f23 f4 f3"/>
              <a:gd name="f50" fmla="?: f23 f3 f4"/>
              <a:gd name="f51" fmla="?: f24 f22 f3"/>
              <a:gd name="f52" fmla="?: f24 f3 f22"/>
              <a:gd name="f53" fmla="?: f20 0 f2"/>
              <a:gd name="f54" fmla="?: f20 f2 0"/>
              <a:gd name="f55" fmla="abs f25"/>
              <a:gd name="f56" fmla="abs f26"/>
              <a:gd name="f57" fmla="?: f20 f40 f39"/>
              <a:gd name="f58" fmla="?: f20 f39 f40"/>
              <a:gd name="f59" fmla="?: f21 f38 f37"/>
              <a:gd name="f60" fmla="?: f21 f45 f44"/>
              <a:gd name="f61" fmla="?: f21 f44 f45"/>
              <a:gd name="f62" fmla="?: f23 f42 f43"/>
              <a:gd name="f63" fmla="?: f23 f50 f49"/>
              <a:gd name="f64" fmla="?: f23 f49 f50"/>
              <a:gd name="f65" fmla="?: f24 f48 f47"/>
              <a:gd name="f66" fmla="?: f24 f54 f53"/>
              <a:gd name="f67" fmla="?: f24 f53 f54"/>
              <a:gd name="f68" fmla="?: f20 f51 f52"/>
              <a:gd name="f69" fmla="+- f55 0 f56"/>
              <a:gd name="f70" fmla="+- f56 0 f55"/>
              <a:gd name="f71" fmla="?: f21 f58 f57"/>
              <a:gd name="f72" fmla="?: f23 f60 f61"/>
              <a:gd name="f73" fmla="?: f24 f64 f63"/>
              <a:gd name="f74" fmla="?: f20 f66 f67"/>
              <a:gd name="f75" fmla="?: f26 f9 f69"/>
              <a:gd name="f76" fmla="?: f26 f69 f9"/>
              <a:gd name="f77" fmla="?: f25 f9 f70"/>
              <a:gd name="f78" fmla="?: f25 f70 f9"/>
              <a:gd name="f79" fmla="?: f18 f9 f75"/>
              <a:gd name="f80" fmla="?: f18 f9 f76"/>
              <a:gd name="f81" fmla="?: f27 f77 f9"/>
              <a:gd name="f82" fmla="?: f27 f78 f9"/>
              <a:gd name="f83" fmla="?: f28 f76 f9"/>
              <a:gd name="f84" fmla="?: f28 f75 f9"/>
              <a:gd name="f85" fmla="?: f19 f9 f78"/>
              <a:gd name="f86" fmla="?: f19 f9 f77"/>
              <a:gd name="f87" fmla="?: f79 f18 0"/>
              <a:gd name="f88" fmla="?: f79 f19 6280"/>
              <a:gd name="f89" fmla="?: f80 f18 0"/>
              <a:gd name="f90" fmla="?: f80 f19 15320"/>
              <a:gd name="f91" fmla="?: f81 f18 6280"/>
              <a:gd name="f92" fmla="?: f81 f19 21600"/>
              <a:gd name="f93" fmla="?: f82 f18 15320"/>
              <a:gd name="f94" fmla="?: f82 f19 21600"/>
              <a:gd name="f95" fmla="?: f83 f18 21600"/>
              <a:gd name="f96" fmla="?: f83 f19 15320"/>
              <a:gd name="f97" fmla="?: f84 f18 21600"/>
              <a:gd name="f98" fmla="?: f84 f19 6280"/>
              <a:gd name="f99" fmla="?: f85 f18 15320"/>
              <a:gd name="f100" fmla="?: f85 f19 0"/>
              <a:gd name="f101" fmla="?: f86 f18 6280"/>
              <a:gd name="f102" fmla="?: f86 f19 0"/>
            </a:gdLst>
            <a:ahLst>
              <a:ahXY gdRefX="f0" minX="f10" maxX="f11" gdRefY="f1" minY="f10" maxY="f11">
                <a:pos x="f29" y="f30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31" t="f34" r="f32" b="f33"/>
            <a:pathLst>
              <a:path w="21600" h="21600">
                <a:moveTo>
                  <a:pt x="f12" y="f7"/>
                </a:moveTo>
                <a:arcTo wR="f35" hR="f36" stAng="f71" swAng="f59"/>
                <a:lnTo>
                  <a:pt x="f87" y="f88"/>
                </a:lnTo>
                <a:lnTo>
                  <a:pt x="f7" y="f13"/>
                </a:lnTo>
                <a:lnTo>
                  <a:pt x="f7" y="f14"/>
                </a:lnTo>
                <a:lnTo>
                  <a:pt x="f89" y="f90"/>
                </a:lnTo>
                <a:lnTo>
                  <a:pt x="f7" y="f15"/>
                </a:lnTo>
                <a:arcTo wR="f36" hR="f41" stAng="f72" swAng="f62"/>
                <a:lnTo>
                  <a:pt x="f91" y="f92"/>
                </a:lnTo>
                <a:lnTo>
                  <a:pt x="f13" y="f8"/>
                </a:lnTo>
                <a:lnTo>
                  <a:pt x="f14" y="f8"/>
                </a:lnTo>
                <a:lnTo>
                  <a:pt x="f93" y="f94"/>
                </a:lnTo>
                <a:lnTo>
                  <a:pt x="f15" y="f8"/>
                </a:lnTo>
                <a:arcTo wR="f41" hR="f46" stAng="f73" swAng="f65"/>
                <a:lnTo>
                  <a:pt x="f95" y="f96"/>
                </a:lnTo>
                <a:lnTo>
                  <a:pt x="f8" y="f14"/>
                </a:lnTo>
                <a:lnTo>
                  <a:pt x="f8" y="f13"/>
                </a:lnTo>
                <a:lnTo>
                  <a:pt x="f97" y="f98"/>
                </a:lnTo>
                <a:lnTo>
                  <a:pt x="f8" y="f12"/>
                </a:lnTo>
                <a:arcTo wR="f46" hR="f35" stAng="f74" swAng="f68"/>
                <a:lnTo>
                  <a:pt x="f99" y="f100"/>
                </a:lnTo>
                <a:lnTo>
                  <a:pt x="f14" y="f7"/>
                </a:lnTo>
                <a:lnTo>
                  <a:pt x="f13" y="f7"/>
                </a:lnTo>
                <a:lnTo>
                  <a:pt x="f101" y="f102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IN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Technology</a:t>
            </a:r>
          </a:p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IN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Enabled</a:t>
            </a:r>
          </a:p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IN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Analytics</a:t>
            </a:r>
          </a:p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IN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(R, SAS, IBM,Weka)</a:t>
            </a: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D26ECE09-A774-45FE-8554-F0769EC5B9CB}"/>
              </a:ext>
            </a:extLst>
          </p:cNvPr>
          <p:cNvSpPr/>
          <p:nvPr/>
        </p:nvSpPr>
        <p:spPr>
          <a:xfrm>
            <a:off x="4320000" y="5832000"/>
            <a:ext cx="2736000" cy="1368000"/>
          </a:xfrm>
          <a:custGeom>
            <a:avLst>
              <a:gd name="f0" fmla="val 6248"/>
              <a:gd name="f1" fmla="val -20031"/>
            </a:avLst>
            <a:gdLst>
              <a:gd name="f2" fmla="val 10800000"/>
              <a:gd name="f3" fmla="val 5400000"/>
              <a:gd name="f4" fmla="val 16200000"/>
              <a:gd name="f5" fmla="val w"/>
              <a:gd name="f6" fmla="val h"/>
              <a:gd name="f7" fmla="val 0"/>
              <a:gd name="f8" fmla="val 21600"/>
              <a:gd name="f9" fmla="+- 0 0 1"/>
              <a:gd name="f10" fmla="val -2147483647"/>
              <a:gd name="f11" fmla="val 2147483647"/>
              <a:gd name="f12" fmla="val 3590"/>
              <a:gd name="f13" fmla="val 8970"/>
              <a:gd name="f14" fmla="val 12630"/>
              <a:gd name="f15" fmla="val 18010"/>
              <a:gd name="f16" fmla="*/ f5 1 21600"/>
              <a:gd name="f17" fmla="*/ f6 1 21600"/>
              <a:gd name="f18" fmla="pin -2147483647 f0 2147483647"/>
              <a:gd name="f19" fmla="pin -2147483647 f1 2147483647"/>
              <a:gd name="f20" fmla="+- 0 0 f12"/>
              <a:gd name="f21" fmla="+- 3590 0 f7"/>
              <a:gd name="f22" fmla="+- 0 0 f3"/>
              <a:gd name="f23" fmla="+- 21600 0 f15"/>
              <a:gd name="f24" fmla="+- 18010 0 f8"/>
              <a:gd name="f25" fmla="+- f18 0 10800"/>
              <a:gd name="f26" fmla="+- f19 0 10800"/>
              <a:gd name="f27" fmla="+- f19 0 21600"/>
              <a:gd name="f28" fmla="+- f18 0 21600"/>
              <a:gd name="f29" fmla="*/ f18 f16 1"/>
              <a:gd name="f30" fmla="*/ f19 f17 1"/>
              <a:gd name="f31" fmla="*/ 800 f16 1"/>
              <a:gd name="f32" fmla="*/ 20800 f16 1"/>
              <a:gd name="f33" fmla="*/ 20800 f17 1"/>
              <a:gd name="f34" fmla="*/ 800 f17 1"/>
              <a:gd name="f35" fmla="abs f20"/>
              <a:gd name="f36" fmla="abs f21"/>
              <a:gd name="f37" fmla="?: f20 f22 f3"/>
              <a:gd name="f38" fmla="?: f20 f3 f22"/>
              <a:gd name="f39" fmla="?: f20 f4 f3"/>
              <a:gd name="f40" fmla="?: f20 f3 f4"/>
              <a:gd name="f41" fmla="abs f23"/>
              <a:gd name="f42" fmla="?: f21 f22 f3"/>
              <a:gd name="f43" fmla="?: f21 f3 f22"/>
              <a:gd name="f44" fmla="?: f23 0 f2"/>
              <a:gd name="f45" fmla="?: f23 f2 0"/>
              <a:gd name="f46" fmla="abs f24"/>
              <a:gd name="f47" fmla="?: f23 f22 f3"/>
              <a:gd name="f48" fmla="?: f23 f3 f22"/>
              <a:gd name="f49" fmla="?: f23 f4 f3"/>
              <a:gd name="f50" fmla="?: f23 f3 f4"/>
              <a:gd name="f51" fmla="?: f24 f22 f3"/>
              <a:gd name="f52" fmla="?: f24 f3 f22"/>
              <a:gd name="f53" fmla="?: f20 0 f2"/>
              <a:gd name="f54" fmla="?: f20 f2 0"/>
              <a:gd name="f55" fmla="abs f25"/>
              <a:gd name="f56" fmla="abs f26"/>
              <a:gd name="f57" fmla="?: f20 f40 f39"/>
              <a:gd name="f58" fmla="?: f20 f39 f40"/>
              <a:gd name="f59" fmla="?: f21 f38 f37"/>
              <a:gd name="f60" fmla="?: f21 f45 f44"/>
              <a:gd name="f61" fmla="?: f21 f44 f45"/>
              <a:gd name="f62" fmla="?: f23 f42 f43"/>
              <a:gd name="f63" fmla="?: f23 f50 f49"/>
              <a:gd name="f64" fmla="?: f23 f49 f50"/>
              <a:gd name="f65" fmla="?: f24 f48 f47"/>
              <a:gd name="f66" fmla="?: f24 f54 f53"/>
              <a:gd name="f67" fmla="?: f24 f53 f54"/>
              <a:gd name="f68" fmla="?: f20 f51 f52"/>
              <a:gd name="f69" fmla="+- f55 0 f56"/>
              <a:gd name="f70" fmla="+- f56 0 f55"/>
              <a:gd name="f71" fmla="?: f21 f58 f57"/>
              <a:gd name="f72" fmla="?: f23 f60 f61"/>
              <a:gd name="f73" fmla="?: f24 f64 f63"/>
              <a:gd name="f74" fmla="?: f20 f66 f67"/>
              <a:gd name="f75" fmla="?: f26 f9 f69"/>
              <a:gd name="f76" fmla="?: f26 f69 f9"/>
              <a:gd name="f77" fmla="?: f25 f9 f70"/>
              <a:gd name="f78" fmla="?: f25 f70 f9"/>
              <a:gd name="f79" fmla="?: f18 f9 f75"/>
              <a:gd name="f80" fmla="?: f18 f9 f76"/>
              <a:gd name="f81" fmla="?: f27 f77 f9"/>
              <a:gd name="f82" fmla="?: f27 f78 f9"/>
              <a:gd name="f83" fmla="?: f28 f76 f9"/>
              <a:gd name="f84" fmla="?: f28 f75 f9"/>
              <a:gd name="f85" fmla="?: f19 f9 f78"/>
              <a:gd name="f86" fmla="?: f19 f9 f77"/>
              <a:gd name="f87" fmla="?: f79 f18 0"/>
              <a:gd name="f88" fmla="?: f79 f19 6280"/>
              <a:gd name="f89" fmla="?: f80 f18 0"/>
              <a:gd name="f90" fmla="?: f80 f19 15320"/>
              <a:gd name="f91" fmla="?: f81 f18 6280"/>
              <a:gd name="f92" fmla="?: f81 f19 21600"/>
              <a:gd name="f93" fmla="?: f82 f18 15320"/>
              <a:gd name="f94" fmla="?: f82 f19 21600"/>
              <a:gd name="f95" fmla="?: f83 f18 21600"/>
              <a:gd name="f96" fmla="?: f83 f19 15320"/>
              <a:gd name="f97" fmla="?: f84 f18 21600"/>
              <a:gd name="f98" fmla="?: f84 f19 6280"/>
              <a:gd name="f99" fmla="?: f85 f18 15320"/>
              <a:gd name="f100" fmla="?: f85 f19 0"/>
              <a:gd name="f101" fmla="?: f86 f18 6280"/>
              <a:gd name="f102" fmla="?: f86 f19 0"/>
            </a:gdLst>
            <a:ahLst>
              <a:ahXY gdRefX="f0" minX="f10" maxX="f11" gdRefY="f1" minY="f10" maxY="f11">
                <a:pos x="f29" y="f30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31" t="f34" r="f32" b="f33"/>
            <a:pathLst>
              <a:path w="21600" h="21600">
                <a:moveTo>
                  <a:pt x="f12" y="f7"/>
                </a:moveTo>
                <a:arcTo wR="f35" hR="f36" stAng="f71" swAng="f59"/>
                <a:lnTo>
                  <a:pt x="f87" y="f88"/>
                </a:lnTo>
                <a:lnTo>
                  <a:pt x="f7" y="f13"/>
                </a:lnTo>
                <a:lnTo>
                  <a:pt x="f7" y="f14"/>
                </a:lnTo>
                <a:lnTo>
                  <a:pt x="f89" y="f90"/>
                </a:lnTo>
                <a:lnTo>
                  <a:pt x="f7" y="f15"/>
                </a:lnTo>
                <a:arcTo wR="f36" hR="f41" stAng="f72" swAng="f62"/>
                <a:lnTo>
                  <a:pt x="f91" y="f92"/>
                </a:lnTo>
                <a:lnTo>
                  <a:pt x="f13" y="f8"/>
                </a:lnTo>
                <a:lnTo>
                  <a:pt x="f14" y="f8"/>
                </a:lnTo>
                <a:lnTo>
                  <a:pt x="f93" y="f94"/>
                </a:lnTo>
                <a:lnTo>
                  <a:pt x="f15" y="f8"/>
                </a:lnTo>
                <a:arcTo wR="f41" hR="f46" stAng="f73" swAng="f65"/>
                <a:lnTo>
                  <a:pt x="f95" y="f96"/>
                </a:lnTo>
                <a:lnTo>
                  <a:pt x="f8" y="f14"/>
                </a:lnTo>
                <a:lnTo>
                  <a:pt x="f8" y="f13"/>
                </a:lnTo>
                <a:lnTo>
                  <a:pt x="f97" y="f98"/>
                </a:lnTo>
                <a:lnTo>
                  <a:pt x="f8" y="f12"/>
                </a:lnTo>
                <a:arcTo wR="f46" hR="f35" stAng="f74" swAng="f68"/>
                <a:lnTo>
                  <a:pt x="f99" y="f100"/>
                </a:lnTo>
                <a:lnTo>
                  <a:pt x="f14" y="f7"/>
                </a:lnTo>
                <a:lnTo>
                  <a:pt x="f13" y="f7"/>
                </a:lnTo>
                <a:lnTo>
                  <a:pt x="f101" y="f102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IN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Time sensitive decions</a:t>
            </a:r>
          </a:p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IN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Made in near real time</a:t>
            </a:r>
          </a:p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IN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By processing a steady</a:t>
            </a:r>
          </a:p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IN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Stream of real-time data</a:t>
            </a: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5CD71641-F324-4A82-A14D-FD3D402C5868}"/>
              </a:ext>
            </a:extLst>
          </p:cNvPr>
          <p:cNvSpPr/>
          <p:nvPr/>
        </p:nvSpPr>
        <p:spPr>
          <a:xfrm>
            <a:off x="3456000" y="864000"/>
            <a:ext cx="2520000" cy="1152000"/>
          </a:xfrm>
          <a:custGeom>
            <a:avLst>
              <a:gd name="f0" fmla="val 11289"/>
              <a:gd name="f1" fmla="val 39131"/>
            </a:avLst>
            <a:gdLst>
              <a:gd name="f2" fmla="val 10800000"/>
              <a:gd name="f3" fmla="val 5400000"/>
              <a:gd name="f4" fmla="val 16200000"/>
              <a:gd name="f5" fmla="val w"/>
              <a:gd name="f6" fmla="val h"/>
              <a:gd name="f7" fmla="val 0"/>
              <a:gd name="f8" fmla="val 21600"/>
              <a:gd name="f9" fmla="+- 0 0 1"/>
              <a:gd name="f10" fmla="val -2147483647"/>
              <a:gd name="f11" fmla="val 2147483647"/>
              <a:gd name="f12" fmla="val 3590"/>
              <a:gd name="f13" fmla="val 8970"/>
              <a:gd name="f14" fmla="val 12630"/>
              <a:gd name="f15" fmla="val 18010"/>
              <a:gd name="f16" fmla="*/ f5 1 21600"/>
              <a:gd name="f17" fmla="*/ f6 1 21600"/>
              <a:gd name="f18" fmla="pin -2147483647 f0 2147483647"/>
              <a:gd name="f19" fmla="pin -2147483647 f1 2147483647"/>
              <a:gd name="f20" fmla="+- 0 0 f12"/>
              <a:gd name="f21" fmla="+- 3590 0 f7"/>
              <a:gd name="f22" fmla="+- 0 0 f3"/>
              <a:gd name="f23" fmla="+- 21600 0 f15"/>
              <a:gd name="f24" fmla="+- 18010 0 f8"/>
              <a:gd name="f25" fmla="+- f18 0 10800"/>
              <a:gd name="f26" fmla="+- f19 0 10800"/>
              <a:gd name="f27" fmla="+- f19 0 21600"/>
              <a:gd name="f28" fmla="+- f18 0 21600"/>
              <a:gd name="f29" fmla="*/ f18 f16 1"/>
              <a:gd name="f30" fmla="*/ f19 f17 1"/>
              <a:gd name="f31" fmla="*/ 800 f16 1"/>
              <a:gd name="f32" fmla="*/ 20800 f16 1"/>
              <a:gd name="f33" fmla="*/ 20800 f17 1"/>
              <a:gd name="f34" fmla="*/ 800 f17 1"/>
              <a:gd name="f35" fmla="abs f20"/>
              <a:gd name="f36" fmla="abs f21"/>
              <a:gd name="f37" fmla="?: f20 f22 f3"/>
              <a:gd name="f38" fmla="?: f20 f3 f22"/>
              <a:gd name="f39" fmla="?: f20 f4 f3"/>
              <a:gd name="f40" fmla="?: f20 f3 f4"/>
              <a:gd name="f41" fmla="abs f23"/>
              <a:gd name="f42" fmla="?: f21 f22 f3"/>
              <a:gd name="f43" fmla="?: f21 f3 f22"/>
              <a:gd name="f44" fmla="?: f23 0 f2"/>
              <a:gd name="f45" fmla="?: f23 f2 0"/>
              <a:gd name="f46" fmla="abs f24"/>
              <a:gd name="f47" fmla="?: f23 f22 f3"/>
              <a:gd name="f48" fmla="?: f23 f3 f22"/>
              <a:gd name="f49" fmla="?: f23 f4 f3"/>
              <a:gd name="f50" fmla="?: f23 f3 f4"/>
              <a:gd name="f51" fmla="?: f24 f22 f3"/>
              <a:gd name="f52" fmla="?: f24 f3 f22"/>
              <a:gd name="f53" fmla="?: f20 0 f2"/>
              <a:gd name="f54" fmla="?: f20 f2 0"/>
              <a:gd name="f55" fmla="abs f25"/>
              <a:gd name="f56" fmla="abs f26"/>
              <a:gd name="f57" fmla="?: f20 f40 f39"/>
              <a:gd name="f58" fmla="?: f20 f39 f40"/>
              <a:gd name="f59" fmla="?: f21 f38 f37"/>
              <a:gd name="f60" fmla="?: f21 f45 f44"/>
              <a:gd name="f61" fmla="?: f21 f44 f45"/>
              <a:gd name="f62" fmla="?: f23 f42 f43"/>
              <a:gd name="f63" fmla="?: f23 f50 f49"/>
              <a:gd name="f64" fmla="?: f23 f49 f50"/>
              <a:gd name="f65" fmla="?: f24 f48 f47"/>
              <a:gd name="f66" fmla="?: f24 f54 f53"/>
              <a:gd name="f67" fmla="?: f24 f53 f54"/>
              <a:gd name="f68" fmla="?: f20 f51 f52"/>
              <a:gd name="f69" fmla="+- f55 0 f56"/>
              <a:gd name="f70" fmla="+- f56 0 f55"/>
              <a:gd name="f71" fmla="?: f21 f58 f57"/>
              <a:gd name="f72" fmla="?: f23 f60 f61"/>
              <a:gd name="f73" fmla="?: f24 f64 f63"/>
              <a:gd name="f74" fmla="?: f20 f66 f67"/>
              <a:gd name="f75" fmla="?: f26 f9 f69"/>
              <a:gd name="f76" fmla="?: f26 f69 f9"/>
              <a:gd name="f77" fmla="?: f25 f9 f70"/>
              <a:gd name="f78" fmla="?: f25 f70 f9"/>
              <a:gd name="f79" fmla="?: f18 f9 f75"/>
              <a:gd name="f80" fmla="?: f18 f9 f76"/>
              <a:gd name="f81" fmla="?: f27 f77 f9"/>
              <a:gd name="f82" fmla="?: f27 f78 f9"/>
              <a:gd name="f83" fmla="?: f28 f76 f9"/>
              <a:gd name="f84" fmla="?: f28 f75 f9"/>
              <a:gd name="f85" fmla="?: f19 f9 f78"/>
              <a:gd name="f86" fmla="?: f19 f9 f77"/>
              <a:gd name="f87" fmla="?: f79 f18 0"/>
              <a:gd name="f88" fmla="?: f79 f19 6280"/>
              <a:gd name="f89" fmla="?: f80 f18 0"/>
              <a:gd name="f90" fmla="?: f80 f19 15320"/>
              <a:gd name="f91" fmla="?: f81 f18 6280"/>
              <a:gd name="f92" fmla="?: f81 f19 21600"/>
              <a:gd name="f93" fmla="?: f82 f18 15320"/>
              <a:gd name="f94" fmla="?: f82 f19 21600"/>
              <a:gd name="f95" fmla="?: f83 f18 21600"/>
              <a:gd name="f96" fmla="?: f83 f19 15320"/>
              <a:gd name="f97" fmla="?: f84 f18 21600"/>
              <a:gd name="f98" fmla="?: f84 f19 6280"/>
              <a:gd name="f99" fmla="?: f85 f18 15320"/>
              <a:gd name="f100" fmla="?: f85 f19 0"/>
              <a:gd name="f101" fmla="?: f86 f18 6280"/>
              <a:gd name="f102" fmla="?: f86 f19 0"/>
            </a:gdLst>
            <a:ahLst>
              <a:ahXY gdRefX="f0" minX="f10" maxX="f11" gdRefY="f1" minY="f10" maxY="f11">
                <a:pos x="f29" y="f30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31" t="f34" r="f32" b="f33"/>
            <a:pathLst>
              <a:path w="21600" h="21600">
                <a:moveTo>
                  <a:pt x="f12" y="f7"/>
                </a:moveTo>
                <a:arcTo wR="f35" hR="f36" stAng="f71" swAng="f59"/>
                <a:lnTo>
                  <a:pt x="f87" y="f88"/>
                </a:lnTo>
                <a:lnTo>
                  <a:pt x="f7" y="f13"/>
                </a:lnTo>
                <a:lnTo>
                  <a:pt x="f7" y="f14"/>
                </a:lnTo>
                <a:lnTo>
                  <a:pt x="f89" y="f90"/>
                </a:lnTo>
                <a:lnTo>
                  <a:pt x="f7" y="f15"/>
                </a:lnTo>
                <a:arcTo wR="f36" hR="f41" stAng="f72" swAng="f62"/>
                <a:lnTo>
                  <a:pt x="f91" y="f92"/>
                </a:lnTo>
                <a:lnTo>
                  <a:pt x="f13" y="f8"/>
                </a:lnTo>
                <a:lnTo>
                  <a:pt x="f14" y="f8"/>
                </a:lnTo>
                <a:lnTo>
                  <a:pt x="f93" y="f94"/>
                </a:lnTo>
                <a:lnTo>
                  <a:pt x="f15" y="f8"/>
                </a:lnTo>
                <a:arcTo wR="f41" hR="f46" stAng="f73" swAng="f65"/>
                <a:lnTo>
                  <a:pt x="f95" y="f96"/>
                </a:lnTo>
                <a:lnTo>
                  <a:pt x="f8" y="f14"/>
                </a:lnTo>
                <a:lnTo>
                  <a:pt x="f8" y="f13"/>
                </a:lnTo>
                <a:lnTo>
                  <a:pt x="f97" y="f98"/>
                </a:lnTo>
                <a:lnTo>
                  <a:pt x="f8" y="f12"/>
                </a:lnTo>
                <a:arcTo wR="f46" hR="f35" stAng="f74" swAng="f68"/>
                <a:lnTo>
                  <a:pt x="f99" y="f100"/>
                </a:lnTo>
                <a:lnTo>
                  <a:pt x="f14" y="f7"/>
                </a:lnTo>
                <a:lnTo>
                  <a:pt x="f13" y="f7"/>
                </a:lnTo>
                <a:lnTo>
                  <a:pt x="f101" y="f102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IN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Move code to data for</a:t>
            </a:r>
          </a:p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IN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Greater speed</a:t>
            </a:r>
          </a:p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IN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And efficiency</a:t>
            </a: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7D6A7263-9176-4852-AF8F-F4F6C199E388}"/>
              </a:ext>
            </a:extLst>
          </p:cNvPr>
          <p:cNvSpPr/>
          <p:nvPr/>
        </p:nvSpPr>
        <p:spPr>
          <a:xfrm>
            <a:off x="288000" y="864000"/>
            <a:ext cx="2448000" cy="1368000"/>
          </a:xfrm>
          <a:custGeom>
            <a:avLst>
              <a:gd name="f0" fmla="val 31998"/>
              <a:gd name="f1" fmla="val 38136"/>
            </a:avLst>
            <a:gdLst>
              <a:gd name="f2" fmla="val 10800000"/>
              <a:gd name="f3" fmla="val 5400000"/>
              <a:gd name="f4" fmla="val 16200000"/>
              <a:gd name="f5" fmla="val w"/>
              <a:gd name="f6" fmla="val h"/>
              <a:gd name="f7" fmla="val 0"/>
              <a:gd name="f8" fmla="val 21600"/>
              <a:gd name="f9" fmla="+- 0 0 1"/>
              <a:gd name="f10" fmla="val -2147483647"/>
              <a:gd name="f11" fmla="val 2147483647"/>
              <a:gd name="f12" fmla="val 3590"/>
              <a:gd name="f13" fmla="val 8970"/>
              <a:gd name="f14" fmla="val 12630"/>
              <a:gd name="f15" fmla="val 18010"/>
              <a:gd name="f16" fmla="*/ f5 1 21600"/>
              <a:gd name="f17" fmla="*/ f6 1 21600"/>
              <a:gd name="f18" fmla="pin -2147483647 f0 2147483647"/>
              <a:gd name="f19" fmla="pin -2147483647 f1 2147483647"/>
              <a:gd name="f20" fmla="+- 0 0 f12"/>
              <a:gd name="f21" fmla="+- 3590 0 f7"/>
              <a:gd name="f22" fmla="+- 0 0 f3"/>
              <a:gd name="f23" fmla="+- 21600 0 f15"/>
              <a:gd name="f24" fmla="+- 18010 0 f8"/>
              <a:gd name="f25" fmla="+- f18 0 10800"/>
              <a:gd name="f26" fmla="+- f19 0 10800"/>
              <a:gd name="f27" fmla="+- f19 0 21600"/>
              <a:gd name="f28" fmla="+- f18 0 21600"/>
              <a:gd name="f29" fmla="*/ f18 f16 1"/>
              <a:gd name="f30" fmla="*/ f19 f17 1"/>
              <a:gd name="f31" fmla="*/ 800 f16 1"/>
              <a:gd name="f32" fmla="*/ 20800 f16 1"/>
              <a:gd name="f33" fmla="*/ 20800 f17 1"/>
              <a:gd name="f34" fmla="*/ 800 f17 1"/>
              <a:gd name="f35" fmla="abs f20"/>
              <a:gd name="f36" fmla="abs f21"/>
              <a:gd name="f37" fmla="?: f20 f22 f3"/>
              <a:gd name="f38" fmla="?: f20 f3 f22"/>
              <a:gd name="f39" fmla="?: f20 f4 f3"/>
              <a:gd name="f40" fmla="?: f20 f3 f4"/>
              <a:gd name="f41" fmla="abs f23"/>
              <a:gd name="f42" fmla="?: f21 f22 f3"/>
              <a:gd name="f43" fmla="?: f21 f3 f22"/>
              <a:gd name="f44" fmla="?: f23 0 f2"/>
              <a:gd name="f45" fmla="?: f23 f2 0"/>
              <a:gd name="f46" fmla="abs f24"/>
              <a:gd name="f47" fmla="?: f23 f22 f3"/>
              <a:gd name="f48" fmla="?: f23 f3 f22"/>
              <a:gd name="f49" fmla="?: f23 f4 f3"/>
              <a:gd name="f50" fmla="?: f23 f3 f4"/>
              <a:gd name="f51" fmla="?: f24 f22 f3"/>
              <a:gd name="f52" fmla="?: f24 f3 f22"/>
              <a:gd name="f53" fmla="?: f20 0 f2"/>
              <a:gd name="f54" fmla="?: f20 f2 0"/>
              <a:gd name="f55" fmla="abs f25"/>
              <a:gd name="f56" fmla="abs f26"/>
              <a:gd name="f57" fmla="?: f20 f40 f39"/>
              <a:gd name="f58" fmla="?: f20 f39 f40"/>
              <a:gd name="f59" fmla="?: f21 f38 f37"/>
              <a:gd name="f60" fmla="?: f21 f45 f44"/>
              <a:gd name="f61" fmla="?: f21 f44 f45"/>
              <a:gd name="f62" fmla="?: f23 f42 f43"/>
              <a:gd name="f63" fmla="?: f23 f50 f49"/>
              <a:gd name="f64" fmla="?: f23 f49 f50"/>
              <a:gd name="f65" fmla="?: f24 f48 f47"/>
              <a:gd name="f66" fmla="?: f24 f54 f53"/>
              <a:gd name="f67" fmla="?: f24 f53 f54"/>
              <a:gd name="f68" fmla="?: f20 f51 f52"/>
              <a:gd name="f69" fmla="+- f55 0 f56"/>
              <a:gd name="f70" fmla="+- f56 0 f55"/>
              <a:gd name="f71" fmla="?: f21 f58 f57"/>
              <a:gd name="f72" fmla="?: f23 f60 f61"/>
              <a:gd name="f73" fmla="?: f24 f64 f63"/>
              <a:gd name="f74" fmla="?: f20 f66 f67"/>
              <a:gd name="f75" fmla="?: f26 f9 f69"/>
              <a:gd name="f76" fmla="?: f26 f69 f9"/>
              <a:gd name="f77" fmla="?: f25 f9 f70"/>
              <a:gd name="f78" fmla="?: f25 f70 f9"/>
              <a:gd name="f79" fmla="?: f18 f9 f75"/>
              <a:gd name="f80" fmla="?: f18 f9 f76"/>
              <a:gd name="f81" fmla="?: f27 f77 f9"/>
              <a:gd name="f82" fmla="?: f27 f78 f9"/>
              <a:gd name="f83" fmla="?: f28 f76 f9"/>
              <a:gd name="f84" fmla="?: f28 f75 f9"/>
              <a:gd name="f85" fmla="?: f19 f9 f78"/>
              <a:gd name="f86" fmla="?: f19 f9 f77"/>
              <a:gd name="f87" fmla="?: f79 f18 0"/>
              <a:gd name="f88" fmla="?: f79 f19 6280"/>
              <a:gd name="f89" fmla="?: f80 f18 0"/>
              <a:gd name="f90" fmla="?: f80 f19 15320"/>
              <a:gd name="f91" fmla="?: f81 f18 6280"/>
              <a:gd name="f92" fmla="?: f81 f19 21600"/>
              <a:gd name="f93" fmla="?: f82 f18 15320"/>
              <a:gd name="f94" fmla="?: f82 f19 21600"/>
              <a:gd name="f95" fmla="?: f83 f18 21600"/>
              <a:gd name="f96" fmla="?: f83 f19 15320"/>
              <a:gd name="f97" fmla="?: f84 f18 21600"/>
              <a:gd name="f98" fmla="?: f84 f19 6280"/>
              <a:gd name="f99" fmla="?: f85 f18 15320"/>
              <a:gd name="f100" fmla="?: f85 f19 0"/>
              <a:gd name="f101" fmla="?: f86 f18 6280"/>
              <a:gd name="f102" fmla="?: f86 f19 0"/>
            </a:gdLst>
            <a:ahLst>
              <a:ahXY gdRefX="f0" minX="f10" maxX="f11" gdRefY="f1" minY="f10" maxY="f11">
                <a:pos x="f29" y="f30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31" t="f34" r="f32" b="f33"/>
            <a:pathLst>
              <a:path w="21600" h="21600">
                <a:moveTo>
                  <a:pt x="f12" y="f7"/>
                </a:moveTo>
                <a:arcTo wR="f35" hR="f36" stAng="f71" swAng="f59"/>
                <a:lnTo>
                  <a:pt x="f87" y="f88"/>
                </a:lnTo>
                <a:lnTo>
                  <a:pt x="f7" y="f13"/>
                </a:lnTo>
                <a:lnTo>
                  <a:pt x="f7" y="f14"/>
                </a:lnTo>
                <a:lnTo>
                  <a:pt x="f89" y="f90"/>
                </a:lnTo>
                <a:lnTo>
                  <a:pt x="f7" y="f15"/>
                </a:lnTo>
                <a:arcTo wR="f36" hR="f41" stAng="f72" swAng="f62"/>
                <a:lnTo>
                  <a:pt x="f91" y="f92"/>
                </a:lnTo>
                <a:lnTo>
                  <a:pt x="f13" y="f8"/>
                </a:lnTo>
                <a:lnTo>
                  <a:pt x="f14" y="f8"/>
                </a:lnTo>
                <a:lnTo>
                  <a:pt x="f93" y="f94"/>
                </a:lnTo>
                <a:lnTo>
                  <a:pt x="f15" y="f8"/>
                </a:lnTo>
                <a:arcTo wR="f41" hR="f46" stAng="f73" swAng="f65"/>
                <a:lnTo>
                  <a:pt x="f95" y="f96"/>
                </a:lnTo>
                <a:lnTo>
                  <a:pt x="f8" y="f14"/>
                </a:lnTo>
                <a:lnTo>
                  <a:pt x="f8" y="f13"/>
                </a:lnTo>
                <a:lnTo>
                  <a:pt x="f97" y="f98"/>
                </a:lnTo>
                <a:lnTo>
                  <a:pt x="f8" y="f12"/>
                </a:lnTo>
                <a:arcTo wR="f46" hR="f35" stAng="f74" swAng="f68"/>
                <a:lnTo>
                  <a:pt x="f99" y="f100"/>
                </a:lnTo>
                <a:lnTo>
                  <a:pt x="f14" y="f7"/>
                </a:lnTo>
                <a:lnTo>
                  <a:pt x="f13" y="f7"/>
                </a:lnTo>
                <a:lnTo>
                  <a:pt x="f101" y="f102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IN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Better, faster</a:t>
            </a:r>
          </a:p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IN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 decisions in real</a:t>
            </a:r>
          </a:p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IN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time</a:t>
            </a: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9B32A80-D7DA-4CFE-AE2E-5A469BD7D2AE}"/>
              </a:ext>
            </a:extLst>
          </p:cNvPr>
          <p:cNvSpPr/>
          <p:nvPr/>
        </p:nvSpPr>
        <p:spPr>
          <a:xfrm>
            <a:off x="216000" y="3096000"/>
            <a:ext cx="2808000" cy="1584000"/>
          </a:xfrm>
          <a:custGeom>
            <a:avLst>
              <a:gd name="f0" fmla="val 26041"/>
              <a:gd name="f1" fmla="val 9236"/>
            </a:avLst>
            <a:gdLst>
              <a:gd name="f2" fmla="val 10800000"/>
              <a:gd name="f3" fmla="val 5400000"/>
              <a:gd name="f4" fmla="val 16200000"/>
              <a:gd name="f5" fmla="val w"/>
              <a:gd name="f6" fmla="val h"/>
              <a:gd name="f7" fmla="val 0"/>
              <a:gd name="f8" fmla="val 21600"/>
              <a:gd name="f9" fmla="+- 0 0 1"/>
              <a:gd name="f10" fmla="val -2147483647"/>
              <a:gd name="f11" fmla="val 2147483647"/>
              <a:gd name="f12" fmla="val 3590"/>
              <a:gd name="f13" fmla="val 8970"/>
              <a:gd name="f14" fmla="val 12630"/>
              <a:gd name="f15" fmla="val 18010"/>
              <a:gd name="f16" fmla="*/ f5 1 21600"/>
              <a:gd name="f17" fmla="*/ f6 1 21600"/>
              <a:gd name="f18" fmla="pin -2147483647 f0 2147483647"/>
              <a:gd name="f19" fmla="pin -2147483647 f1 2147483647"/>
              <a:gd name="f20" fmla="+- 0 0 f12"/>
              <a:gd name="f21" fmla="+- 3590 0 f7"/>
              <a:gd name="f22" fmla="+- 0 0 f3"/>
              <a:gd name="f23" fmla="+- 21600 0 f15"/>
              <a:gd name="f24" fmla="+- 18010 0 f8"/>
              <a:gd name="f25" fmla="+- f18 0 10800"/>
              <a:gd name="f26" fmla="+- f19 0 10800"/>
              <a:gd name="f27" fmla="+- f19 0 21600"/>
              <a:gd name="f28" fmla="+- f18 0 21600"/>
              <a:gd name="f29" fmla="*/ f18 f16 1"/>
              <a:gd name="f30" fmla="*/ f19 f17 1"/>
              <a:gd name="f31" fmla="*/ 800 f16 1"/>
              <a:gd name="f32" fmla="*/ 20800 f16 1"/>
              <a:gd name="f33" fmla="*/ 20800 f17 1"/>
              <a:gd name="f34" fmla="*/ 800 f17 1"/>
              <a:gd name="f35" fmla="abs f20"/>
              <a:gd name="f36" fmla="abs f21"/>
              <a:gd name="f37" fmla="?: f20 f22 f3"/>
              <a:gd name="f38" fmla="?: f20 f3 f22"/>
              <a:gd name="f39" fmla="?: f20 f4 f3"/>
              <a:gd name="f40" fmla="?: f20 f3 f4"/>
              <a:gd name="f41" fmla="abs f23"/>
              <a:gd name="f42" fmla="?: f21 f22 f3"/>
              <a:gd name="f43" fmla="?: f21 f3 f22"/>
              <a:gd name="f44" fmla="?: f23 0 f2"/>
              <a:gd name="f45" fmla="?: f23 f2 0"/>
              <a:gd name="f46" fmla="abs f24"/>
              <a:gd name="f47" fmla="?: f23 f22 f3"/>
              <a:gd name="f48" fmla="?: f23 f3 f22"/>
              <a:gd name="f49" fmla="?: f23 f4 f3"/>
              <a:gd name="f50" fmla="?: f23 f3 f4"/>
              <a:gd name="f51" fmla="?: f24 f22 f3"/>
              <a:gd name="f52" fmla="?: f24 f3 f22"/>
              <a:gd name="f53" fmla="?: f20 0 f2"/>
              <a:gd name="f54" fmla="?: f20 f2 0"/>
              <a:gd name="f55" fmla="abs f25"/>
              <a:gd name="f56" fmla="abs f26"/>
              <a:gd name="f57" fmla="?: f20 f40 f39"/>
              <a:gd name="f58" fmla="?: f20 f39 f40"/>
              <a:gd name="f59" fmla="?: f21 f38 f37"/>
              <a:gd name="f60" fmla="?: f21 f45 f44"/>
              <a:gd name="f61" fmla="?: f21 f44 f45"/>
              <a:gd name="f62" fmla="?: f23 f42 f43"/>
              <a:gd name="f63" fmla="?: f23 f50 f49"/>
              <a:gd name="f64" fmla="?: f23 f49 f50"/>
              <a:gd name="f65" fmla="?: f24 f48 f47"/>
              <a:gd name="f66" fmla="?: f24 f54 f53"/>
              <a:gd name="f67" fmla="?: f24 f53 f54"/>
              <a:gd name="f68" fmla="?: f20 f51 f52"/>
              <a:gd name="f69" fmla="+- f55 0 f56"/>
              <a:gd name="f70" fmla="+- f56 0 f55"/>
              <a:gd name="f71" fmla="?: f21 f58 f57"/>
              <a:gd name="f72" fmla="?: f23 f60 f61"/>
              <a:gd name="f73" fmla="?: f24 f64 f63"/>
              <a:gd name="f74" fmla="?: f20 f66 f67"/>
              <a:gd name="f75" fmla="?: f26 f9 f69"/>
              <a:gd name="f76" fmla="?: f26 f69 f9"/>
              <a:gd name="f77" fmla="?: f25 f9 f70"/>
              <a:gd name="f78" fmla="?: f25 f70 f9"/>
              <a:gd name="f79" fmla="?: f18 f9 f75"/>
              <a:gd name="f80" fmla="?: f18 f9 f76"/>
              <a:gd name="f81" fmla="?: f27 f77 f9"/>
              <a:gd name="f82" fmla="?: f27 f78 f9"/>
              <a:gd name="f83" fmla="?: f28 f76 f9"/>
              <a:gd name="f84" fmla="?: f28 f75 f9"/>
              <a:gd name="f85" fmla="?: f19 f9 f78"/>
              <a:gd name="f86" fmla="?: f19 f9 f77"/>
              <a:gd name="f87" fmla="?: f79 f18 0"/>
              <a:gd name="f88" fmla="?: f79 f19 6280"/>
              <a:gd name="f89" fmla="?: f80 f18 0"/>
              <a:gd name="f90" fmla="?: f80 f19 15320"/>
              <a:gd name="f91" fmla="?: f81 f18 6280"/>
              <a:gd name="f92" fmla="?: f81 f19 21600"/>
              <a:gd name="f93" fmla="?: f82 f18 15320"/>
              <a:gd name="f94" fmla="?: f82 f19 21600"/>
              <a:gd name="f95" fmla="?: f83 f18 21600"/>
              <a:gd name="f96" fmla="?: f83 f19 15320"/>
              <a:gd name="f97" fmla="?: f84 f18 21600"/>
              <a:gd name="f98" fmla="?: f84 f19 6280"/>
              <a:gd name="f99" fmla="?: f85 f18 15320"/>
              <a:gd name="f100" fmla="?: f85 f19 0"/>
              <a:gd name="f101" fmla="?: f86 f18 6280"/>
              <a:gd name="f102" fmla="?: f86 f19 0"/>
            </a:gdLst>
            <a:ahLst>
              <a:ahXY gdRefX="f0" minX="f10" maxX="f11" gdRefY="f1" minY="f10" maxY="f11">
                <a:pos x="f29" y="f30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31" t="f34" r="f32" b="f33"/>
            <a:pathLst>
              <a:path w="21600" h="21600">
                <a:moveTo>
                  <a:pt x="f12" y="f7"/>
                </a:moveTo>
                <a:arcTo wR="f35" hR="f36" stAng="f71" swAng="f59"/>
                <a:lnTo>
                  <a:pt x="f87" y="f88"/>
                </a:lnTo>
                <a:lnTo>
                  <a:pt x="f7" y="f13"/>
                </a:lnTo>
                <a:lnTo>
                  <a:pt x="f7" y="f14"/>
                </a:lnTo>
                <a:lnTo>
                  <a:pt x="f89" y="f90"/>
                </a:lnTo>
                <a:lnTo>
                  <a:pt x="f7" y="f15"/>
                </a:lnTo>
                <a:arcTo wR="f36" hR="f41" stAng="f72" swAng="f62"/>
                <a:lnTo>
                  <a:pt x="f91" y="f92"/>
                </a:lnTo>
                <a:lnTo>
                  <a:pt x="f13" y="f8"/>
                </a:lnTo>
                <a:lnTo>
                  <a:pt x="f14" y="f8"/>
                </a:lnTo>
                <a:lnTo>
                  <a:pt x="f93" y="f94"/>
                </a:lnTo>
                <a:lnTo>
                  <a:pt x="f15" y="f8"/>
                </a:lnTo>
                <a:arcTo wR="f41" hR="f46" stAng="f73" swAng="f65"/>
                <a:lnTo>
                  <a:pt x="f95" y="f96"/>
                </a:lnTo>
                <a:lnTo>
                  <a:pt x="f8" y="f14"/>
                </a:lnTo>
                <a:lnTo>
                  <a:pt x="f8" y="f13"/>
                </a:lnTo>
                <a:lnTo>
                  <a:pt x="f97" y="f98"/>
                </a:lnTo>
                <a:lnTo>
                  <a:pt x="f8" y="f12"/>
                </a:lnTo>
                <a:arcTo wR="f46" hR="f35" stAng="f74" swAng="f68"/>
                <a:lnTo>
                  <a:pt x="f99" y="f100"/>
                </a:lnTo>
                <a:lnTo>
                  <a:pt x="f14" y="f7"/>
                </a:lnTo>
                <a:lnTo>
                  <a:pt x="f13" y="f7"/>
                </a:lnTo>
                <a:lnTo>
                  <a:pt x="f101" y="f102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IN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Working with datasets</a:t>
            </a:r>
          </a:p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IN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Whose volume and variety</a:t>
            </a:r>
          </a:p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IN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Is beyond the storage and</a:t>
            </a:r>
          </a:p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IN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Processing capability of a</a:t>
            </a:r>
          </a:p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IN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Typical database software</a:t>
            </a:r>
          </a:p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IN" sz="1800" b="0" i="0" u="none" strike="noStrike" kern="1200" cap="none">
              <a:ln>
                <a:noFill/>
              </a:ln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894A75C-894E-4AFF-B7C6-C2F0202BF87E}"/>
              </a:ext>
            </a:extLst>
          </p:cNvPr>
          <p:cNvSpPr/>
          <p:nvPr/>
        </p:nvSpPr>
        <p:spPr>
          <a:xfrm>
            <a:off x="648000" y="5616000"/>
            <a:ext cx="2520000" cy="1512000"/>
          </a:xfrm>
          <a:custGeom>
            <a:avLst>
              <a:gd name="f0" fmla="val 28603"/>
              <a:gd name="f1" fmla="val -13023"/>
            </a:avLst>
            <a:gdLst>
              <a:gd name="f2" fmla="val 10800000"/>
              <a:gd name="f3" fmla="val 5400000"/>
              <a:gd name="f4" fmla="val 16200000"/>
              <a:gd name="f5" fmla="val w"/>
              <a:gd name="f6" fmla="val h"/>
              <a:gd name="f7" fmla="val 0"/>
              <a:gd name="f8" fmla="val 21600"/>
              <a:gd name="f9" fmla="+- 0 0 1"/>
              <a:gd name="f10" fmla="val -2147483647"/>
              <a:gd name="f11" fmla="val 2147483647"/>
              <a:gd name="f12" fmla="val 3590"/>
              <a:gd name="f13" fmla="val 8970"/>
              <a:gd name="f14" fmla="val 12630"/>
              <a:gd name="f15" fmla="val 18010"/>
              <a:gd name="f16" fmla="*/ f5 1 21600"/>
              <a:gd name="f17" fmla="*/ f6 1 21600"/>
              <a:gd name="f18" fmla="pin -2147483647 f0 2147483647"/>
              <a:gd name="f19" fmla="pin -2147483647 f1 2147483647"/>
              <a:gd name="f20" fmla="+- 0 0 f12"/>
              <a:gd name="f21" fmla="+- 3590 0 f7"/>
              <a:gd name="f22" fmla="+- 0 0 f3"/>
              <a:gd name="f23" fmla="+- 21600 0 f15"/>
              <a:gd name="f24" fmla="+- 18010 0 f8"/>
              <a:gd name="f25" fmla="+- f18 0 10800"/>
              <a:gd name="f26" fmla="+- f19 0 10800"/>
              <a:gd name="f27" fmla="+- f19 0 21600"/>
              <a:gd name="f28" fmla="+- f18 0 21600"/>
              <a:gd name="f29" fmla="*/ f18 f16 1"/>
              <a:gd name="f30" fmla="*/ f19 f17 1"/>
              <a:gd name="f31" fmla="*/ 800 f16 1"/>
              <a:gd name="f32" fmla="*/ 20800 f16 1"/>
              <a:gd name="f33" fmla="*/ 20800 f17 1"/>
              <a:gd name="f34" fmla="*/ 800 f17 1"/>
              <a:gd name="f35" fmla="abs f20"/>
              <a:gd name="f36" fmla="abs f21"/>
              <a:gd name="f37" fmla="?: f20 f22 f3"/>
              <a:gd name="f38" fmla="?: f20 f3 f22"/>
              <a:gd name="f39" fmla="?: f20 f4 f3"/>
              <a:gd name="f40" fmla="?: f20 f3 f4"/>
              <a:gd name="f41" fmla="abs f23"/>
              <a:gd name="f42" fmla="?: f21 f22 f3"/>
              <a:gd name="f43" fmla="?: f21 f3 f22"/>
              <a:gd name="f44" fmla="?: f23 0 f2"/>
              <a:gd name="f45" fmla="?: f23 f2 0"/>
              <a:gd name="f46" fmla="abs f24"/>
              <a:gd name="f47" fmla="?: f23 f22 f3"/>
              <a:gd name="f48" fmla="?: f23 f3 f22"/>
              <a:gd name="f49" fmla="?: f23 f4 f3"/>
              <a:gd name="f50" fmla="?: f23 f3 f4"/>
              <a:gd name="f51" fmla="?: f24 f22 f3"/>
              <a:gd name="f52" fmla="?: f24 f3 f22"/>
              <a:gd name="f53" fmla="?: f20 0 f2"/>
              <a:gd name="f54" fmla="?: f20 f2 0"/>
              <a:gd name="f55" fmla="abs f25"/>
              <a:gd name="f56" fmla="abs f26"/>
              <a:gd name="f57" fmla="?: f20 f40 f39"/>
              <a:gd name="f58" fmla="?: f20 f39 f40"/>
              <a:gd name="f59" fmla="?: f21 f38 f37"/>
              <a:gd name="f60" fmla="?: f21 f45 f44"/>
              <a:gd name="f61" fmla="?: f21 f44 f45"/>
              <a:gd name="f62" fmla="?: f23 f42 f43"/>
              <a:gd name="f63" fmla="?: f23 f50 f49"/>
              <a:gd name="f64" fmla="?: f23 f49 f50"/>
              <a:gd name="f65" fmla="?: f24 f48 f47"/>
              <a:gd name="f66" fmla="?: f24 f54 f53"/>
              <a:gd name="f67" fmla="?: f24 f53 f54"/>
              <a:gd name="f68" fmla="?: f20 f51 f52"/>
              <a:gd name="f69" fmla="+- f55 0 f56"/>
              <a:gd name="f70" fmla="+- f56 0 f55"/>
              <a:gd name="f71" fmla="?: f21 f58 f57"/>
              <a:gd name="f72" fmla="?: f23 f60 f61"/>
              <a:gd name="f73" fmla="?: f24 f64 f63"/>
              <a:gd name="f74" fmla="?: f20 f66 f67"/>
              <a:gd name="f75" fmla="?: f26 f9 f69"/>
              <a:gd name="f76" fmla="?: f26 f69 f9"/>
              <a:gd name="f77" fmla="?: f25 f9 f70"/>
              <a:gd name="f78" fmla="?: f25 f70 f9"/>
              <a:gd name="f79" fmla="?: f18 f9 f75"/>
              <a:gd name="f80" fmla="?: f18 f9 f76"/>
              <a:gd name="f81" fmla="?: f27 f77 f9"/>
              <a:gd name="f82" fmla="?: f27 f78 f9"/>
              <a:gd name="f83" fmla="?: f28 f76 f9"/>
              <a:gd name="f84" fmla="?: f28 f75 f9"/>
              <a:gd name="f85" fmla="?: f19 f9 f78"/>
              <a:gd name="f86" fmla="?: f19 f9 f77"/>
              <a:gd name="f87" fmla="?: f79 f18 0"/>
              <a:gd name="f88" fmla="?: f79 f19 6280"/>
              <a:gd name="f89" fmla="?: f80 f18 0"/>
              <a:gd name="f90" fmla="?: f80 f19 15320"/>
              <a:gd name="f91" fmla="?: f81 f18 6280"/>
              <a:gd name="f92" fmla="?: f81 f19 21600"/>
              <a:gd name="f93" fmla="?: f82 f18 15320"/>
              <a:gd name="f94" fmla="?: f82 f19 21600"/>
              <a:gd name="f95" fmla="?: f83 f18 21600"/>
              <a:gd name="f96" fmla="?: f83 f19 15320"/>
              <a:gd name="f97" fmla="?: f84 f18 21600"/>
              <a:gd name="f98" fmla="?: f84 f19 6280"/>
              <a:gd name="f99" fmla="?: f85 f18 15320"/>
              <a:gd name="f100" fmla="?: f85 f19 0"/>
              <a:gd name="f101" fmla="?: f86 f18 6280"/>
              <a:gd name="f102" fmla="?: f86 f19 0"/>
            </a:gdLst>
            <a:ahLst>
              <a:ahXY gdRefX="f0" minX="f10" maxX="f11" gdRefY="f1" minY="f10" maxY="f11">
                <a:pos x="f29" y="f30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31" t="f34" r="f32" b="f33"/>
            <a:pathLst>
              <a:path w="21600" h="21600">
                <a:moveTo>
                  <a:pt x="f12" y="f7"/>
                </a:moveTo>
                <a:arcTo wR="f35" hR="f36" stAng="f71" swAng="f59"/>
                <a:lnTo>
                  <a:pt x="f87" y="f88"/>
                </a:lnTo>
                <a:lnTo>
                  <a:pt x="f7" y="f13"/>
                </a:lnTo>
                <a:lnTo>
                  <a:pt x="f7" y="f14"/>
                </a:lnTo>
                <a:lnTo>
                  <a:pt x="f89" y="f90"/>
                </a:lnTo>
                <a:lnTo>
                  <a:pt x="f7" y="f15"/>
                </a:lnTo>
                <a:arcTo wR="f36" hR="f41" stAng="f72" swAng="f62"/>
                <a:lnTo>
                  <a:pt x="f91" y="f92"/>
                </a:lnTo>
                <a:lnTo>
                  <a:pt x="f13" y="f8"/>
                </a:lnTo>
                <a:lnTo>
                  <a:pt x="f14" y="f8"/>
                </a:lnTo>
                <a:lnTo>
                  <a:pt x="f93" y="f94"/>
                </a:lnTo>
                <a:lnTo>
                  <a:pt x="f15" y="f8"/>
                </a:lnTo>
                <a:arcTo wR="f41" hR="f46" stAng="f73" swAng="f65"/>
                <a:lnTo>
                  <a:pt x="f95" y="f96"/>
                </a:lnTo>
                <a:lnTo>
                  <a:pt x="f8" y="f14"/>
                </a:lnTo>
                <a:lnTo>
                  <a:pt x="f8" y="f13"/>
                </a:lnTo>
                <a:lnTo>
                  <a:pt x="f97" y="f98"/>
                </a:lnTo>
                <a:lnTo>
                  <a:pt x="f8" y="f12"/>
                </a:lnTo>
                <a:arcTo wR="f46" hR="f35" stAng="f74" swAng="f68"/>
                <a:lnTo>
                  <a:pt x="f99" y="f100"/>
                </a:lnTo>
                <a:lnTo>
                  <a:pt x="f14" y="f7"/>
                </a:lnTo>
                <a:lnTo>
                  <a:pt x="f13" y="f7"/>
                </a:lnTo>
                <a:lnTo>
                  <a:pt x="f101" y="f102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IN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IT's collaboration with</a:t>
            </a:r>
          </a:p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IN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Business users and</a:t>
            </a:r>
          </a:p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IN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Data scientists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>
            <a:extLst>
              <a:ext uri="{FF2B5EF4-FFF2-40B4-BE49-F238E27FC236}">
                <a16:creationId xmlns:a16="http://schemas.microsoft.com/office/drawing/2014/main" id="{89655550-F773-45CF-9E78-418041061C59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216000" y="288000"/>
            <a:ext cx="9576000" cy="676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>
            <a:extLst>
              <a:ext uri="{FF2B5EF4-FFF2-40B4-BE49-F238E27FC236}">
                <a16:creationId xmlns:a16="http://schemas.microsoft.com/office/drawing/2014/main" id="{727FA544-D61F-461C-861F-F3A672BA5795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360000" y="360000"/>
            <a:ext cx="9432000" cy="676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690A5E4-06B8-4746-8A74-7DE0BC5835FF}"/>
              </a:ext>
            </a:extLst>
          </p:cNvPr>
          <p:cNvSpPr txBox="1"/>
          <p:nvPr/>
        </p:nvSpPr>
        <p:spPr>
          <a:xfrm>
            <a:off x="216000" y="288000"/>
            <a:ext cx="9504000" cy="65916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/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/>
            </a:pPr>
            <a:r>
              <a:rPr lang="en-IN" sz="4000" b="1" i="0" u="none" strike="noStrike" kern="1200" cap="none">
                <a:ln>
                  <a:noFill/>
                </a:ln>
                <a:solidFill>
                  <a:srgbClr val="C5000B"/>
                </a:solidFill>
                <a:latin typeface="Liberation Sans" pitchFamily="18"/>
                <a:ea typeface="Droid Sans Fallback" pitchFamily="2"/>
                <a:cs typeface="FreeSans" pitchFamily="2"/>
              </a:rPr>
              <a:t>What is Big Data Analytics isn't?</a:t>
            </a: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FAF07B9A-0B19-4E9D-A814-695CDC29DA49}"/>
              </a:ext>
            </a:extLst>
          </p:cNvPr>
          <p:cNvSpPr/>
          <p:nvPr/>
        </p:nvSpPr>
        <p:spPr>
          <a:xfrm>
            <a:off x="3528360" y="2888280"/>
            <a:ext cx="3311999" cy="194724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21600"/>
              <a:gd name="f7" fmla="val 11464"/>
              <a:gd name="f8" fmla="val 4340"/>
              <a:gd name="f9" fmla="val 9722"/>
              <a:gd name="f10" fmla="val 1887"/>
              <a:gd name="f11" fmla="val 8548"/>
              <a:gd name="f12" fmla="val 6383"/>
              <a:gd name="f13" fmla="val 4503"/>
              <a:gd name="f14" fmla="val 3626"/>
              <a:gd name="f15" fmla="val 5373"/>
              <a:gd name="f16" fmla="val 7816"/>
              <a:gd name="f17" fmla="val 1174"/>
              <a:gd name="f18" fmla="val 8270"/>
              <a:gd name="f19" fmla="val 3934"/>
              <a:gd name="f20" fmla="val 11592"/>
              <a:gd name="f21" fmla="val 12875"/>
              <a:gd name="f22" fmla="val 3329"/>
              <a:gd name="f23" fmla="val 15372"/>
              <a:gd name="f24" fmla="val 1283"/>
              <a:gd name="f25" fmla="val 17824"/>
              <a:gd name="f26" fmla="val 4804"/>
              <a:gd name="f27" fmla="val 18239"/>
              <a:gd name="f28" fmla="val 4918"/>
              <a:gd name="f29" fmla="val 7525"/>
              <a:gd name="f30" fmla="val 18125"/>
              <a:gd name="f31" fmla="val 8698"/>
              <a:gd name="f32" fmla="val 19712"/>
              <a:gd name="f33" fmla="val 9871"/>
              <a:gd name="f34" fmla="val 17371"/>
              <a:gd name="f35" fmla="val 11614"/>
              <a:gd name="f36" fmla="val 18844"/>
              <a:gd name="f37" fmla="val 12178"/>
              <a:gd name="f38" fmla="val 15937"/>
              <a:gd name="f39" fmla="val 14943"/>
              <a:gd name="f40" fmla="val 14640"/>
              <a:gd name="f41" fmla="val 14348"/>
              <a:gd name="f42" fmla="val 18878"/>
              <a:gd name="f43" fmla="val 15632"/>
              <a:gd name="f44" fmla="val 16382"/>
              <a:gd name="f45" fmla="val 12311"/>
              <a:gd name="f46" fmla="val 18270"/>
              <a:gd name="f47" fmla="val 11292"/>
              <a:gd name="f48" fmla="val 16986"/>
              <a:gd name="f49" fmla="val 9404"/>
              <a:gd name="f50" fmla="val 6646"/>
              <a:gd name="f51" fmla="val 6533"/>
              <a:gd name="f52" fmla="val 18005"/>
              <a:gd name="f53" fmla="val 3172"/>
              <a:gd name="f54" fmla="val 14524"/>
              <a:gd name="f55" fmla="val 5778"/>
              <a:gd name="f56" fmla="val 14789"/>
              <a:gd name="f57" fmla="+- 0 0 0"/>
              <a:gd name="f58" fmla="*/ f3 1 21600"/>
              <a:gd name="f59" fmla="*/ f4 1 21600"/>
              <a:gd name="f60" fmla="*/ f57 f0 1"/>
              <a:gd name="f61" fmla="*/ 5400 f58 1"/>
              <a:gd name="f62" fmla="*/ 14160 f58 1"/>
              <a:gd name="f63" fmla="*/ 15290 f59 1"/>
              <a:gd name="f64" fmla="*/ 6570 f59 1"/>
              <a:gd name="f65" fmla="*/ 9722 f58 1"/>
              <a:gd name="f66" fmla="*/ 1887 f59 1"/>
              <a:gd name="f67" fmla="*/ f60 1 f2"/>
              <a:gd name="f68" fmla="*/ 0 f58 1"/>
              <a:gd name="f69" fmla="*/ 12875 f59 1"/>
              <a:gd name="f70" fmla="*/ 11614 f58 1"/>
              <a:gd name="f71" fmla="*/ 18844 f59 1"/>
              <a:gd name="f72" fmla="*/ 21600 f58 1"/>
              <a:gd name="f73" fmla="*/ 6646 f59 1"/>
              <a:gd name="f74" fmla="+- f67 0 f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74">
                <a:pos x="f65" y="f66"/>
              </a:cxn>
              <a:cxn ang="f74">
                <a:pos x="f68" y="f69"/>
              </a:cxn>
              <a:cxn ang="f74">
                <a:pos x="f70" y="f71"/>
              </a:cxn>
              <a:cxn ang="f74">
                <a:pos x="f72" y="f73"/>
              </a:cxn>
            </a:cxnLst>
            <a:rect l="f61" t="f64" r="f62" b="f63"/>
            <a:pathLst>
              <a:path w="21600" h="21600">
                <a:moveTo>
                  <a:pt x="f7" y="f8"/>
                </a:moveTo>
                <a:lnTo>
                  <a:pt x="f9" y="f10"/>
                </a:lnTo>
                <a:lnTo>
                  <a:pt x="f11" y="f12"/>
                </a:lnTo>
                <a:lnTo>
                  <a:pt x="f13" y="f14"/>
                </a:lnTo>
                <a:lnTo>
                  <a:pt x="f15" y="f16"/>
                </a:lnTo>
                <a:lnTo>
                  <a:pt x="f17" y="f18"/>
                </a:lnTo>
                <a:lnTo>
                  <a:pt x="f19" y="f20"/>
                </a:lnTo>
                <a:lnTo>
                  <a:pt x="f5" y="f21"/>
                </a:lnTo>
                <a:lnTo>
                  <a:pt x="f22" y="f23"/>
                </a:lnTo>
                <a:lnTo>
                  <a:pt x="f24" y="f25"/>
                </a:lnTo>
                <a:lnTo>
                  <a:pt x="f26" y="f27"/>
                </a:lnTo>
                <a:lnTo>
                  <a:pt x="f28" y="f6"/>
                </a:lnTo>
                <a:lnTo>
                  <a:pt x="f29" y="f30"/>
                </a:lnTo>
                <a:lnTo>
                  <a:pt x="f31" y="f32"/>
                </a:lnTo>
                <a:lnTo>
                  <a:pt x="f33" y="f34"/>
                </a:lnTo>
                <a:lnTo>
                  <a:pt x="f35" y="f36"/>
                </a:lnTo>
                <a:lnTo>
                  <a:pt x="f37" y="f38"/>
                </a:lnTo>
                <a:lnTo>
                  <a:pt x="f39" y="f34"/>
                </a:lnTo>
                <a:lnTo>
                  <a:pt x="f40" y="f41"/>
                </a:lnTo>
                <a:lnTo>
                  <a:pt x="f42" y="f43"/>
                </a:lnTo>
                <a:lnTo>
                  <a:pt x="f44" y="f45"/>
                </a:lnTo>
                <a:lnTo>
                  <a:pt x="f46" y="f47"/>
                </a:lnTo>
                <a:lnTo>
                  <a:pt x="f48" y="f49"/>
                </a:lnTo>
                <a:lnTo>
                  <a:pt x="f6" y="f50"/>
                </a:lnTo>
                <a:lnTo>
                  <a:pt x="f44" y="f51"/>
                </a:lnTo>
                <a:lnTo>
                  <a:pt x="f52" y="f53"/>
                </a:lnTo>
                <a:lnTo>
                  <a:pt x="f54" y="f55"/>
                </a:lnTo>
                <a:lnTo>
                  <a:pt x="f56" y="f5"/>
                </a:lnTo>
                <a:lnTo>
                  <a:pt x="f7" y="f8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IN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Big Data Analytics</a:t>
            </a:r>
          </a:p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IN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Isn't</a:t>
            </a: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222F531D-F8D4-4F90-8785-58EBB9D8AC13}"/>
              </a:ext>
            </a:extLst>
          </p:cNvPr>
          <p:cNvSpPr/>
          <p:nvPr/>
        </p:nvSpPr>
        <p:spPr>
          <a:xfrm>
            <a:off x="7128000" y="1872000"/>
            <a:ext cx="2808000" cy="1112760"/>
          </a:xfrm>
          <a:custGeom>
            <a:avLst>
              <a:gd name="f0" fmla="val -4726"/>
              <a:gd name="f1" fmla="val 25581"/>
            </a:avLst>
            <a:gdLst>
              <a:gd name="f2" fmla="val 10800000"/>
              <a:gd name="f3" fmla="val 5400000"/>
              <a:gd name="f4" fmla="val 16200000"/>
              <a:gd name="f5" fmla="val w"/>
              <a:gd name="f6" fmla="val h"/>
              <a:gd name="f7" fmla="val 0"/>
              <a:gd name="f8" fmla="val 21600"/>
              <a:gd name="f9" fmla="+- 0 0 1"/>
              <a:gd name="f10" fmla="val -2147483647"/>
              <a:gd name="f11" fmla="val 2147483647"/>
              <a:gd name="f12" fmla="val 3590"/>
              <a:gd name="f13" fmla="val 8970"/>
              <a:gd name="f14" fmla="val 12630"/>
              <a:gd name="f15" fmla="val 18010"/>
              <a:gd name="f16" fmla="*/ f5 1 21600"/>
              <a:gd name="f17" fmla="*/ f6 1 21600"/>
              <a:gd name="f18" fmla="pin -2147483647 f0 2147483647"/>
              <a:gd name="f19" fmla="pin -2147483647 f1 2147483647"/>
              <a:gd name="f20" fmla="+- 0 0 f12"/>
              <a:gd name="f21" fmla="+- 3590 0 f7"/>
              <a:gd name="f22" fmla="+- 0 0 f3"/>
              <a:gd name="f23" fmla="+- 21600 0 f15"/>
              <a:gd name="f24" fmla="+- 18010 0 f8"/>
              <a:gd name="f25" fmla="+- f18 0 10800"/>
              <a:gd name="f26" fmla="+- f19 0 10800"/>
              <a:gd name="f27" fmla="+- f19 0 21600"/>
              <a:gd name="f28" fmla="+- f18 0 21600"/>
              <a:gd name="f29" fmla="*/ f18 f16 1"/>
              <a:gd name="f30" fmla="*/ f19 f17 1"/>
              <a:gd name="f31" fmla="*/ 800 f16 1"/>
              <a:gd name="f32" fmla="*/ 20800 f16 1"/>
              <a:gd name="f33" fmla="*/ 20800 f17 1"/>
              <a:gd name="f34" fmla="*/ 800 f17 1"/>
              <a:gd name="f35" fmla="abs f20"/>
              <a:gd name="f36" fmla="abs f21"/>
              <a:gd name="f37" fmla="?: f20 f22 f3"/>
              <a:gd name="f38" fmla="?: f20 f3 f22"/>
              <a:gd name="f39" fmla="?: f20 f4 f3"/>
              <a:gd name="f40" fmla="?: f20 f3 f4"/>
              <a:gd name="f41" fmla="abs f23"/>
              <a:gd name="f42" fmla="?: f21 f22 f3"/>
              <a:gd name="f43" fmla="?: f21 f3 f22"/>
              <a:gd name="f44" fmla="?: f23 0 f2"/>
              <a:gd name="f45" fmla="?: f23 f2 0"/>
              <a:gd name="f46" fmla="abs f24"/>
              <a:gd name="f47" fmla="?: f23 f22 f3"/>
              <a:gd name="f48" fmla="?: f23 f3 f22"/>
              <a:gd name="f49" fmla="?: f23 f4 f3"/>
              <a:gd name="f50" fmla="?: f23 f3 f4"/>
              <a:gd name="f51" fmla="?: f24 f22 f3"/>
              <a:gd name="f52" fmla="?: f24 f3 f22"/>
              <a:gd name="f53" fmla="?: f20 0 f2"/>
              <a:gd name="f54" fmla="?: f20 f2 0"/>
              <a:gd name="f55" fmla="abs f25"/>
              <a:gd name="f56" fmla="abs f26"/>
              <a:gd name="f57" fmla="?: f20 f40 f39"/>
              <a:gd name="f58" fmla="?: f20 f39 f40"/>
              <a:gd name="f59" fmla="?: f21 f38 f37"/>
              <a:gd name="f60" fmla="?: f21 f45 f44"/>
              <a:gd name="f61" fmla="?: f21 f44 f45"/>
              <a:gd name="f62" fmla="?: f23 f42 f43"/>
              <a:gd name="f63" fmla="?: f23 f50 f49"/>
              <a:gd name="f64" fmla="?: f23 f49 f50"/>
              <a:gd name="f65" fmla="?: f24 f48 f47"/>
              <a:gd name="f66" fmla="?: f24 f54 f53"/>
              <a:gd name="f67" fmla="?: f24 f53 f54"/>
              <a:gd name="f68" fmla="?: f20 f51 f52"/>
              <a:gd name="f69" fmla="+- f55 0 f56"/>
              <a:gd name="f70" fmla="+- f56 0 f55"/>
              <a:gd name="f71" fmla="?: f21 f58 f57"/>
              <a:gd name="f72" fmla="?: f23 f60 f61"/>
              <a:gd name="f73" fmla="?: f24 f64 f63"/>
              <a:gd name="f74" fmla="?: f20 f66 f67"/>
              <a:gd name="f75" fmla="?: f26 f9 f69"/>
              <a:gd name="f76" fmla="?: f26 f69 f9"/>
              <a:gd name="f77" fmla="?: f25 f9 f70"/>
              <a:gd name="f78" fmla="?: f25 f70 f9"/>
              <a:gd name="f79" fmla="?: f18 f9 f75"/>
              <a:gd name="f80" fmla="?: f18 f9 f76"/>
              <a:gd name="f81" fmla="?: f27 f77 f9"/>
              <a:gd name="f82" fmla="?: f27 f78 f9"/>
              <a:gd name="f83" fmla="?: f28 f76 f9"/>
              <a:gd name="f84" fmla="?: f28 f75 f9"/>
              <a:gd name="f85" fmla="?: f19 f9 f78"/>
              <a:gd name="f86" fmla="?: f19 f9 f77"/>
              <a:gd name="f87" fmla="?: f79 f18 0"/>
              <a:gd name="f88" fmla="?: f79 f19 6280"/>
              <a:gd name="f89" fmla="?: f80 f18 0"/>
              <a:gd name="f90" fmla="?: f80 f19 15320"/>
              <a:gd name="f91" fmla="?: f81 f18 6280"/>
              <a:gd name="f92" fmla="?: f81 f19 21600"/>
              <a:gd name="f93" fmla="?: f82 f18 15320"/>
              <a:gd name="f94" fmla="?: f82 f19 21600"/>
              <a:gd name="f95" fmla="?: f83 f18 21600"/>
              <a:gd name="f96" fmla="?: f83 f19 15320"/>
              <a:gd name="f97" fmla="?: f84 f18 21600"/>
              <a:gd name="f98" fmla="?: f84 f19 6280"/>
              <a:gd name="f99" fmla="?: f85 f18 15320"/>
              <a:gd name="f100" fmla="?: f85 f19 0"/>
              <a:gd name="f101" fmla="?: f86 f18 6280"/>
              <a:gd name="f102" fmla="?: f86 f19 0"/>
            </a:gdLst>
            <a:ahLst>
              <a:ahXY gdRefX="f0" minX="f10" maxX="f11" gdRefY="f1" minY="f10" maxY="f11">
                <a:pos x="f29" y="f30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31" t="f34" r="f32" b="f33"/>
            <a:pathLst>
              <a:path w="21600" h="21600">
                <a:moveTo>
                  <a:pt x="f12" y="f7"/>
                </a:moveTo>
                <a:arcTo wR="f35" hR="f36" stAng="f71" swAng="f59"/>
                <a:lnTo>
                  <a:pt x="f87" y="f88"/>
                </a:lnTo>
                <a:lnTo>
                  <a:pt x="f7" y="f13"/>
                </a:lnTo>
                <a:lnTo>
                  <a:pt x="f7" y="f14"/>
                </a:lnTo>
                <a:lnTo>
                  <a:pt x="f89" y="f90"/>
                </a:lnTo>
                <a:lnTo>
                  <a:pt x="f7" y="f15"/>
                </a:lnTo>
                <a:arcTo wR="f36" hR="f41" stAng="f72" swAng="f62"/>
                <a:lnTo>
                  <a:pt x="f91" y="f92"/>
                </a:lnTo>
                <a:lnTo>
                  <a:pt x="f13" y="f8"/>
                </a:lnTo>
                <a:lnTo>
                  <a:pt x="f14" y="f8"/>
                </a:lnTo>
                <a:lnTo>
                  <a:pt x="f93" y="f94"/>
                </a:lnTo>
                <a:lnTo>
                  <a:pt x="f15" y="f8"/>
                </a:lnTo>
                <a:arcTo wR="f41" hR="f46" stAng="f73" swAng="f65"/>
                <a:lnTo>
                  <a:pt x="f95" y="f96"/>
                </a:lnTo>
                <a:lnTo>
                  <a:pt x="f8" y="f14"/>
                </a:lnTo>
                <a:lnTo>
                  <a:pt x="f8" y="f13"/>
                </a:lnTo>
                <a:lnTo>
                  <a:pt x="f97" y="f98"/>
                </a:lnTo>
                <a:lnTo>
                  <a:pt x="f8" y="f12"/>
                </a:lnTo>
                <a:arcTo wR="f46" hR="f35" stAng="f74" swAng="f68"/>
                <a:lnTo>
                  <a:pt x="f99" y="f100"/>
                </a:lnTo>
                <a:lnTo>
                  <a:pt x="f14" y="f7"/>
                </a:lnTo>
                <a:lnTo>
                  <a:pt x="f13" y="f7"/>
                </a:lnTo>
                <a:lnTo>
                  <a:pt x="f101" y="f102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IN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Just about Technology</a:t>
            </a: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E7383778-E358-4226-9B5A-6C330EF6E132}"/>
              </a:ext>
            </a:extLst>
          </p:cNvPr>
          <p:cNvSpPr/>
          <p:nvPr/>
        </p:nvSpPr>
        <p:spPr>
          <a:xfrm>
            <a:off x="7632360" y="5392080"/>
            <a:ext cx="2304000" cy="1112760"/>
          </a:xfrm>
          <a:custGeom>
            <a:avLst>
              <a:gd name="f0" fmla="val -13001"/>
              <a:gd name="f1" fmla="val -19734"/>
            </a:avLst>
            <a:gdLst>
              <a:gd name="f2" fmla="val 10800000"/>
              <a:gd name="f3" fmla="val 5400000"/>
              <a:gd name="f4" fmla="val 16200000"/>
              <a:gd name="f5" fmla="val w"/>
              <a:gd name="f6" fmla="val h"/>
              <a:gd name="f7" fmla="val 0"/>
              <a:gd name="f8" fmla="val 21600"/>
              <a:gd name="f9" fmla="+- 0 0 1"/>
              <a:gd name="f10" fmla="val -2147483647"/>
              <a:gd name="f11" fmla="val 2147483647"/>
              <a:gd name="f12" fmla="val 3590"/>
              <a:gd name="f13" fmla="val 8970"/>
              <a:gd name="f14" fmla="val 12630"/>
              <a:gd name="f15" fmla="val 18010"/>
              <a:gd name="f16" fmla="*/ f5 1 21600"/>
              <a:gd name="f17" fmla="*/ f6 1 21600"/>
              <a:gd name="f18" fmla="pin -2147483647 f0 2147483647"/>
              <a:gd name="f19" fmla="pin -2147483647 f1 2147483647"/>
              <a:gd name="f20" fmla="+- 0 0 f12"/>
              <a:gd name="f21" fmla="+- 3590 0 f7"/>
              <a:gd name="f22" fmla="+- 0 0 f3"/>
              <a:gd name="f23" fmla="+- 21600 0 f15"/>
              <a:gd name="f24" fmla="+- 18010 0 f8"/>
              <a:gd name="f25" fmla="+- f18 0 10800"/>
              <a:gd name="f26" fmla="+- f19 0 10800"/>
              <a:gd name="f27" fmla="+- f19 0 21600"/>
              <a:gd name="f28" fmla="+- f18 0 21600"/>
              <a:gd name="f29" fmla="*/ f18 f16 1"/>
              <a:gd name="f30" fmla="*/ f19 f17 1"/>
              <a:gd name="f31" fmla="*/ 800 f16 1"/>
              <a:gd name="f32" fmla="*/ 20800 f16 1"/>
              <a:gd name="f33" fmla="*/ 20800 f17 1"/>
              <a:gd name="f34" fmla="*/ 800 f17 1"/>
              <a:gd name="f35" fmla="abs f20"/>
              <a:gd name="f36" fmla="abs f21"/>
              <a:gd name="f37" fmla="?: f20 f22 f3"/>
              <a:gd name="f38" fmla="?: f20 f3 f22"/>
              <a:gd name="f39" fmla="?: f20 f4 f3"/>
              <a:gd name="f40" fmla="?: f20 f3 f4"/>
              <a:gd name="f41" fmla="abs f23"/>
              <a:gd name="f42" fmla="?: f21 f22 f3"/>
              <a:gd name="f43" fmla="?: f21 f3 f22"/>
              <a:gd name="f44" fmla="?: f23 0 f2"/>
              <a:gd name="f45" fmla="?: f23 f2 0"/>
              <a:gd name="f46" fmla="abs f24"/>
              <a:gd name="f47" fmla="?: f23 f22 f3"/>
              <a:gd name="f48" fmla="?: f23 f3 f22"/>
              <a:gd name="f49" fmla="?: f23 f4 f3"/>
              <a:gd name="f50" fmla="?: f23 f3 f4"/>
              <a:gd name="f51" fmla="?: f24 f22 f3"/>
              <a:gd name="f52" fmla="?: f24 f3 f22"/>
              <a:gd name="f53" fmla="?: f20 0 f2"/>
              <a:gd name="f54" fmla="?: f20 f2 0"/>
              <a:gd name="f55" fmla="abs f25"/>
              <a:gd name="f56" fmla="abs f26"/>
              <a:gd name="f57" fmla="?: f20 f40 f39"/>
              <a:gd name="f58" fmla="?: f20 f39 f40"/>
              <a:gd name="f59" fmla="?: f21 f38 f37"/>
              <a:gd name="f60" fmla="?: f21 f45 f44"/>
              <a:gd name="f61" fmla="?: f21 f44 f45"/>
              <a:gd name="f62" fmla="?: f23 f42 f43"/>
              <a:gd name="f63" fmla="?: f23 f50 f49"/>
              <a:gd name="f64" fmla="?: f23 f49 f50"/>
              <a:gd name="f65" fmla="?: f24 f48 f47"/>
              <a:gd name="f66" fmla="?: f24 f54 f53"/>
              <a:gd name="f67" fmla="?: f24 f53 f54"/>
              <a:gd name="f68" fmla="?: f20 f51 f52"/>
              <a:gd name="f69" fmla="+- f55 0 f56"/>
              <a:gd name="f70" fmla="+- f56 0 f55"/>
              <a:gd name="f71" fmla="?: f21 f58 f57"/>
              <a:gd name="f72" fmla="?: f23 f60 f61"/>
              <a:gd name="f73" fmla="?: f24 f64 f63"/>
              <a:gd name="f74" fmla="?: f20 f66 f67"/>
              <a:gd name="f75" fmla="?: f26 f9 f69"/>
              <a:gd name="f76" fmla="?: f26 f69 f9"/>
              <a:gd name="f77" fmla="?: f25 f9 f70"/>
              <a:gd name="f78" fmla="?: f25 f70 f9"/>
              <a:gd name="f79" fmla="?: f18 f9 f75"/>
              <a:gd name="f80" fmla="?: f18 f9 f76"/>
              <a:gd name="f81" fmla="?: f27 f77 f9"/>
              <a:gd name="f82" fmla="?: f27 f78 f9"/>
              <a:gd name="f83" fmla="?: f28 f76 f9"/>
              <a:gd name="f84" fmla="?: f28 f75 f9"/>
              <a:gd name="f85" fmla="?: f19 f9 f78"/>
              <a:gd name="f86" fmla="?: f19 f9 f77"/>
              <a:gd name="f87" fmla="?: f79 f18 0"/>
              <a:gd name="f88" fmla="?: f79 f19 6280"/>
              <a:gd name="f89" fmla="?: f80 f18 0"/>
              <a:gd name="f90" fmla="?: f80 f19 15320"/>
              <a:gd name="f91" fmla="?: f81 f18 6280"/>
              <a:gd name="f92" fmla="?: f81 f19 21600"/>
              <a:gd name="f93" fmla="?: f82 f18 15320"/>
              <a:gd name="f94" fmla="?: f82 f19 21600"/>
              <a:gd name="f95" fmla="?: f83 f18 21600"/>
              <a:gd name="f96" fmla="?: f83 f19 15320"/>
              <a:gd name="f97" fmla="?: f84 f18 21600"/>
              <a:gd name="f98" fmla="?: f84 f19 6280"/>
              <a:gd name="f99" fmla="?: f85 f18 15320"/>
              <a:gd name="f100" fmla="?: f85 f19 0"/>
              <a:gd name="f101" fmla="?: f86 f18 6280"/>
              <a:gd name="f102" fmla="?: f86 f19 0"/>
            </a:gdLst>
            <a:ahLst>
              <a:ahXY gdRefX="f0" minX="f10" maxX="f11" gdRefY="f1" minY="f10" maxY="f11">
                <a:pos x="f29" y="f30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31" t="f34" r="f32" b="f33"/>
            <a:pathLst>
              <a:path w="21600" h="21600">
                <a:moveTo>
                  <a:pt x="f12" y="f7"/>
                </a:moveTo>
                <a:arcTo wR="f35" hR="f36" stAng="f71" swAng="f59"/>
                <a:lnTo>
                  <a:pt x="f87" y="f88"/>
                </a:lnTo>
                <a:lnTo>
                  <a:pt x="f7" y="f13"/>
                </a:lnTo>
                <a:lnTo>
                  <a:pt x="f7" y="f14"/>
                </a:lnTo>
                <a:lnTo>
                  <a:pt x="f89" y="f90"/>
                </a:lnTo>
                <a:lnTo>
                  <a:pt x="f7" y="f15"/>
                </a:lnTo>
                <a:arcTo wR="f36" hR="f41" stAng="f72" swAng="f62"/>
                <a:lnTo>
                  <a:pt x="f91" y="f92"/>
                </a:lnTo>
                <a:lnTo>
                  <a:pt x="f13" y="f8"/>
                </a:lnTo>
                <a:lnTo>
                  <a:pt x="f14" y="f8"/>
                </a:lnTo>
                <a:lnTo>
                  <a:pt x="f93" y="f94"/>
                </a:lnTo>
                <a:lnTo>
                  <a:pt x="f15" y="f8"/>
                </a:lnTo>
                <a:arcTo wR="f41" hR="f46" stAng="f73" swAng="f65"/>
                <a:lnTo>
                  <a:pt x="f95" y="f96"/>
                </a:lnTo>
                <a:lnTo>
                  <a:pt x="f8" y="f14"/>
                </a:lnTo>
                <a:lnTo>
                  <a:pt x="f8" y="f13"/>
                </a:lnTo>
                <a:lnTo>
                  <a:pt x="f97" y="f98"/>
                </a:lnTo>
                <a:lnTo>
                  <a:pt x="f8" y="f12"/>
                </a:lnTo>
                <a:arcTo wR="f46" hR="f35" stAng="f74" swAng="f68"/>
                <a:lnTo>
                  <a:pt x="f99" y="f100"/>
                </a:lnTo>
                <a:lnTo>
                  <a:pt x="f14" y="f7"/>
                </a:lnTo>
                <a:lnTo>
                  <a:pt x="f13" y="f7"/>
                </a:lnTo>
                <a:lnTo>
                  <a:pt x="f101" y="f102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IN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Meant to replace</a:t>
            </a:r>
          </a:p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IN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RDBMs</a:t>
            </a: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17D2D2E4-AE45-4DFD-8CC0-7F17C084088A}"/>
              </a:ext>
            </a:extLst>
          </p:cNvPr>
          <p:cNvSpPr/>
          <p:nvPr/>
        </p:nvSpPr>
        <p:spPr>
          <a:xfrm>
            <a:off x="4320360" y="5878800"/>
            <a:ext cx="2736000" cy="1321560"/>
          </a:xfrm>
          <a:custGeom>
            <a:avLst>
              <a:gd name="f0" fmla="val 6248"/>
              <a:gd name="f1" fmla="val -21488"/>
            </a:avLst>
            <a:gdLst>
              <a:gd name="f2" fmla="val 10800000"/>
              <a:gd name="f3" fmla="val 5400000"/>
              <a:gd name="f4" fmla="val 16200000"/>
              <a:gd name="f5" fmla="val w"/>
              <a:gd name="f6" fmla="val h"/>
              <a:gd name="f7" fmla="val 0"/>
              <a:gd name="f8" fmla="val 21600"/>
              <a:gd name="f9" fmla="+- 0 0 1"/>
              <a:gd name="f10" fmla="val -2147483647"/>
              <a:gd name="f11" fmla="val 2147483647"/>
              <a:gd name="f12" fmla="val 3590"/>
              <a:gd name="f13" fmla="val 8970"/>
              <a:gd name="f14" fmla="val 12630"/>
              <a:gd name="f15" fmla="val 18010"/>
              <a:gd name="f16" fmla="*/ f5 1 21600"/>
              <a:gd name="f17" fmla="*/ f6 1 21600"/>
              <a:gd name="f18" fmla="pin -2147483647 f0 2147483647"/>
              <a:gd name="f19" fmla="pin -2147483647 f1 2147483647"/>
              <a:gd name="f20" fmla="+- 0 0 f12"/>
              <a:gd name="f21" fmla="+- 3590 0 f7"/>
              <a:gd name="f22" fmla="+- 0 0 f3"/>
              <a:gd name="f23" fmla="+- 21600 0 f15"/>
              <a:gd name="f24" fmla="+- 18010 0 f8"/>
              <a:gd name="f25" fmla="+- f18 0 10800"/>
              <a:gd name="f26" fmla="+- f19 0 10800"/>
              <a:gd name="f27" fmla="+- f19 0 21600"/>
              <a:gd name="f28" fmla="+- f18 0 21600"/>
              <a:gd name="f29" fmla="*/ f18 f16 1"/>
              <a:gd name="f30" fmla="*/ f19 f17 1"/>
              <a:gd name="f31" fmla="*/ 800 f16 1"/>
              <a:gd name="f32" fmla="*/ 20800 f16 1"/>
              <a:gd name="f33" fmla="*/ 20800 f17 1"/>
              <a:gd name="f34" fmla="*/ 800 f17 1"/>
              <a:gd name="f35" fmla="abs f20"/>
              <a:gd name="f36" fmla="abs f21"/>
              <a:gd name="f37" fmla="?: f20 f22 f3"/>
              <a:gd name="f38" fmla="?: f20 f3 f22"/>
              <a:gd name="f39" fmla="?: f20 f4 f3"/>
              <a:gd name="f40" fmla="?: f20 f3 f4"/>
              <a:gd name="f41" fmla="abs f23"/>
              <a:gd name="f42" fmla="?: f21 f22 f3"/>
              <a:gd name="f43" fmla="?: f21 f3 f22"/>
              <a:gd name="f44" fmla="?: f23 0 f2"/>
              <a:gd name="f45" fmla="?: f23 f2 0"/>
              <a:gd name="f46" fmla="abs f24"/>
              <a:gd name="f47" fmla="?: f23 f22 f3"/>
              <a:gd name="f48" fmla="?: f23 f3 f22"/>
              <a:gd name="f49" fmla="?: f23 f4 f3"/>
              <a:gd name="f50" fmla="?: f23 f3 f4"/>
              <a:gd name="f51" fmla="?: f24 f22 f3"/>
              <a:gd name="f52" fmla="?: f24 f3 f22"/>
              <a:gd name="f53" fmla="?: f20 0 f2"/>
              <a:gd name="f54" fmla="?: f20 f2 0"/>
              <a:gd name="f55" fmla="abs f25"/>
              <a:gd name="f56" fmla="abs f26"/>
              <a:gd name="f57" fmla="?: f20 f40 f39"/>
              <a:gd name="f58" fmla="?: f20 f39 f40"/>
              <a:gd name="f59" fmla="?: f21 f38 f37"/>
              <a:gd name="f60" fmla="?: f21 f45 f44"/>
              <a:gd name="f61" fmla="?: f21 f44 f45"/>
              <a:gd name="f62" fmla="?: f23 f42 f43"/>
              <a:gd name="f63" fmla="?: f23 f50 f49"/>
              <a:gd name="f64" fmla="?: f23 f49 f50"/>
              <a:gd name="f65" fmla="?: f24 f48 f47"/>
              <a:gd name="f66" fmla="?: f24 f54 f53"/>
              <a:gd name="f67" fmla="?: f24 f53 f54"/>
              <a:gd name="f68" fmla="?: f20 f51 f52"/>
              <a:gd name="f69" fmla="+- f55 0 f56"/>
              <a:gd name="f70" fmla="+- f56 0 f55"/>
              <a:gd name="f71" fmla="?: f21 f58 f57"/>
              <a:gd name="f72" fmla="?: f23 f60 f61"/>
              <a:gd name="f73" fmla="?: f24 f64 f63"/>
              <a:gd name="f74" fmla="?: f20 f66 f67"/>
              <a:gd name="f75" fmla="?: f26 f9 f69"/>
              <a:gd name="f76" fmla="?: f26 f69 f9"/>
              <a:gd name="f77" fmla="?: f25 f9 f70"/>
              <a:gd name="f78" fmla="?: f25 f70 f9"/>
              <a:gd name="f79" fmla="?: f18 f9 f75"/>
              <a:gd name="f80" fmla="?: f18 f9 f76"/>
              <a:gd name="f81" fmla="?: f27 f77 f9"/>
              <a:gd name="f82" fmla="?: f27 f78 f9"/>
              <a:gd name="f83" fmla="?: f28 f76 f9"/>
              <a:gd name="f84" fmla="?: f28 f75 f9"/>
              <a:gd name="f85" fmla="?: f19 f9 f78"/>
              <a:gd name="f86" fmla="?: f19 f9 f77"/>
              <a:gd name="f87" fmla="?: f79 f18 0"/>
              <a:gd name="f88" fmla="?: f79 f19 6280"/>
              <a:gd name="f89" fmla="?: f80 f18 0"/>
              <a:gd name="f90" fmla="?: f80 f19 15320"/>
              <a:gd name="f91" fmla="?: f81 f18 6280"/>
              <a:gd name="f92" fmla="?: f81 f19 21600"/>
              <a:gd name="f93" fmla="?: f82 f18 15320"/>
              <a:gd name="f94" fmla="?: f82 f19 21600"/>
              <a:gd name="f95" fmla="?: f83 f18 21600"/>
              <a:gd name="f96" fmla="?: f83 f19 15320"/>
              <a:gd name="f97" fmla="?: f84 f18 21600"/>
              <a:gd name="f98" fmla="?: f84 f19 6280"/>
              <a:gd name="f99" fmla="?: f85 f18 15320"/>
              <a:gd name="f100" fmla="?: f85 f19 0"/>
              <a:gd name="f101" fmla="?: f86 f18 6280"/>
              <a:gd name="f102" fmla="?: f86 f19 0"/>
            </a:gdLst>
            <a:ahLst>
              <a:ahXY gdRefX="f0" minX="f10" maxX="f11" gdRefY="f1" minY="f10" maxY="f11">
                <a:pos x="f29" y="f30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31" t="f34" r="f32" b="f33"/>
            <a:pathLst>
              <a:path w="21600" h="21600">
                <a:moveTo>
                  <a:pt x="f12" y="f7"/>
                </a:moveTo>
                <a:arcTo wR="f35" hR="f36" stAng="f71" swAng="f59"/>
                <a:lnTo>
                  <a:pt x="f87" y="f88"/>
                </a:lnTo>
                <a:lnTo>
                  <a:pt x="f7" y="f13"/>
                </a:lnTo>
                <a:lnTo>
                  <a:pt x="f7" y="f14"/>
                </a:lnTo>
                <a:lnTo>
                  <a:pt x="f89" y="f90"/>
                </a:lnTo>
                <a:lnTo>
                  <a:pt x="f7" y="f15"/>
                </a:lnTo>
                <a:arcTo wR="f36" hR="f41" stAng="f72" swAng="f62"/>
                <a:lnTo>
                  <a:pt x="f91" y="f92"/>
                </a:lnTo>
                <a:lnTo>
                  <a:pt x="f13" y="f8"/>
                </a:lnTo>
                <a:lnTo>
                  <a:pt x="f14" y="f8"/>
                </a:lnTo>
                <a:lnTo>
                  <a:pt x="f93" y="f94"/>
                </a:lnTo>
                <a:lnTo>
                  <a:pt x="f15" y="f8"/>
                </a:lnTo>
                <a:arcTo wR="f41" hR="f46" stAng="f73" swAng="f65"/>
                <a:lnTo>
                  <a:pt x="f95" y="f96"/>
                </a:lnTo>
                <a:lnTo>
                  <a:pt x="f8" y="f14"/>
                </a:lnTo>
                <a:lnTo>
                  <a:pt x="f8" y="f13"/>
                </a:lnTo>
                <a:lnTo>
                  <a:pt x="f97" y="f98"/>
                </a:lnTo>
                <a:lnTo>
                  <a:pt x="f8" y="f12"/>
                </a:lnTo>
                <a:arcTo wR="f46" hR="f35" stAng="f74" swAng="f68"/>
                <a:lnTo>
                  <a:pt x="f99" y="f100"/>
                </a:lnTo>
                <a:lnTo>
                  <a:pt x="f14" y="f7"/>
                </a:lnTo>
                <a:lnTo>
                  <a:pt x="f13" y="f7"/>
                </a:lnTo>
                <a:lnTo>
                  <a:pt x="f101" y="f102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IN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Meant to replace</a:t>
            </a:r>
          </a:p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IN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Datawarehouse</a:t>
            </a: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92928F5F-B578-4797-9CB9-CFD5A6BADAF4}"/>
              </a:ext>
            </a:extLst>
          </p:cNvPr>
          <p:cNvSpPr/>
          <p:nvPr/>
        </p:nvSpPr>
        <p:spPr>
          <a:xfrm>
            <a:off x="3888000" y="1080000"/>
            <a:ext cx="2520000" cy="1112760"/>
          </a:xfrm>
          <a:custGeom>
            <a:avLst>
              <a:gd name="f0" fmla="val 11289"/>
              <a:gd name="f1" fmla="val 36332"/>
            </a:avLst>
            <a:gdLst>
              <a:gd name="f2" fmla="val 10800000"/>
              <a:gd name="f3" fmla="val 5400000"/>
              <a:gd name="f4" fmla="val 16200000"/>
              <a:gd name="f5" fmla="val w"/>
              <a:gd name="f6" fmla="val h"/>
              <a:gd name="f7" fmla="val 0"/>
              <a:gd name="f8" fmla="val 21600"/>
              <a:gd name="f9" fmla="+- 0 0 1"/>
              <a:gd name="f10" fmla="val -2147483647"/>
              <a:gd name="f11" fmla="val 2147483647"/>
              <a:gd name="f12" fmla="val 3590"/>
              <a:gd name="f13" fmla="val 8970"/>
              <a:gd name="f14" fmla="val 12630"/>
              <a:gd name="f15" fmla="val 18010"/>
              <a:gd name="f16" fmla="*/ f5 1 21600"/>
              <a:gd name="f17" fmla="*/ f6 1 21600"/>
              <a:gd name="f18" fmla="pin -2147483647 f0 2147483647"/>
              <a:gd name="f19" fmla="pin -2147483647 f1 2147483647"/>
              <a:gd name="f20" fmla="+- 0 0 f12"/>
              <a:gd name="f21" fmla="+- 3590 0 f7"/>
              <a:gd name="f22" fmla="+- 0 0 f3"/>
              <a:gd name="f23" fmla="+- 21600 0 f15"/>
              <a:gd name="f24" fmla="+- 18010 0 f8"/>
              <a:gd name="f25" fmla="+- f18 0 10800"/>
              <a:gd name="f26" fmla="+- f19 0 10800"/>
              <a:gd name="f27" fmla="+- f19 0 21600"/>
              <a:gd name="f28" fmla="+- f18 0 21600"/>
              <a:gd name="f29" fmla="*/ f18 f16 1"/>
              <a:gd name="f30" fmla="*/ f19 f17 1"/>
              <a:gd name="f31" fmla="*/ 800 f16 1"/>
              <a:gd name="f32" fmla="*/ 20800 f16 1"/>
              <a:gd name="f33" fmla="*/ 20800 f17 1"/>
              <a:gd name="f34" fmla="*/ 800 f17 1"/>
              <a:gd name="f35" fmla="abs f20"/>
              <a:gd name="f36" fmla="abs f21"/>
              <a:gd name="f37" fmla="?: f20 f22 f3"/>
              <a:gd name="f38" fmla="?: f20 f3 f22"/>
              <a:gd name="f39" fmla="?: f20 f4 f3"/>
              <a:gd name="f40" fmla="?: f20 f3 f4"/>
              <a:gd name="f41" fmla="abs f23"/>
              <a:gd name="f42" fmla="?: f21 f22 f3"/>
              <a:gd name="f43" fmla="?: f21 f3 f22"/>
              <a:gd name="f44" fmla="?: f23 0 f2"/>
              <a:gd name="f45" fmla="?: f23 f2 0"/>
              <a:gd name="f46" fmla="abs f24"/>
              <a:gd name="f47" fmla="?: f23 f22 f3"/>
              <a:gd name="f48" fmla="?: f23 f3 f22"/>
              <a:gd name="f49" fmla="?: f23 f4 f3"/>
              <a:gd name="f50" fmla="?: f23 f3 f4"/>
              <a:gd name="f51" fmla="?: f24 f22 f3"/>
              <a:gd name="f52" fmla="?: f24 f3 f22"/>
              <a:gd name="f53" fmla="?: f20 0 f2"/>
              <a:gd name="f54" fmla="?: f20 f2 0"/>
              <a:gd name="f55" fmla="abs f25"/>
              <a:gd name="f56" fmla="abs f26"/>
              <a:gd name="f57" fmla="?: f20 f40 f39"/>
              <a:gd name="f58" fmla="?: f20 f39 f40"/>
              <a:gd name="f59" fmla="?: f21 f38 f37"/>
              <a:gd name="f60" fmla="?: f21 f45 f44"/>
              <a:gd name="f61" fmla="?: f21 f44 f45"/>
              <a:gd name="f62" fmla="?: f23 f42 f43"/>
              <a:gd name="f63" fmla="?: f23 f50 f49"/>
              <a:gd name="f64" fmla="?: f23 f49 f50"/>
              <a:gd name="f65" fmla="?: f24 f48 f47"/>
              <a:gd name="f66" fmla="?: f24 f54 f53"/>
              <a:gd name="f67" fmla="?: f24 f53 f54"/>
              <a:gd name="f68" fmla="?: f20 f51 f52"/>
              <a:gd name="f69" fmla="+- f55 0 f56"/>
              <a:gd name="f70" fmla="+- f56 0 f55"/>
              <a:gd name="f71" fmla="?: f21 f58 f57"/>
              <a:gd name="f72" fmla="?: f23 f60 f61"/>
              <a:gd name="f73" fmla="?: f24 f64 f63"/>
              <a:gd name="f74" fmla="?: f20 f66 f67"/>
              <a:gd name="f75" fmla="?: f26 f9 f69"/>
              <a:gd name="f76" fmla="?: f26 f69 f9"/>
              <a:gd name="f77" fmla="?: f25 f9 f70"/>
              <a:gd name="f78" fmla="?: f25 f70 f9"/>
              <a:gd name="f79" fmla="?: f18 f9 f75"/>
              <a:gd name="f80" fmla="?: f18 f9 f76"/>
              <a:gd name="f81" fmla="?: f27 f77 f9"/>
              <a:gd name="f82" fmla="?: f27 f78 f9"/>
              <a:gd name="f83" fmla="?: f28 f76 f9"/>
              <a:gd name="f84" fmla="?: f28 f75 f9"/>
              <a:gd name="f85" fmla="?: f19 f9 f78"/>
              <a:gd name="f86" fmla="?: f19 f9 f77"/>
              <a:gd name="f87" fmla="?: f79 f18 0"/>
              <a:gd name="f88" fmla="?: f79 f19 6280"/>
              <a:gd name="f89" fmla="?: f80 f18 0"/>
              <a:gd name="f90" fmla="?: f80 f19 15320"/>
              <a:gd name="f91" fmla="?: f81 f18 6280"/>
              <a:gd name="f92" fmla="?: f81 f19 21600"/>
              <a:gd name="f93" fmla="?: f82 f18 15320"/>
              <a:gd name="f94" fmla="?: f82 f19 21600"/>
              <a:gd name="f95" fmla="?: f83 f18 21600"/>
              <a:gd name="f96" fmla="?: f83 f19 15320"/>
              <a:gd name="f97" fmla="?: f84 f18 21600"/>
              <a:gd name="f98" fmla="?: f84 f19 6280"/>
              <a:gd name="f99" fmla="?: f85 f18 15320"/>
              <a:gd name="f100" fmla="?: f85 f19 0"/>
              <a:gd name="f101" fmla="?: f86 f18 6280"/>
              <a:gd name="f102" fmla="?: f86 f19 0"/>
            </a:gdLst>
            <a:ahLst>
              <a:ahXY gdRefX="f0" minX="f10" maxX="f11" gdRefY="f1" minY="f10" maxY="f11">
                <a:pos x="f29" y="f30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31" t="f34" r="f32" b="f33"/>
            <a:pathLst>
              <a:path w="21600" h="21600">
                <a:moveTo>
                  <a:pt x="f12" y="f7"/>
                </a:moveTo>
                <a:arcTo wR="f35" hR="f36" stAng="f71" swAng="f59"/>
                <a:lnTo>
                  <a:pt x="f87" y="f88"/>
                </a:lnTo>
                <a:lnTo>
                  <a:pt x="f7" y="f13"/>
                </a:lnTo>
                <a:lnTo>
                  <a:pt x="f7" y="f14"/>
                </a:lnTo>
                <a:lnTo>
                  <a:pt x="f89" y="f90"/>
                </a:lnTo>
                <a:lnTo>
                  <a:pt x="f7" y="f15"/>
                </a:lnTo>
                <a:arcTo wR="f36" hR="f41" stAng="f72" swAng="f62"/>
                <a:lnTo>
                  <a:pt x="f91" y="f92"/>
                </a:lnTo>
                <a:lnTo>
                  <a:pt x="f13" y="f8"/>
                </a:lnTo>
                <a:lnTo>
                  <a:pt x="f14" y="f8"/>
                </a:lnTo>
                <a:lnTo>
                  <a:pt x="f93" y="f94"/>
                </a:lnTo>
                <a:lnTo>
                  <a:pt x="f15" y="f8"/>
                </a:lnTo>
                <a:arcTo wR="f41" hR="f46" stAng="f73" swAng="f65"/>
                <a:lnTo>
                  <a:pt x="f95" y="f96"/>
                </a:lnTo>
                <a:lnTo>
                  <a:pt x="f8" y="f14"/>
                </a:lnTo>
                <a:lnTo>
                  <a:pt x="f8" y="f13"/>
                </a:lnTo>
                <a:lnTo>
                  <a:pt x="f97" y="f98"/>
                </a:lnTo>
                <a:lnTo>
                  <a:pt x="f8" y="f12"/>
                </a:lnTo>
                <a:arcTo wR="f46" hR="f35" stAng="f74" swAng="f68"/>
                <a:lnTo>
                  <a:pt x="f99" y="f100"/>
                </a:lnTo>
                <a:lnTo>
                  <a:pt x="f14" y="f7"/>
                </a:lnTo>
                <a:lnTo>
                  <a:pt x="f13" y="f7"/>
                </a:lnTo>
                <a:lnTo>
                  <a:pt x="f101" y="f102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IN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Only About Volume</a:t>
            </a: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0093597-8426-4016-BC26-BBF52F38B1C4}"/>
              </a:ext>
            </a:extLst>
          </p:cNvPr>
          <p:cNvSpPr/>
          <p:nvPr/>
        </p:nvSpPr>
        <p:spPr>
          <a:xfrm>
            <a:off x="144000" y="1368000"/>
            <a:ext cx="2880000" cy="1800000"/>
          </a:xfrm>
          <a:custGeom>
            <a:avLst>
              <a:gd name="f0" fmla="val 29078"/>
              <a:gd name="f1" fmla="val 25063"/>
            </a:avLst>
            <a:gdLst>
              <a:gd name="f2" fmla="val 10800000"/>
              <a:gd name="f3" fmla="val 5400000"/>
              <a:gd name="f4" fmla="val 16200000"/>
              <a:gd name="f5" fmla="val w"/>
              <a:gd name="f6" fmla="val h"/>
              <a:gd name="f7" fmla="val 0"/>
              <a:gd name="f8" fmla="val 21600"/>
              <a:gd name="f9" fmla="+- 0 0 1"/>
              <a:gd name="f10" fmla="val -2147483647"/>
              <a:gd name="f11" fmla="val 2147483647"/>
              <a:gd name="f12" fmla="val 3590"/>
              <a:gd name="f13" fmla="val 8970"/>
              <a:gd name="f14" fmla="val 12630"/>
              <a:gd name="f15" fmla="val 18010"/>
              <a:gd name="f16" fmla="*/ f5 1 21600"/>
              <a:gd name="f17" fmla="*/ f6 1 21600"/>
              <a:gd name="f18" fmla="pin -2147483647 f0 2147483647"/>
              <a:gd name="f19" fmla="pin -2147483647 f1 2147483647"/>
              <a:gd name="f20" fmla="+- 0 0 f12"/>
              <a:gd name="f21" fmla="+- 3590 0 f7"/>
              <a:gd name="f22" fmla="+- 0 0 f3"/>
              <a:gd name="f23" fmla="+- 21600 0 f15"/>
              <a:gd name="f24" fmla="+- 18010 0 f8"/>
              <a:gd name="f25" fmla="+- f18 0 10800"/>
              <a:gd name="f26" fmla="+- f19 0 10800"/>
              <a:gd name="f27" fmla="+- f19 0 21600"/>
              <a:gd name="f28" fmla="+- f18 0 21600"/>
              <a:gd name="f29" fmla="*/ f18 f16 1"/>
              <a:gd name="f30" fmla="*/ f19 f17 1"/>
              <a:gd name="f31" fmla="*/ 800 f16 1"/>
              <a:gd name="f32" fmla="*/ 20800 f16 1"/>
              <a:gd name="f33" fmla="*/ 20800 f17 1"/>
              <a:gd name="f34" fmla="*/ 800 f17 1"/>
              <a:gd name="f35" fmla="abs f20"/>
              <a:gd name="f36" fmla="abs f21"/>
              <a:gd name="f37" fmla="?: f20 f22 f3"/>
              <a:gd name="f38" fmla="?: f20 f3 f22"/>
              <a:gd name="f39" fmla="?: f20 f4 f3"/>
              <a:gd name="f40" fmla="?: f20 f3 f4"/>
              <a:gd name="f41" fmla="abs f23"/>
              <a:gd name="f42" fmla="?: f21 f22 f3"/>
              <a:gd name="f43" fmla="?: f21 f3 f22"/>
              <a:gd name="f44" fmla="?: f23 0 f2"/>
              <a:gd name="f45" fmla="?: f23 f2 0"/>
              <a:gd name="f46" fmla="abs f24"/>
              <a:gd name="f47" fmla="?: f23 f22 f3"/>
              <a:gd name="f48" fmla="?: f23 f3 f22"/>
              <a:gd name="f49" fmla="?: f23 f4 f3"/>
              <a:gd name="f50" fmla="?: f23 f3 f4"/>
              <a:gd name="f51" fmla="?: f24 f22 f3"/>
              <a:gd name="f52" fmla="?: f24 f3 f22"/>
              <a:gd name="f53" fmla="?: f20 0 f2"/>
              <a:gd name="f54" fmla="?: f20 f2 0"/>
              <a:gd name="f55" fmla="abs f25"/>
              <a:gd name="f56" fmla="abs f26"/>
              <a:gd name="f57" fmla="?: f20 f40 f39"/>
              <a:gd name="f58" fmla="?: f20 f39 f40"/>
              <a:gd name="f59" fmla="?: f21 f38 f37"/>
              <a:gd name="f60" fmla="?: f21 f45 f44"/>
              <a:gd name="f61" fmla="?: f21 f44 f45"/>
              <a:gd name="f62" fmla="?: f23 f42 f43"/>
              <a:gd name="f63" fmla="?: f23 f50 f49"/>
              <a:gd name="f64" fmla="?: f23 f49 f50"/>
              <a:gd name="f65" fmla="?: f24 f48 f47"/>
              <a:gd name="f66" fmla="?: f24 f54 f53"/>
              <a:gd name="f67" fmla="?: f24 f53 f54"/>
              <a:gd name="f68" fmla="?: f20 f51 f52"/>
              <a:gd name="f69" fmla="+- f55 0 f56"/>
              <a:gd name="f70" fmla="+- f56 0 f55"/>
              <a:gd name="f71" fmla="?: f21 f58 f57"/>
              <a:gd name="f72" fmla="?: f23 f60 f61"/>
              <a:gd name="f73" fmla="?: f24 f64 f63"/>
              <a:gd name="f74" fmla="?: f20 f66 f67"/>
              <a:gd name="f75" fmla="?: f26 f9 f69"/>
              <a:gd name="f76" fmla="?: f26 f69 f9"/>
              <a:gd name="f77" fmla="?: f25 f9 f70"/>
              <a:gd name="f78" fmla="?: f25 f70 f9"/>
              <a:gd name="f79" fmla="?: f18 f9 f75"/>
              <a:gd name="f80" fmla="?: f18 f9 f76"/>
              <a:gd name="f81" fmla="?: f27 f77 f9"/>
              <a:gd name="f82" fmla="?: f27 f78 f9"/>
              <a:gd name="f83" fmla="?: f28 f76 f9"/>
              <a:gd name="f84" fmla="?: f28 f75 f9"/>
              <a:gd name="f85" fmla="?: f19 f9 f78"/>
              <a:gd name="f86" fmla="?: f19 f9 f77"/>
              <a:gd name="f87" fmla="?: f79 f18 0"/>
              <a:gd name="f88" fmla="?: f79 f19 6280"/>
              <a:gd name="f89" fmla="?: f80 f18 0"/>
              <a:gd name="f90" fmla="?: f80 f19 15320"/>
              <a:gd name="f91" fmla="?: f81 f18 6280"/>
              <a:gd name="f92" fmla="?: f81 f19 21600"/>
              <a:gd name="f93" fmla="?: f82 f18 15320"/>
              <a:gd name="f94" fmla="?: f82 f19 21600"/>
              <a:gd name="f95" fmla="?: f83 f18 21600"/>
              <a:gd name="f96" fmla="?: f83 f19 15320"/>
              <a:gd name="f97" fmla="?: f84 f18 21600"/>
              <a:gd name="f98" fmla="?: f84 f19 6280"/>
              <a:gd name="f99" fmla="?: f85 f18 15320"/>
              <a:gd name="f100" fmla="?: f85 f19 0"/>
              <a:gd name="f101" fmla="?: f86 f18 6280"/>
              <a:gd name="f102" fmla="?: f86 f19 0"/>
            </a:gdLst>
            <a:ahLst>
              <a:ahXY gdRefX="f0" minX="f10" maxX="f11" gdRefY="f1" minY="f10" maxY="f11">
                <a:pos x="f29" y="f30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31" t="f34" r="f32" b="f33"/>
            <a:pathLst>
              <a:path w="21600" h="21600">
                <a:moveTo>
                  <a:pt x="f12" y="f7"/>
                </a:moveTo>
                <a:arcTo wR="f35" hR="f36" stAng="f71" swAng="f59"/>
                <a:lnTo>
                  <a:pt x="f87" y="f88"/>
                </a:lnTo>
                <a:lnTo>
                  <a:pt x="f7" y="f13"/>
                </a:lnTo>
                <a:lnTo>
                  <a:pt x="f7" y="f14"/>
                </a:lnTo>
                <a:lnTo>
                  <a:pt x="f89" y="f90"/>
                </a:lnTo>
                <a:lnTo>
                  <a:pt x="f7" y="f15"/>
                </a:lnTo>
                <a:arcTo wR="f36" hR="f41" stAng="f72" swAng="f62"/>
                <a:lnTo>
                  <a:pt x="f91" y="f92"/>
                </a:lnTo>
                <a:lnTo>
                  <a:pt x="f13" y="f8"/>
                </a:lnTo>
                <a:lnTo>
                  <a:pt x="f14" y="f8"/>
                </a:lnTo>
                <a:lnTo>
                  <a:pt x="f93" y="f94"/>
                </a:lnTo>
                <a:lnTo>
                  <a:pt x="f15" y="f8"/>
                </a:lnTo>
                <a:arcTo wR="f41" hR="f46" stAng="f73" swAng="f65"/>
                <a:lnTo>
                  <a:pt x="f95" y="f96"/>
                </a:lnTo>
                <a:lnTo>
                  <a:pt x="f8" y="f14"/>
                </a:lnTo>
                <a:lnTo>
                  <a:pt x="f8" y="f13"/>
                </a:lnTo>
                <a:lnTo>
                  <a:pt x="f97" y="f98"/>
                </a:lnTo>
                <a:lnTo>
                  <a:pt x="f8" y="f12"/>
                </a:lnTo>
                <a:arcTo wR="f46" hR="f35" stAng="f74" swAng="f68"/>
                <a:lnTo>
                  <a:pt x="f99" y="f100"/>
                </a:lnTo>
                <a:lnTo>
                  <a:pt x="f14" y="f7"/>
                </a:lnTo>
                <a:lnTo>
                  <a:pt x="f13" y="f7"/>
                </a:lnTo>
                <a:lnTo>
                  <a:pt x="f101" y="f102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IN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“One Size-Fit All”</a:t>
            </a:r>
          </a:p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IN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RDBMS built on</a:t>
            </a:r>
          </a:p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IN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shared disk and memory</a:t>
            </a: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F2DAA3C9-7408-472E-9830-C80B2607167E}"/>
              </a:ext>
            </a:extLst>
          </p:cNvPr>
          <p:cNvSpPr/>
          <p:nvPr/>
        </p:nvSpPr>
        <p:spPr>
          <a:xfrm>
            <a:off x="360000" y="5163480"/>
            <a:ext cx="2520000" cy="1460519"/>
          </a:xfrm>
          <a:custGeom>
            <a:avLst>
              <a:gd name="f0" fmla="val 28603"/>
              <a:gd name="f1" fmla="val -14270"/>
            </a:avLst>
            <a:gdLst>
              <a:gd name="f2" fmla="val 10800000"/>
              <a:gd name="f3" fmla="val 5400000"/>
              <a:gd name="f4" fmla="val 16200000"/>
              <a:gd name="f5" fmla="val w"/>
              <a:gd name="f6" fmla="val h"/>
              <a:gd name="f7" fmla="val 0"/>
              <a:gd name="f8" fmla="val 21600"/>
              <a:gd name="f9" fmla="+- 0 0 1"/>
              <a:gd name="f10" fmla="val -2147483647"/>
              <a:gd name="f11" fmla="val 2147483647"/>
              <a:gd name="f12" fmla="val 3590"/>
              <a:gd name="f13" fmla="val 8970"/>
              <a:gd name="f14" fmla="val 12630"/>
              <a:gd name="f15" fmla="val 18010"/>
              <a:gd name="f16" fmla="*/ f5 1 21600"/>
              <a:gd name="f17" fmla="*/ f6 1 21600"/>
              <a:gd name="f18" fmla="pin -2147483647 f0 2147483647"/>
              <a:gd name="f19" fmla="pin -2147483647 f1 2147483647"/>
              <a:gd name="f20" fmla="+- 0 0 f12"/>
              <a:gd name="f21" fmla="+- 3590 0 f7"/>
              <a:gd name="f22" fmla="+- 0 0 f3"/>
              <a:gd name="f23" fmla="+- 21600 0 f15"/>
              <a:gd name="f24" fmla="+- 18010 0 f8"/>
              <a:gd name="f25" fmla="+- f18 0 10800"/>
              <a:gd name="f26" fmla="+- f19 0 10800"/>
              <a:gd name="f27" fmla="+- f19 0 21600"/>
              <a:gd name="f28" fmla="+- f18 0 21600"/>
              <a:gd name="f29" fmla="*/ f18 f16 1"/>
              <a:gd name="f30" fmla="*/ f19 f17 1"/>
              <a:gd name="f31" fmla="*/ 800 f16 1"/>
              <a:gd name="f32" fmla="*/ 20800 f16 1"/>
              <a:gd name="f33" fmla="*/ 20800 f17 1"/>
              <a:gd name="f34" fmla="*/ 800 f17 1"/>
              <a:gd name="f35" fmla="abs f20"/>
              <a:gd name="f36" fmla="abs f21"/>
              <a:gd name="f37" fmla="?: f20 f22 f3"/>
              <a:gd name="f38" fmla="?: f20 f3 f22"/>
              <a:gd name="f39" fmla="?: f20 f4 f3"/>
              <a:gd name="f40" fmla="?: f20 f3 f4"/>
              <a:gd name="f41" fmla="abs f23"/>
              <a:gd name="f42" fmla="?: f21 f22 f3"/>
              <a:gd name="f43" fmla="?: f21 f3 f22"/>
              <a:gd name="f44" fmla="?: f23 0 f2"/>
              <a:gd name="f45" fmla="?: f23 f2 0"/>
              <a:gd name="f46" fmla="abs f24"/>
              <a:gd name="f47" fmla="?: f23 f22 f3"/>
              <a:gd name="f48" fmla="?: f23 f3 f22"/>
              <a:gd name="f49" fmla="?: f23 f4 f3"/>
              <a:gd name="f50" fmla="?: f23 f3 f4"/>
              <a:gd name="f51" fmla="?: f24 f22 f3"/>
              <a:gd name="f52" fmla="?: f24 f3 f22"/>
              <a:gd name="f53" fmla="?: f20 0 f2"/>
              <a:gd name="f54" fmla="?: f20 f2 0"/>
              <a:gd name="f55" fmla="abs f25"/>
              <a:gd name="f56" fmla="abs f26"/>
              <a:gd name="f57" fmla="?: f20 f40 f39"/>
              <a:gd name="f58" fmla="?: f20 f39 f40"/>
              <a:gd name="f59" fmla="?: f21 f38 f37"/>
              <a:gd name="f60" fmla="?: f21 f45 f44"/>
              <a:gd name="f61" fmla="?: f21 f44 f45"/>
              <a:gd name="f62" fmla="?: f23 f42 f43"/>
              <a:gd name="f63" fmla="?: f23 f50 f49"/>
              <a:gd name="f64" fmla="?: f23 f49 f50"/>
              <a:gd name="f65" fmla="?: f24 f48 f47"/>
              <a:gd name="f66" fmla="?: f24 f54 f53"/>
              <a:gd name="f67" fmla="?: f24 f53 f54"/>
              <a:gd name="f68" fmla="?: f20 f51 f52"/>
              <a:gd name="f69" fmla="+- f55 0 f56"/>
              <a:gd name="f70" fmla="+- f56 0 f55"/>
              <a:gd name="f71" fmla="?: f21 f58 f57"/>
              <a:gd name="f72" fmla="?: f23 f60 f61"/>
              <a:gd name="f73" fmla="?: f24 f64 f63"/>
              <a:gd name="f74" fmla="?: f20 f66 f67"/>
              <a:gd name="f75" fmla="?: f26 f9 f69"/>
              <a:gd name="f76" fmla="?: f26 f69 f9"/>
              <a:gd name="f77" fmla="?: f25 f9 f70"/>
              <a:gd name="f78" fmla="?: f25 f70 f9"/>
              <a:gd name="f79" fmla="?: f18 f9 f75"/>
              <a:gd name="f80" fmla="?: f18 f9 f76"/>
              <a:gd name="f81" fmla="?: f27 f77 f9"/>
              <a:gd name="f82" fmla="?: f27 f78 f9"/>
              <a:gd name="f83" fmla="?: f28 f76 f9"/>
              <a:gd name="f84" fmla="?: f28 f75 f9"/>
              <a:gd name="f85" fmla="?: f19 f9 f78"/>
              <a:gd name="f86" fmla="?: f19 f9 f77"/>
              <a:gd name="f87" fmla="?: f79 f18 0"/>
              <a:gd name="f88" fmla="?: f79 f19 6280"/>
              <a:gd name="f89" fmla="?: f80 f18 0"/>
              <a:gd name="f90" fmla="?: f80 f19 15320"/>
              <a:gd name="f91" fmla="?: f81 f18 6280"/>
              <a:gd name="f92" fmla="?: f81 f19 21600"/>
              <a:gd name="f93" fmla="?: f82 f18 15320"/>
              <a:gd name="f94" fmla="?: f82 f19 21600"/>
              <a:gd name="f95" fmla="?: f83 f18 21600"/>
              <a:gd name="f96" fmla="?: f83 f19 15320"/>
              <a:gd name="f97" fmla="?: f84 f18 21600"/>
              <a:gd name="f98" fmla="?: f84 f19 6280"/>
              <a:gd name="f99" fmla="?: f85 f18 15320"/>
              <a:gd name="f100" fmla="?: f85 f19 0"/>
              <a:gd name="f101" fmla="?: f86 f18 6280"/>
              <a:gd name="f102" fmla="?: f86 f19 0"/>
            </a:gdLst>
            <a:ahLst>
              <a:ahXY gdRefX="f0" minX="f10" maxX="f11" gdRefY="f1" minY="f10" maxY="f11">
                <a:pos x="f29" y="f30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31" t="f34" r="f32" b="f33"/>
            <a:pathLst>
              <a:path w="21600" h="21600">
                <a:moveTo>
                  <a:pt x="f12" y="f7"/>
                </a:moveTo>
                <a:arcTo wR="f35" hR="f36" stAng="f71" swAng="f59"/>
                <a:lnTo>
                  <a:pt x="f87" y="f88"/>
                </a:lnTo>
                <a:lnTo>
                  <a:pt x="f7" y="f13"/>
                </a:lnTo>
                <a:lnTo>
                  <a:pt x="f7" y="f14"/>
                </a:lnTo>
                <a:lnTo>
                  <a:pt x="f89" y="f90"/>
                </a:lnTo>
                <a:lnTo>
                  <a:pt x="f7" y="f15"/>
                </a:lnTo>
                <a:arcTo wR="f36" hR="f41" stAng="f72" swAng="f62"/>
                <a:lnTo>
                  <a:pt x="f91" y="f92"/>
                </a:lnTo>
                <a:lnTo>
                  <a:pt x="f13" y="f8"/>
                </a:lnTo>
                <a:lnTo>
                  <a:pt x="f14" y="f8"/>
                </a:lnTo>
                <a:lnTo>
                  <a:pt x="f93" y="f94"/>
                </a:lnTo>
                <a:lnTo>
                  <a:pt x="f15" y="f8"/>
                </a:lnTo>
                <a:arcTo wR="f41" hR="f46" stAng="f73" swAng="f65"/>
                <a:lnTo>
                  <a:pt x="f95" y="f96"/>
                </a:lnTo>
                <a:lnTo>
                  <a:pt x="f8" y="f14"/>
                </a:lnTo>
                <a:lnTo>
                  <a:pt x="f8" y="f13"/>
                </a:lnTo>
                <a:lnTo>
                  <a:pt x="f97" y="f98"/>
                </a:lnTo>
                <a:lnTo>
                  <a:pt x="f8" y="f12"/>
                </a:lnTo>
                <a:arcTo wR="f46" hR="f35" stAng="f74" swAng="f68"/>
                <a:lnTo>
                  <a:pt x="f99" y="f100"/>
                </a:lnTo>
                <a:lnTo>
                  <a:pt x="f14" y="f7"/>
                </a:lnTo>
                <a:lnTo>
                  <a:pt x="f13" y="f7"/>
                </a:lnTo>
                <a:lnTo>
                  <a:pt x="f101" y="f102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IN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Only used by huge</a:t>
            </a:r>
          </a:p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IN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online companies</a:t>
            </a:r>
          </a:p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IN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Like Google or Amazon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2E5E3E0-4D30-4BD5-B110-50A681BE7A4E}"/>
              </a:ext>
            </a:extLst>
          </p:cNvPr>
          <p:cNvSpPr txBox="1"/>
          <p:nvPr/>
        </p:nvSpPr>
        <p:spPr>
          <a:xfrm>
            <a:off x="144000" y="204840"/>
            <a:ext cx="9792000" cy="713916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/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/>
            </a:pPr>
            <a:endParaRPr lang="en-IN" sz="4000" b="1" i="0" u="none" strike="noStrike" kern="1200" cap="none">
              <a:ln>
                <a:noFill/>
              </a:ln>
              <a:solidFill>
                <a:srgbClr val="C5000B"/>
              </a:solidFill>
              <a:latin typeface="Liberation Sans" pitchFamily="18"/>
              <a:ea typeface="Droid Sans Fallback" pitchFamily="2"/>
              <a:cs typeface="FreeSans" pitchFamily="2"/>
            </a:endParaRPr>
          </a:p>
          <a:p>
            <a:pPr marL="0" marR="0" lvl="0" indent="0" algn="ctr" rtl="0" hangingPunc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/>
            </a:pPr>
            <a:r>
              <a:rPr lang="en-IN" sz="4000" b="1" i="0" u="none" strike="noStrike" kern="1200" cap="none">
                <a:ln>
                  <a:noFill/>
                </a:ln>
                <a:solidFill>
                  <a:srgbClr val="C5000B"/>
                </a:solidFill>
                <a:latin typeface="Liberation Sans" pitchFamily="18"/>
                <a:ea typeface="Droid Sans Fallback" pitchFamily="2"/>
                <a:cs typeface="FreeSans" pitchFamily="2"/>
              </a:rPr>
              <a:t>Why sudden hipe around BDA ?</a:t>
            </a:r>
          </a:p>
          <a:p>
            <a:pPr marL="0" marR="0" lvl="0" indent="0" algn="just" rtl="0" hangingPunc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/>
            </a:pPr>
            <a:r>
              <a:rPr lang="en-IN" sz="2800" b="1" i="0" u="none" strike="noStrike" kern="1200" cap="none">
                <a:ln>
                  <a:noFill/>
                </a:ln>
                <a:solidFill>
                  <a:srgbClr val="000000"/>
                </a:solidFill>
                <a:latin typeface="Liberation Sans" pitchFamily="18"/>
                <a:ea typeface="Droid Sans Fallback" pitchFamily="2"/>
                <a:cs typeface="FreeSans" pitchFamily="2"/>
              </a:rPr>
              <a:t> </a:t>
            </a:r>
          </a:p>
          <a:p>
            <a:pPr marL="0" marR="0" lvl="0" indent="0" algn="just" rtl="0" hangingPunct="0">
              <a:lnSpc>
                <a:spcPct val="150000"/>
              </a:lnSpc>
              <a:spcBef>
                <a:spcPts val="1191"/>
              </a:spcBef>
              <a:spcAft>
                <a:spcPts val="992"/>
              </a:spcAft>
              <a:buSzPct val="45000"/>
              <a:buFont typeface="StarSymbol"/>
              <a:buChar char="➢"/>
              <a:tabLst/>
            </a:pPr>
            <a:r>
              <a:rPr lang="en-IN" sz="2800" b="0" i="0" u="none" strike="noStrike" kern="1200" cap="none">
                <a:ln>
                  <a:noFill/>
                </a:ln>
                <a:solidFill>
                  <a:srgbClr val="000000"/>
                </a:solidFill>
                <a:latin typeface="Liberation Sans" pitchFamily="18"/>
                <a:ea typeface="Droid Sans Fallback" pitchFamily="2"/>
                <a:cs typeface="FreeSans" pitchFamily="2"/>
              </a:rPr>
              <a:t>Data growing at 40% compound rate, reaching nearly 50 ZB by 2020</a:t>
            </a:r>
          </a:p>
          <a:p>
            <a:pPr marL="0" marR="0" lvl="0" indent="0" algn="just" rtl="0" hangingPunct="0">
              <a:lnSpc>
                <a:spcPct val="150000"/>
              </a:lnSpc>
              <a:spcBef>
                <a:spcPts val="1191"/>
              </a:spcBef>
              <a:spcAft>
                <a:spcPts val="992"/>
              </a:spcAft>
              <a:buSzPct val="45000"/>
              <a:buFont typeface="StarSymbol"/>
              <a:buChar char="➢"/>
              <a:tabLst/>
            </a:pPr>
            <a:r>
              <a:rPr lang="en-IN" sz="2800" b="0" i="0" u="none" strike="noStrike" kern="1200" cap="none">
                <a:ln>
                  <a:noFill/>
                </a:ln>
                <a:solidFill>
                  <a:srgbClr val="000000"/>
                </a:solidFill>
                <a:latin typeface="Liberation Sans" pitchFamily="18"/>
                <a:ea typeface="Droid Sans Fallback" pitchFamily="2"/>
                <a:cs typeface="FreeSans" pitchFamily="2"/>
              </a:rPr>
              <a:t>Cost per GB of storage has hugely dropped</a:t>
            </a:r>
          </a:p>
          <a:p>
            <a:pPr marL="0" marR="0" lvl="0" indent="0" algn="just" rtl="0" hangingPunct="0">
              <a:lnSpc>
                <a:spcPct val="150000"/>
              </a:lnSpc>
              <a:spcBef>
                <a:spcPts val="1191"/>
              </a:spcBef>
              <a:spcAft>
                <a:spcPts val="992"/>
              </a:spcAft>
              <a:buSzPct val="45000"/>
              <a:buFont typeface="StarSymbol"/>
              <a:buChar char="➢"/>
              <a:tabLst/>
            </a:pPr>
            <a:r>
              <a:rPr lang="en-IN" sz="2800" b="0" i="0" u="none" strike="noStrike" kern="1200" cap="none">
                <a:ln>
                  <a:noFill/>
                </a:ln>
                <a:solidFill>
                  <a:srgbClr val="000000"/>
                </a:solidFill>
                <a:latin typeface="Liberation Sans" pitchFamily="18"/>
                <a:ea typeface="Droid Sans Fallback" pitchFamily="2"/>
                <a:cs typeface="FreeSans" pitchFamily="2"/>
              </a:rPr>
              <a:t>There is a shortage of user friendly analytical tools available in the market today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253</TotalTime>
  <Words>280</Words>
  <Application>Microsoft Office PowerPoint</Application>
  <PresentationFormat>Widescreen</PresentationFormat>
  <Paragraphs>63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Calibri</vt:lpstr>
      <vt:lpstr>Liberation Sans</vt:lpstr>
      <vt:lpstr>Liberation Serif</vt:lpstr>
      <vt:lpstr>StarSymbol</vt:lpstr>
      <vt:lpstr>Default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cloudconvert_12</cp:lastModifiedBy>
  <cp:revision>10</cp:revision>
  <dcterms:created xsi:type="dcterms:W3CDTF">2018-08-08T10:43:39Z</dcterms:created>
  <dcterms:modified xsi:type="dcterms:W3CDTF">2026-09-06T01:23:08Z</dcterms:modified>
</cp:coreProperties>
</file>