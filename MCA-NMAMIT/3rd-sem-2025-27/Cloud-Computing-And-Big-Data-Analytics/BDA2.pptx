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BCB455-D7CE-4DF3-9EA6-D17DBD69BC6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ABCA5-1BBC-497B-A201-B5DB1684585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52B54-768D-4E5B-BC0B-8FCA406B567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171FE-FC3E-4B95-91C7-6BD680BAF888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421C1AC-7EFE-4FBC-AEA4-40D631A8ACCA}" type="slidenum">
              <a:t>‹#›</a:t>
            </a:fld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11679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E4161-B42C-47E0-A49C-7A0A2857F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68F16-1B51-4827-B3D2-9E401BDB58F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F89D781-E9CD-4D3A-81FA-83C73E9CC77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D7FC-CDEA-4F2A-AB19-83479C0D947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FAEF2-BE6C-433E-B6E4-396001119DF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D5061-D17B-4291-A45C-073428FB1B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13CBCB9-6B82-4B92-B9F0-1A7A694FA28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77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IN" sz="2000" b="0" i="0" u="none" strike="noStrike" kern="1200" cap="none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4C4BB-A0AE-4D47-9532-453BB684F4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C71771-1B69-4FF5-9A6D-B3F3EA793131}" type="slidenum">
              <a:t>1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D18F1-E588-46AF-BC6F-94E9FF49A1C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5755A-0517-423A-A199-33F5F5167A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0F83E-D9D2-4AA3-BA24-8630416D4C1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98F2CA1-28E3-4743-AF78-162CC122140A}" type="slidenum">
              <a:t>2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88357-78E3-435F-A75E-FAFCC8A62A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BF197-92E4-4571-A73E-18D4927256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E8171-4398-44FF-9273-FA9254ECC9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D9BAEA9-4315-483B-BD9E-9D78D0976265}" type="slidenum">
              <a:t>3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B1F43-8799-42F2-9D4A-8D8A5AA613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4185B-B5D7-45DA-926F-979B05EAD9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DC383-8596-49B7-AF42-755A106EF9F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E6D2231-2D5C-4FBB-8A77-02F8CF1FA8EA}" type="slidenum">
              <a:t>4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9C311-98BB-484D-B257-D72D547EDC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3AC17-487B-4482-988C-D5467FE3BF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C406A-D203-485C-B4ED-8E8906412FD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DB0C9EA-89E9-4748-86DF-A761D08DF297}" type="slidenum">
              <a:t>5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75D2C-27AD-437A-B64D-2968656D04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EB87B-2661-4EB5-B5E4-0B4E01B0BF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5AF70-F2B7-451D-933D-79F17FCB63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0FC181C-D89A-446D-A1D1-AFC93A59090D}" type="slidenum">
              <a:t>6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7B5A2-E3CC-46F2-AC96-C883D4A43DC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8D081-AB19-4C02-9142-96CD33F992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2FF99-559B-4A56-B660-295C468DDC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3246EB-7D97-4C5E-9068-0598AF9E9C8A}" type="slidenum">
              <a:t>7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CC6D2-785E-496D-8F34-7D407C291F8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6F4EA-9224-411E-9203-A6F16A3279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C7ADC-54EB-4D0A-A5BF-9FA5EDCA3DE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83CF328-E4C0-45C3-B64E-6589794639E9}" type="slidenum">
              <a:t>8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5D325-ED4B-48C1-9177-E103CA8A91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502C1-CA2A-4348-884E-21DFCD8A1F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F066D-23B2-45E3-80AE-5A9AA4520E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A9C5263-85AD-4064-B071-936B0E1C1B91}" type="slidenum">
              <a:t>9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C00FD-5786-4152-97C2-6E0BD1C991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DC16E-835C-4E4F-BB77-36483D9911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FC689-CCEC-4B87-8082-ECF9C9431A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7C11100-26FB-464A-8661-BF1D38A1C51B}" type="slidenum">
              <a:t>10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064E0-AB6B-4C06-999C-673BB7DB13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15A43-75E4-4CD9-90DA-D3647F3197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027EA-7A0A-43FB-8803-49F2CD6B5D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001FD14-A686-4AC5-B87A-5CD09D717244}" type="slidenum">
              <a:t>11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762B0-CFB4-4931-99B1-5808C55F163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0C043-DAD9-44A1-BA1D-98E2B4DBB2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44A06-42D1-4BE6-B7F8-9E35CDD9B8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FC8B1DD-CC04-4632-B4AD-7D91012711E0}" type="slidenum">
              <a:t>12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D2E4E-6198-46D9-B99B-9C109B4313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60CF6-EF98-46F9-958E-977AAC9233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0BC9A-BC2E-4D69-8C85-3C94FD88908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4AAEBB-F66F-471E-B734-3E578517EB8D}" type="slidenum">
              <a:t>13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5B514-3A01-4AF9-9405-57CAC6B752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94EE7-6566-4BEB-ACB6-20BA5D6B5A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00BBA-8A11-4983-A725-569A559FA6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8F82146-9E92-4AAE-865D-1417541FF34B}" type="slidenum">
              <a:t>14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EF54F-3DD6-41F2-89B4-3D7A8C3FD8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1C082-129C-450A-A350-35B35AA0AE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67A11-29B7-4999-9D3F-2F07FF35F29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3ABEC8B-ECC8-4BCF-A49A-6DBEB0264D71}" type="slidenum">
              <a:t>15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043BA-311B-47DA-9B03-F560D4EBC63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70CDE-1994-473F-8C14-7BA5CA3A539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4AB0-BE46-4571-8F6E-97A438057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582D7-EDD5-40CA-8E79-52948DD13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4E908-D239-46B5-86A0-12830F33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B3CA5-78AD-4CD4-9048-8B149645B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FB713-9ED0-4C4A-9F46-B11CE236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EF3A0B8-30C0-4ECB-B3D7-923969DC0E2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28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6459-6F5F-46D5-AB93-8911E571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BF4CC-8275-4AA2-8D55-4DC134C64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4854F-40DE-4569-BC60-7D7AE478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7736C-701E-4215-90F8-23B31E6C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B3C1F-1EBE-4D97-B577-BD815986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E409223-1070-4C17-BD9A-9427ACF6E46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19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BC49A-FEC5-45AA-9DC0-8868F35C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C1629-A2E3-40C2-BE17-ED77757F9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559A0-AE7C-4254-A899-085B1274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C287-6D45-49DD-9FEE-80FA90B9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54A24-7870-4C54-8CDC-6AF538E3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34EAF83-C0B2-4656-B4D9-53F31F53670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30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6448-AE8D-4D3E-8E8D-9A247254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D8F82-584E-4B0E-873E-B9C7ADCDF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08650-DA0B-4971-B7C9-F439B7B80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1779B-DA3D-4BB5-8A53-3411651A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F3495-7938-46CD-A4BE-A1DB61191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9FE1-3770-44B9-B50F-3FC06E9F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C18877B-2722-49C1-8869-B71042F6B6E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38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4DD6-0279-47F9-BB72-EAD2BA49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76479-1435-4593-AAB3-A4F3CF7FD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9F8A6-916C-41AD-8393-FE1615001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EA92B-94B6-48B6-8E0A-CE2A5BD4A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36ECC-2FEE-44BD-B1C5-5C388DC29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8EC47-C1FE-49AA-961F-837D5B12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ED051-55E7-49B3-8E07-DE55BEFC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AED28-3987-470C-854C-BBF6F2BB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55A135F-632B-480C-8F4D-9053E9B7F80C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8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7164-747F-48B5-B4CD-8F1D7FAD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E012F-8037-441D-97B5-17D2EFC1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BF566-1221-4034-B590-C5BABE23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595A8-1EFE-4245-8C6D-D5174762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9430DE-C942-4C33-B050-7FBA2D0EC8AF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3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25DDCA-905E-41C1-9497-AF83F050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28DCF-7A31-4BCA-BA95-E0CB2DA0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9E7CC-A17A-461C-90FA-423FE0B2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94CD8AC-4ED4-4829-8AA6-7FF82859890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1896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1FDD-6D79-4A14-9461-899077334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8268B-D985-43C7-B917-5CAB54744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46BEF-F1B1-43A0-A43E-8072C5540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4E517-347F-45C0-9AA0-6CB54E28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16236-5182-45C2-9E62-489E44F2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8071-2E24-41C9-9595-3F9226BE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36E67B-181B-4076-83E0-3253DED7CC8D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D763-53BF-47C0-BDD2-E0542F2F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B69A83-7E78-46BB-840A-205A4F8B7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96173-5FE4-4BEB-9A02-7BF8C28ED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5C095-2B05-4756-B963-1969499E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BF19C-9700-4049-9AE8-D10773B0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912A7-D55B-444A-9197-630B5A12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43EF638-85B5-47E7-80C7-07A85C7A39E7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10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E516-1D8B-40F8-AACC-CE51A4B5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A16AA-C23A-492D-8215-FD36A3A47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A1AAC-13DC-4808-991A-A63DD1DF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8177B-EC34-457F-AFB5-B0C32DB6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7BE0-4564-4FCC-8D0C-239E29F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F37989-0BEE-4B81-B9B7-9E2BF2F6F4B3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BAAB7-D620-4460-B98C-FAF2B580E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1AEA8-E950-44B6-A330-60C21E6CD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4D3F1-5D3A-4237-9047-A7184864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2CEFB-0908-4AA9-961E-FEF13F41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2404-3252-4747-A65B-99F30646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5FD53E-27D9-43C0-82B6-F56FFAB56903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732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3C2B6-D644-43D7-BEEB-66C543E436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10999-45B4-412B-9C5E-5F6AC96B7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ABF2-EFD6-4CF9-A010-D6D4B90052F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A196-BF73-4BAA-8438-12EBD6628438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28F50-3518-44DC-9C62-FEF2C204542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9001C037-45B4-45FB-AF1B-D1E7488CF33B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IN" sz="4400" b="0" i="0" u="none" strike="noStrike" kern="1200" cap="none">
          <a:ln>
            <a:noFill/>
          </a:ln>
          <a:latin typeface="Liberation Sans" pitchFamily="18"/>
        </a:defRPr>
      </a:lvl1pPr>
    </p:titleStyle>
    <p:bodyStyle>
      <a:lvl1pPr hangingPunct="0">
        <a:spcBef>
          <a:spcPts val="0"/>
        </a:spcBef>
        <a:spcAft>
          <a:spcPts val="1417"/>
        </a:spcAft>
        <a:tabLst/>
        <a:defRPr lang="en-IN" sz="3200" b="0" i="0" u="none" strike="noStrike" kern="1200" cap="none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se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Database_system" TargetMode="External"/><Relationship Id="rId5" Type="http://schemas.openxmlformats.org/officeDocument/2006/relationships/hyperlink" Target="https://en.wikipedia.org/wiki/Statistics" TargetMode="External"/><Relationship Id="rId4" Type="http://schemas.openxmlformats.org/officeDocument/2006/relationships/hyperlink" Target="https://en.wikipedia.org/wiki/Machine_learnin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14E9195E-B847-40F1-8B19-A5E7001F728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" y="216000"/>
            <a:ext cx="10000440" cy="649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376C1EBC-BCB3-49DB-A32A-0F86DAF9449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4000" y="288000"/>
            <a:ext cx="9720000" cy="674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907A7A9-02C6-4FD2-91BF-7A3A79809FB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4000" y="216000"/>
            <a:ext cx="9792000" cy="6129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277FA4B4-D77F-429C-80DD-AC1D7D120BF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4000" y="503999"/>
            <a:ext cx="9720000" cy="58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15C17010-9DCD-4629-83A9-4216093D69F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4000" y="503999"/>
            <a:ext cx="9576000" cy="53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34B28B04-A010-4AC0-BA0E-4E63E1F3AC7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6000" y="1368000"/>
            <a:ext cx="9504000" cy="403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EE8C783-3376-4B16-9A65-65DE05E5A31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7200" y="482760"/>
            <a:ext cx="10079640" cy="606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A7EFAC48-533E-4F3B-B68B-AAF8BFB235E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1440" y="557280"/>
            <a:ext cx="9286560" cy="671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2212BF20-E3C0-47CA-BA75-AF54557DE97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000" y="0"/>
            <a:ext cx="9864000" cy="74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9E081D4B-98EB-4391-9747-58F65BBF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60" y="124920"/>
            <a:ext cx="10079640" cy="5491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8A748C36-0E9C-48D5-A885-782452FD1F4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60" y="0"/>
            <a:ext cx="10079640" cy="539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E7CA2B44-13DA-4188-A594-63E142621D7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1960" y="434160"/>
            <a:ext cx="9867600" cy="5571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9FC6C-2856-4002-AB20-3F87B479ED12}"/>
              </a:ext>
            </a:extLst>
          </p:cNvPr>
          <p:cNvSpPr txBox="1"/>
          <p:nvPr/>
        </p:nvSpPr>
        <p:spPr>
          <a:xfrm>
            <a:off x="72000" y="72000"/>
            <a:ext cx="9864000" cy="7416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4000" b="1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mining</a:t>
            </a:r>
            <a:r>
              <a:rPr lang="en-IN" sz="20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the process of discovering patterns in large 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  <a:hlinkClick r:id="rId3"/>
              </a:rPr>
              <a:t>data sets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involving methods at the intersection of 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  <a:hlinkClick r:id="rId4"/>
              </a:rPr>
              <a:t>machine learning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, 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  <a:hlinkClick r:id="rId5"/>
              </a:rPr>
              <a:t>statistics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, and 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  <a:hlinkClick r:id="rId6"/>
              </a:rPr>
              <a:t>database systems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.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IN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Goal is to extract information (with intelligent method) from a data set and transform the information into a comprehensible structure for further use.</a:t>
            </a:r>
          </a:p>
          <a:p>
            <a:pPr marL="0" marR="0" lvl="0" indent="0" algn="ctr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or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Data mining is the process of sorting through large data sets to identify patterns and establish relationships to solve problems through data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307E7-824B-41A9-A47D-B8850AB93FF2}"/>
              </a:ext>
            </a:extLst>
          </p:cNvPr>
          <p:cNvSpPr txBox="1"/>
          <p:nvPr/>
        </p:nvSpPr>
        <p:spPr>
          <a:xfrm>
            <a:off x="72000" y="144000"/>
            <a:ext cx="9936000" cy="8242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1" i="0" u="none" strike="noStrike" kern="1200" cap="none">
                <a:ln>
                  <a:noFill/>
                </a:ln>
                <a:solidFill>
                  <a:srgbClr val="0084D1"/>
                </a:solidFill>
                <a:latin typeface="Liberation Sans" pitchFamily="18"/>
                <a:ea typeface="Droid Sans Fallback" pitchFamily="2"/>
                <a:cs typeface="FreeSans" pitchFamily="2"/>
              </a:rPr>
              <a:t>Algorithms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1" i="0" u="none" strike="noStrike" kern="1200" cap="none">
                <a:ln>
                  <a:noFill/>
                </a:ln>
                <a:solidFill>
                  <a:srgbClr val="0084D1"/>
                </a:solidFill>
                <a:latin typeface="Liberation Sans" pitchFamily="18"/>
                <a:ea typeface="Droid Sans Fallback" pitchFamily="2"/>
                <a:cs typeface="FreeSans" pitchFamily="2"/>
              </a:rPr>
              <a:t>1. Association Rule Mining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Also called as “ Market Basket analysis”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Used to determine “What goes with what ?”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1" i="0" u="none" strike="noStrike" kern="1200" cap="none">
                <a:ln>
                  <a:noFill/>
                </a:ln>
                <a:solidFill>
                  <a:srgbClr val="0066CC"/>
                </a:solidFill>
                <a:latin typeface="Liberation Sans" pitchFamily="18"/>
                <a:ea typeface="Droid Sans Fallback" pitchFamily="2"/>
                <a:cs typeface="FreeSans" pitchFamily="2"/>
              </a:rPr>
              <a:t>2. Regression Analysis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Helps to predict relationship between 2 variables( dependent and independent variables)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1" i="0" u="none" strike="noStrike" kern="1200" cap="none">
                <a:ln>
                  <a:noFill/>
                </a:ln>
                <a:solidFill>
                  <a:srgbClr val="0066CC"/>
                </a:solidFill>
                <a:latin typeface="Liberation Sans" pitchFamily="18"/>
                <a:ea typeface="Droid Sans Fallback" pitchFamily="2"/>
                <a:cs typeface="FreeSans" pitchFamily="2"/>
              </a:rPr>
              <a:t>3. Collaborative filtering (social filtering)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Filters information by using the recomendations of other people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1" i="0" u="none" strike="noStrike" kern="1200" cap="none">
                <a:ln>
                  <a:noFill/>
                </a:ln>
                <a:solidFill>
                  <a:srgbClr val="0066CC"/>
                </a:solidFill>
                <a:latin typeface="Liberation Sans" pitchFamily="18"/>
                <a:ea typeface="Droid Sans Fallback" pitchFamily="2"/>
                <a:cs typeface="FreeSans" pitchFamily="2"/>
              </a:rPr>
              <a:t>4. Text analytics Or Text mining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Is a process of deriving high quality of information from text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IN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62D51-ADB3-45F2-95AE-6E1419BBCA1B}"/>
              </a:ext>
            </a:extLst>
          </p:cNvPr>
          <p:cNvSpPr txBox="1"/>
          <p:nvPr/>
        </p:nvSpPr>
        <p:spPr>
          <a:xfrm>
            <a:off x="144000" y="144000"/>
            <a:ext cx="9864000" cy="7637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5.</a:t>
            </a:r>
            <a:r>
              <a:rPr lang="en-IN" sz="2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Droid Sans Fallback" pitchFamily="2"/>
                <a:cs typeface="FreeSans" pitchFamily="2"/>
              </a:rPr>
              <a:t> Natural Language Processing: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about enabling computers to understand human or natural language input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6. </a:t>
            </a:r>
            <a:r>
              <a:rPr lang="en-IN" sz="2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Droid Sans Fallback" pitchFamily="2"/>
                <a:cs typeface="FreeSans" pitchFamily="2"/>
              </a:rPr>
              <a:t>Noisy Text analysis: 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process of extracting structured or semi structured information  from noisy unstructured data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7. </a:t>
            </a:r>
            <a:r>
              <a:rPr lang="en-IN" sz="2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Droid Sans Fallback" pitchFamily="2"/>
                <a:cs typeface="FreeSans" pitchFamily="2"/>
              </a:rPr>
              <a:t>Part of Speech tagging: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reading text and categorizing into noun, verb, objectives etc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8. </a:t>
            </a:r>
            <a:r>
              <a:rPr lang="en-IN" sz="2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Droid Sans Fallback" pitchFamily="2"/>
                <a:cs typeface="FreeSans" pitchFamily="2"/>
              </a:rPr>
              <a:t>Manual tagging with meta data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9.</a:t>
            </a:r>
            <a:r>
              <a:rPr lang="en-IN" sz="2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Droid Sans Fallback" pitchFamily="2"/>
                <a:cs typeface="FreeSans" pitchFamily="2"/>
              </a:rPr>
              <a:t> Unstructured Info management Architecture (UIMA):</a:t>
            </a:r>
            <a:r>
              <a:rPr lang="en-IN" sz="26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 open source platform from IBM to process text and other unstructured data for real time content analytics</a:t>
            </a: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IN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  <a:p>
            <a:pPr marL="0" marR="0" lvl="0" indent="0" algn="just" rtl="0" hangingPunct="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IN" sz="26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254</Words>
  <Application>Microsoft Office PowerPoint</Application>
  <PresentationFormat>Widescreen</PresentationFormat>
  <Paragraphs>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Liberation Sans</vt:lpstr>
      <vt:lpstr>Liberation Serif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cloudconvert_11</cp:lastModifiedBy>
  <cp:revision>9</cp:revision>
  <dcterms:created xsi:type="dcterms:W3CDTF">2018-08-03T09:09:08Z</dcterms:created>
  <dcterms:modified xsi:type="dcterms:W3CDTF">2026-09-06T01:24:10Z</dcterms:modified>
</cp:coreProperties>
</file>