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6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5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76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3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63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15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42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0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02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28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26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55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95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B6A94-E21E-4975-A1AD-C2320170706D}" type="datetimeFigureOut">
              <a:rPr lang="en-IN" smtClean="0"/>
              <a:t>06-11-2021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5A5E1-A1A6-4425-AB91-B5BA5B25C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05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SUPPORT VECTOR MACHINE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297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4497" y="964642"/>
            <a:ext cx="333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What is Support Vector Machine?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80872" y="2059911"/>
            <a:ext cx="113948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Support Vector Machine (SVM) is a supervised machine learning algorithm which can be used for both classification or regression analysis.</a:t>
            </a:r>
          </a:p>
          <a:p>
            <a:r>
              <a:rPr lang="en-IN" dirty="0" smtClean="0"/>
              <a:t>However it is mostly used in classification problems.</a:t>
            </a:r>
          </a:p>
          <a:p>
            <a:r>
              <a:rPr lang="en-IN" dirty="0" smtClean="0"/>
              <a:t>In this algorithm we plot each data item as a point in n-dimensional space (where n is the number of features you have) with the value of each feature being the value of a particular coordinate.</a:t>
            </a:r>
          </a:p>
          <a:p>
            <a:r>
              <a:rPr lang="en-IN" dirty="0" smtClean="0"/>
              <a:t>Then we perform classification by finding the hyper-lane that differentiate the two classes very well.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1332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6673" y="512466"/>
            <a:ext cx="192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How does it work?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50" y="1551992"/>
            <a:ext cx="7674629" cy="451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98" y="321547"/>
            <a:ext cx="192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How does it work?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573" y="1232749"/>
            <a:ext cx="8082854" cy="43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09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98" y="321547"/>
            <a:ext cx="192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How does it work?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773723" y="1175657"/>
            <a:ext cx="84669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Thumb rule to identify the right hyper-plane</a:t>
            </a:r>
          </a:p>
          <a:p>
            <a:r>
              <a:rPr lang="en-IN" dirty="0" smtClean="0"/>
              <a:t>Select the hyper-plane that segregates the two classes better.</a:t>
            </a:r>
          </a:p>
          <a:p>
            <a:r>
              <a:rPr lang="en-IN" dirty="0" smtClean="0"/>
              <a:t>Maximizing the distances between nearest data point (either class) and the hyper-plane.</a:t>
            </a:r>
          </a:p>
          <a:p>
            <a:r>
              <a:rPr lang="en-IN" dirty="0" smtClean="0"/>
              <a:t>This distance is called the Margin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77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2998" y="321547"/>
            <a:ext cx="192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How does it work?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573" y="1197370"/>
            <a:ext cx="8082854" cy="446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11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2998" y="321547"/>
            <a:ext cx="192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How does it work?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98" y="1139650"/>
            <a:ext cx="1126807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87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98" y="321547"/>
            <a:ext cx="192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How does it work?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727" y="1154892"/>
            <a:ext cx="6156032" cy="30208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3158" y="4382756"/>
            <a:ext cx="86407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f(X) = W.X + b</a:t>
            </a:r>
          </a:p>
          <a:p>
            <a:r>
              <a:rPr lang="en-IN" dirty="0" smtClean="0"/>
              <a:t>W is the slope or normal to the line, X is the input vector and b is the bias or the intercept.</a:t>
            </a:r>
          </a:p>
          <a:p>
            <a:r>
              <a:rPr lang="en-IN" dirty="0" smtClean="0"/>
              <a:t>W is known as the weight vector.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640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98" y="321547"/>
            <a:ext cx="192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How does it work?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67" y="1259183"/>
            <a:ext cx="7295104" cy="47089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9232384" y="1893493"/>
                <a:ext cx="1163011" cy="659411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384" y="1893493"/>
                <a:ext cx="1163011" cy="65941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8492897" y="3472591"/>
                <a:ext cx="30841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≥1, ∀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𝑐𝑙𝑎𝑠𝑠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897" y="3472591"/>
                <a:ext cx="3084113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406334" y="3947719"/>
                <a:ext cx="32572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≤−1, ∀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𝑐𝑙𝑎𝑠𝑠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334" y="3947719"/>
                <a:ext cx="3257237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492897" y="3010926"/>
            <a:ext cx="461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s.t.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937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98" y="321547"/>
            <a:ext cx="1998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Advantages of SVM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61258" y="1006509"/>
            <a:ext cx="11374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 main strength of SVM is that they work well even when the number of SVM features is much larger than the number of instances.</a:t>
            </a:r>
          </a:p>
          <a:p>
            <a:r>
              <a:rPr lang="en-IN" dirty="0" smtClean="0"/>
              <a:t>It can work on datasets with huge feature space, such is the case in spam filtering , where a large number of words are the potential signifiers of a message being spam.</a:t>
            </a:r>
          </a:p>
          <a:p>
            <a:r>
              <a:rPr lang="en-IN" dirty="0" smtClean="0"/>
              <a:t>Even when the optimal decision </a:t>
            </a:r>
            <a:r>
              <a:rPr lang="en-IN" dirty="0" err="1" smtClean="0"/>
              <a:t>oundary</a:t>
            </a:r>
            <a:r>
              <a:rPr lang="en-IN" dirty="0" smtClean="0"/>
              <a:t> is a nonlinear curve, the SVM transforms the variables to create new dimensions such that the representation of the classifier is a linear function of those transformed dimensions of data.</a:t>
            </a:r>
          </a:p>
          <a:p>
            <a:r>
              <a:rPr lang="en-IN" dirty="0" smtClean="0"/>
              <a:t>SVMs are conceptually easy to understand. They create an easy to understand linear classifier.</a:t>
            </a:r>
          </a:p>
          <a:p>
            <a:r>
              <a:rPr lang="en-IN" dirty="0" smtClean="0"/>
              <a:t>SVMs are now available with almost all data analytics toolsets.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807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98" y="321547"/>
            <a:ext cx="2261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Disadvantages of SVM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61258" y="1006509"/>
            <a:ext cx="113747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 SVM technique has two major constraints.</a:t>
            </a:r>
          </a:p>
          <a:p>
            <a:r>
              <a:rPr lang="en-IN" dirty="0"/>
              <a:t>	</a:t>
            </a:r>
            <a:r>
              <a:rPr lang="en-IN" dirty="0" smtClean="0"/>
              <a:t>- it works well with real numbers, </a:t>
            </a:r>
            <a:r>
              <a:rPr lang="en-IN" dirty="0" err="1" smtClean="0"/>
              <a:t>i.e</a:t>
            </a:r>
            <a:r>
              <a:rPr lang="en-IN" dirty="0" smtClean="0"/>
              <a:t>, all the data points in all the dimensions must be defined by numeric values only.</a:t>
            </a:r>
          </a:p>
          <a:p>
            <a:r>
              <a:rPr lang="en-IN" dirty="0"/>
              <a:t>	</a:t>
            </a:r>
            <a:r>
              <a:rPr lang="en-IN" dirty="0" smtClean="0"/>
              <a:t>- It works only with binary classification problems. One can make a series of cascaded SVMs to get around the constraint.</a:t>
            </a:r>
          </a:p>
          <a:p>
            <a:r>
              <a:rPr lang="en-IN" dirty="0" smtClean="0"/>
              <a:t>Training the SVMs is inefficient and time consuming process, when the data is large.</a:t>
            </a:r>
          </a:p>
          <a:p>
            <a:r>
              <a:rPr lang="en-IN" dirty="0" smtClean="0"/>
              <a:t>It does not work well when there is much noise in the data, and thus has to compute soft margins.</a:t>
            </a:r>
          </a:p>
          <a:p>
            <a:r>
              <a:rPr lang="en-IN" dirty="0" smtClean="0"/>
              <a:t>The SVMs will also not provide a probability estimate of classification, </a:t>
            </a:r>
            <a:r>
              <a:rPr lang="en-IN" dirty="0" err="1" smtClean="0"/>
              <a:t>i.e</a:t>
            </a:r>
            <a:r>
              <a:rPr lang="en-IN" dirty="0" smtClean="0"/>
              <a:t>, the confidence level for classifying an instance.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26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2998" y="321547"/>
            <a:ext cx="2155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Applications of SVMs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61258" y="1006509"/>
            <a:ext cx="113747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Classification</a:t>
            </a:r>
          </a:p>
          <a:p>
            <a:r>
              <a:rPr lang="en-IN" dirty="0" smtClean="0"/>
              <a:t>Regression </a:t>
            </a:r>
            <a:r>
              <a:rPr lang="en-IN" dirty="0" err="1" smtClean="0"/>
              <a:t>Anlysis</a:t>
            </a:r>
            <a:endParaRPr lang="en-IN" dirty="0" smtClean="0"/>
          </a:p>
          <a:p>
            <a:r>
              <a:rPr lang="en-IN" dirty="0" smtClean="0"/>
              <a:t>Pattern Recognition</a:t>
            </a:r>
          </a:p>
          <a:p>
            <a:r>
              <a:rPr lang="en-IN" dirty="0" smtClean="0"/>
              <a:t>Outliers detection</a:t>
            </a:r>
          </a:p>
          <a:p>
            <a:r>
              <a:rPr lang="en-IN" dirty="0" smtClean="0"/>
              <a:t>Relevance based applications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5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361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SUPPORT VECTOR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</dc:title>
  <dc:creator>new</dc:creator>
  <cp:lastModifiedBy>new</cp:lastModifiedBy>
  <cp:revision>26</cp:revision>
  <dcterms:created xsi:type="dcterms:W3CDTF">2021-11-06T14:44:52Z</dcterms:created>
  <dcterms:modified xsi:type="dcterms:W3CDTF">2021-11-06T17:09:45Z</dcterms:modified>
</cp:coreProperties>
</file>