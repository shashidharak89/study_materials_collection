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20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753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93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3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37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71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2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2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0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74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42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ACEB0-453C-495D-992D-77B92908CAE2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580C3-A8BA-4EF0-A209-DE11893FE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85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Linear Support Vector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35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5657" y="763675"/>
            <a:ext cx="411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Support Vector Machine – Linear 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09" y="1548443"/>
            <a:ext cx="9746901" cy="442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5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2862"/>
            <a:ext cx="108204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7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" y="1334761"/>
            <a:ext cx="11646970" cy="40706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095" y="306475"/>
            <a:ext cx="411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Support Vector Machine – Linear Example</a:t>
            </a:r>
          </a:p>
        </p:txBody>
      </p:sp>
    </p:spTree>
    <p:extLst>
      <p:ext uri="{BB962C8B-B14F-4D97-AF65-F5344CB8AC3E}">
        <p14:creationId xmlns:p14="http://schemas.microsoft.com/office/powerpoint/2010/main" val="25505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7687" y="123825"/>
            <a:ext cx="12739688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6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8095" y="306475"/>
            <a:ext cx="411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Support Vector Machine – Linear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08" y="1270850"/>
            <a:ext cx="10500526" cy="499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76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2" y="535129"/>
            <a:ext cx="5872659" cy="33411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6932" y="80387"/>
            <a:ext cx="411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Support Vector Machine – Linear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5472"/>
            <a:ext cx="8339282" cy="3506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172" y="80387"/>
            <a:ext cx="5777802" cy="2833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279" y="2391507"/>
            <a:ext cx="4200211" cy="17484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0839" y="4604640"/>
            <a:ext cx="2654669" cy="18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255"/>
            <a:ext cx="11857055" cy="5582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6932" y="80387"/>
            <a:ext cx="411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Support Vector Machine – Linear Example</a:t>
            </a:r>
          </a:p>
        </p:txBody>
      </p:sp>
    </p:spTree>
    <p:extLst>
      <p:ext uri="{BB962C8B-B14F-4D97-AF65-F5344CB8AC3E}">
        <p14:creationId xmlns:p14="http://schemas.microsoft.com/office/powerpoint/2010/main" val="233974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54" y="437240"/>
            <a:ext cx="11014992" cy="609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9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0" y="158416"/>
            <a:ext cx="10359063" cy="61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2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Linear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Support Vector Machine</dc:title>
  <dc:creator>new</dc:creator>
  <cp:lastModifiedBy>sanjay balipa</cp:lastModifiedBy>
  <cp:revision>20</cp:revision>
  <dcterms:created xsi:type="dcterms:W3CDTF">2021-11-06T17:10:13Z</dcterms:created>
  <dcterms:modified xsi:type="dcterms:W3CDTF">2024-10-07T15:36:36Z</dcterms:modified>
</cp:coreProperties>
</file>