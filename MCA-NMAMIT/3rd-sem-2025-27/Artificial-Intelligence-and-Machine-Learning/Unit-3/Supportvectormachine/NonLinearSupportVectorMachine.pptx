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5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89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4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3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2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3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58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8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4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2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D894B-82CF-4D74-89DF-532C2A2538BD}" type="datetimeFigureOut">
              <a:rPr lang="en-IN" smtClean="0"/>
              <a:t>12-11-2021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349D9-D326-47CE-94D0-E2D953FE7B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12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NON-LINEAR SUPPORT VECTOR MACHINE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22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17" y="261256"/>
            <a:ext cx="11724315" cy="546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0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57175"/>
            <a:ext cx="1163955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4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4" y="241160"/>
            <a:ext cx="11756571" cy="634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90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1" y="257175"/>
            <a:ext cx="11897249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85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7" y="238125"/>
            <a:ext cx="11836958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3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472273"/>
            <a:ext cx="11143621" cy="56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1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2" y="130629"/>
            <a:ext cx="11746524" cy="654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8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90919"/>
            <a:ext cx="11746523" cy="64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2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7150"/>
            <a:ext cx="11917344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4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NON-LINEAR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11</cp:revision>
  <dcterms:created xsi:type="dcterms:W3CDTF">2021-11-12T14:18:31Z</dcterms:created>
  <dcterms:modified xsi:type="dcterms:W3CDTF">2021-11-12T17:00:49Z</dcterms:modified>
</cp:coreProperties>
</file>