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6" autoAdjust="0"/>
    <p:restoredTop sz="94660"/>
  </p:normalViewPr>
  <p:slideViewPr>
    <p:cSldViewPr snapToGrid="0">
      <p:cViewPr varScale="1">
        <p:scale>
          <a:sx n="54" d="100"/>
          <a:sy n="54" d="100"/>
        </p:scale>
        <p:origin x="525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C8CC-7841-4524-B8A5-B96D9C58E685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F686-90D8-4F33-AA69-BAA9819A6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19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C8CC-7841-4524-B8A5-B96D9C58E685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F686-90D8-4F33-AA69-BAA9819A6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80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C8CC-7841-4524-B8A5-B96D9C58E685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F686-90D8-4F33-AA69-BAA9819A6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3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C8CC-7841-4524-B8A5-B96D9C58E685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F686-90D8-4F33-AA69-BAA9819A6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791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C8CC-7841-4524-B8A5-B96D9C58E685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F686-90D8-4F33-AA69-BAA9819A6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137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C8CC-7841-4524-B8A5-B96D9C58E685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F686-90D8-4F33-AA69-BAA9819A6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987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C8CC-7841-4524-B8A5-B96D9C58E685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F686-90D8-4F33-AA69-BAA9819A6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892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C8CC-7841-4524-B8A5-B96D9C58E685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F686-90D8-4F33-AA69-BAA9819A6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852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C8CC-7841-4524-B8A5-B96D9C58E685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F686-90D8-4F33-AA69-BAA9819A6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62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C8CC-7841-4524-B8A5-B96D9C58E685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F686-90D8-4F33-AA69-BAA9819A6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72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C8CC-7841-4524-B8A5-B96D9C58E685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F686-90D8-4F33-AA69-BAA9819A6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062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AC8CC-7841-4524-B8A5-B96D9C58E685}" type="datetimeFigureOut">
              <a:rPr lang="en-IN" smtClean="0"/>
              <a:t>23-11-2021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4F686-90D8-4F33-AA69-BAA9819A6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348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K Nearest Neighbour Classification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636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3240" y="673240"/>
            <a:ext cx="9887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Query =&gt; X = (Maths = 6, CS = 8),  K=3</a:t>
            </a:r>
            <a:endParaRPr lang="en-IN" sz="24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593065"/>
              </p:ext>
            </p:extLst>
          </p:nvPr>
        </p:nvGraphicFramePr>
        <p:xfrm>
          <a:off x="673240" y="1553680"/>
          <a:ext cx="3506874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2901"/>
                <a:gridCol w="1014883"/>
                <a:gridCol w="854110"/>
                <a:gridCol w="1034980"/>
              </a:tblGrid>
              <a:tr h="370840">
                <a:tc>
                  <a:txBody>
                    <a:bodyPr/>
                    <a:lstStyle/>
                    <a:p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Maths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CS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Result</a:t>
                      </a:r>
                      <a:endParaRPr lang="en-IN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1)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4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3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Fail</a:t>
                      </a:r>
                      <a:endParaRPr lang="en-IN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2)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6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7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Pass</a:t>
                      </a:r>
                      <a:endParaRPr lang="en-IN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3)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7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8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Pass</a:t>
                      </a:r>
                      <a:endParaRPr lang="en-IN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4)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5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5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Fail</a:t>
                      </a:r>
                      <a:endParaRPr lang="en-IN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5)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8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8</a:t>
                      </a:r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 smtClean="0"/>
                        <a:t>Pass</a:t>
                      </a:r>
                      <a:endParaRPr lang="en-IN" sz="2400" b="1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6395825" y="290405"/>
                <a:ext cx="4970720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40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sz="24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8−3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29</m:t>
                          </m:r>
                        </m:e>
                      </m:rad>
                      <m:r>
                        <a:rPr lang="en-IN" sz="2400" i="0">
                          <a:latin typeface="Cambria Math" panose="02040503050406030204" pitchFamily="18" charset="0"/>
                        </a:rPr>
                        <m:t>=5.38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825" y="290405"/>
                <a:ext cx="4970720" cy="53957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6385526" y="1403393"/>
                <a:ext cx="3626249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40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sz="24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−6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8−7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IN" sz="2400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526" y="1403393"/>
                <a:ext cx="3626249" cy="53957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6395825" y="2551638"/>
                <a:ext cx="3626249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40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sz="24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8−8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IN" sz="2400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825" y="2551638"/>
                <a:ext cx="3626249" cy="53957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6485028" y="3616976"/>
                <a:ext cx="4970720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40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sz="24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8−5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  <m:r>
                        <a:rPr lang="en-IN" sz="2400" i="0">
                          <a:latin typeface="Cambria Math" panose="02040503050406030204" pitchFamily="18" charset="0"/>
                        </a:rPr>
                        <m:t>=3.16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028" y="3616976"/>
                <a:ext cx="4970720" cy="53957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6538887" y="4732102"/>
                <a:ext cx="3626249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40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sz="24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8−8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IN" sz="2400" i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887" y="4732102"/>
                <a:ext cx="3626249" cy="53957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767753" y="378026"/>
            <a:ext cx="72348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I )</a:t>
            </a:r>
          </a:p>
          <a:p>
            <a:endParaRPr lang="en-IN" sz="2400" b="1" dirty="0"/>
          </a:p>
          <a:p>
            <a:endParaRPr lang="en-IN" sz="2400" b="1" dirty="0" smtClean="0"/>
          </a:p>
          <a:p>
            <a:r>
              <a:rPr lang="en-IN" sz="2400" b="1" dirty="0" smtClean="0"/>
              <a:t>II )</a:t>
            </a:r>
          </a:p>
          <a:p>
            <a:endParaRPr lang="en-IN" sz="2400" b="1" dirty="0"/>
          </a:p>
          <a:p>
            <a:endParaRPr lang="en-IN" sz="2400" b="1" dirty="0" smtClean="0"/>
          </a:p>
          <a:p>
            <a:r>
              <a:rPr lang="en-IN" sz="2400" b="1" dirty="0" smtClean="0"/>
              <a:t>III )</a:t>
            </a:r>
          </a:p>
          <a:p>
            <a:endParaRPr lang="en-IN" sz="2400" b="1" dirty="0"/>
          </a:p>
          <a:p>
            <a:endParaRPr lang="en-IN" sz="2400" b="1" dirty="0" smtClean="0"/>
          </a:p>
          <a:p>
            <a:r>
              <a:rPr lang="en-IN" sz="2400" b="1" dirty="0" smtClean="0"/>
              <a:t>IV )</a:t>
            </a:r>
          </a:p>
          <a:p>
            <a:endParaRPr lang="en-IN" sz="2400" b="1" dirty="0"/>
          </a:p>
          <a:p>
            <a:endParaRPr lang="en-IN" sz="2400" b="1" dirty="0" smtClean="0"/>
          </a:p>
          <a:p>
            <a:r>
              <a:rPr lang="en-IN" sz="2400" b="1" dirty="0" smtClean="0"/>
              <a:t>V )</a:t>
            </a:r>
            <a:endParaRPr lang="en-IN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33754" y="5294637"/>
            <a:ext cx="2982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Euclidean Distance:</a:t>
            </a:r>
            <a:endParaRPr lang="en-IN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433754" y="5961940"/>
                <a:ext cx="4585807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  <m:r>
                                        <a:rPr lang="en-IN" sz="2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IN" sz="2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i="0">
                                          <a:latin typeface="Cambria Math" panose="02040503050406030204" pitchFamily="18" charset="0"/>
                                        </a:rPr>
                                        <m:t>02</m:t>
                                      </m:r>
                                    </m:sub>
                                  </m:sSub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IN" sz="2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54" y="5961940"/>
                <a:ext cx="4585807" cy="53957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9596176" y="1476036"/>
            <a:ext cx="425898" cy="46692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/>
          <p:cNvSpPr/>
          <p:nvPr/>
        </p:nvSpPr>
        <p:spPr>
          <a:xfrm>
            <a:off x="9596176" y="2653700"/>
            <a:ext cx="425898" cy="46692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/>
          <p:cNvSpPr/>
          <p:nvPr/>
        </p:nvSpPr>
        <p:spPr>
          <a:xfrm>
            <a:off x="9739238" y="4804745"/>
            <a:ext cx="425898" cy="46692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6083161" y="5438289"/>
            <a:ext cx="57744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P </a:t>
            </a:r>
            <a:r>
              <a:rPr lang="en-IN" sz="2400" b="1" dirty="0" err="1" smtClean="0"/>
              <a:t>P</a:t>
            </a:r>
            <a:r>
              <a:rPr lang="en-IN" sz="2400" b="1" dirty="0" smtClean="0"/>
              <a:t> </a:t>
            </a:r>
            <a:r>
              <a:rPr lang="en-IN" sz="2400" b="1" dirty="0" err="1" smtClean="0"/>
              <a:t>P</a:t>
            </a:r>
            <a:r>
              <a:rPr lang="en-IN" sz="2400" b="1" dirty="0" smtClean="0"/>
              <a:t> = 3 Pass</a:t>
            </a:r>
          </a:p>
          <a:p>
            <a:r>
              <a:rPr lang="en-IN" sz="2400" b="1" dirty="0" smtClean="0"/>
              <a:t>0 Fail</a:t>
            </a:r>
          </a:p>
          <a:p>
            <a:r>
              <a:rPr lang="en-IN" sz="2400" b="1" dirty="0" smtClean="0"/>
              <a:t>Since 3&gt;0  X is considered as Pass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309417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77</Words>
  <Application>Microsoft Office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K Nearest Neighbour Classification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 Nearest Neighbour Classification</dc:title>
  <dc:creator>new</dc:creator>
  <cp:lastModifiedBy>new</cp:lastModifiedBy>
  <cp:revision>15</cp:revision>
  <dcterms:created xsi:type="dcterms:W3CDTF">2021-11-23T14:18:44Z</dcterms:created>
  <dcterms:modified xsi:type="dcterms:W3CDTF">2021-11-23T15:37:51Z</dcterms:modified>
</cp:coreProperties>
</file>