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5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62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45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22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271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09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0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5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7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6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2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7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5AD3-7AF9-4C27-A5D2-BF5016C257A3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0DC2D-1209-4B1D-AD5B-D667D74B9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9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 Nearest Neighbour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20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98" y="96239"/>
            <a:ext cx="5022977" cy="59528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97" y="5958674"/>
            <a:ext cx="7494872" cy="6322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675" y="217879"/>
            <a:ext cx="6641960" cy="42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9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7223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307" y="1853489"/>
            <a:ext cx="2763957" cy="13619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929" y="3361172"/>
            <a:ext cx="2587900" cy="21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8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K Nearest Neighbour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10</cp:revision>
  <dcterms:created xsi:type="dcterms:W3CDTF">2021-11-23T15:39:39Z</dcterms:created>
  <dcterms:modified xsi:type="dcterms:W3CDTF">2021-11-23T15:53:09Z</dcterms:modified>
</cp:coreProperties>
</file>