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52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71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52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19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0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311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9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65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8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856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13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05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DEC0D-2EC9-4F41-8239-8B959B93A3E9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7869D-1504-4EFA-B77F-4A14F9A120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50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 MEANS CLUSTERING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7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686132"/>
              </p:ext>
            </p:extLst>
          </p:nvPr>
        </p:nvGraphicFramePr>
        <p:xfrm>
          <a:off x="333829" y="890488"/>
          <a:ext cx="3022321" cy="4968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088"/>
                <a:gridCol w="1235947"/>
                <a:gridCol w="1306286"/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 smtClean="0"/>
                        <a:t>Height</a:t>
                      </a:r>
                      <a:endParaRPr lang="en-IN" sz="28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 smtClean="0"/>
                        <a:t>Weight</a:t>
                      </a:r>
                      <a:endParaRPr lang="en-IN" sz="2800" b="1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56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168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179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68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5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6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188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77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7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8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9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183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84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88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11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180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67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12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177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76</a:t>
                      </a:r>
                      <a:endParaRPr lang="en-IN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0386" y="150725"/>
            <a:ext cx="3507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K MEANS CLUSTERING</a:t>
            </a:r>
            <a:endParaRPr lang="en-IN" sz="2800" b="1" dirty="0"/>
          </a:p>
        </p:txBody>
      </p:sp>
      <p:grpSp>
        <p:nvGrpSpPr>
          <p:cNvPr id="8" name="Group 7"/>
          <p:cNvGrpSpPr/>
          <p:nvPr/>
        </p:nvGrpSpPr>
        <p:grpSpPr>
          <a:xfrm>
            <a:off x="4471516" y="291754"/>
            <a:ext cx="1718268" cy="1537045"/>
            <a:chOff x="4119824" y="281354"/>
            <a:chExt cx="1376624" cy="1075173"/>
          </a:xfrm>
        </p:grpSpPr>
        <p:sp>
          <p:nvSpPr>
            <p:cNvPr id="4" name="TextBox 3"/>
            <p:cNvSpPr txBox="1"/>
            <p:nvPr/>
          </p:nvSpPr>
          <p:spPr>
            <a:xfrm>
              <a:off x="4443045" y="483995"/>
              <a:ext cx="564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 smtClean="0"/>
                <a:t>K1</a:t>
              </a:r>
              <a:endParaRPr lang="en-IN" sz="2800" b="1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4119824" y="281354"/>
              <a:ext cx="1376624" cy="1075173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7274832" y="291754"/>
            <a:ext cx="1557495" cy="1486804"/>
            <a:chOff x="7887956" y="1487508"/>
            <a:chExt cx="1557495" cy="1486804"/>
          </a:xfrm>
        </p:grpSpPr>
        <p:sp>
          <p:nvSpPr>
            <p:cNvPr id="9" name="TextBox 8"/>
            <p:cNvSpPr txBox="1"/>
            <p:nvPr/>
          </p:nvSpPr>
          <p:spPr>
            <a:xfrm>
              <a:off x="8253045" y="1962777"/>
              <a:ext cx="564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 smtClean="0"/>
                <a:t>K2</a:t>
              </a:r>
              <a:endParaRPr lang="en-IN" sz="2800" b="1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887956" y="1487508"/>
              <a:ext cx="1557495" cy="148680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722753" y="1856880"/>
            <a:ext cx="1497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(185, 72)</a:t>
            </a:r>
            <a:endParaRPr lang="en-IN" sz="2800" b="1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4134724" y="1060276"/>
            <a:ext cx="1115367" cy="8282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56053" y="1992217"/>
            <a:ext cx="1497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(170, 56)</a:t>
            </a:r>
            <a:endParaRPr lang="en-IN" sz="2800" b="1" dirty="0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6899693" y="1282115"/>
            <a:ext cx="1115367" cy="8282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34724" y="2783554"/>
            <a:ext cx="2980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Euclidean Distance</a:t>
            </a:r>
            <a:endParaRPr lang="en-I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3906006" y="3439448"/>
                <a:ext cx="3741986" cy="5415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40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400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b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b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𝒐</m:t>
                                      </m:r>
                                    </m:sub>
                                  </m:sSub>
                                  <m:r>
                                    <a:rPr lang="en-IN" sz="2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b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IN" sz="2400" b="1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𝒐</m:t>
                                      </m:r>
                                    </m:sub>
                                  </m:sSub>
                                  <m:r>
                                    <a:rPr lang="en-IN" sz="2400" b="1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  <m:sub>
                                      <m:r>
                                        <a:rPr lang="en-IN" sz="2400" b="1" i="1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006" y="3439448"/>
                <a:ext cx="3741986" cy="54155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3859486" y="5040355"/>
                <a:ext cx="5564857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/>
                  <a:t>K1=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sz="2400" b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𝟏𝟔𝟖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𝟏𝟖𝟓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sz="24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𝟕𝟐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IN" sz="2400" b="1" dirty="0" smtClean="0"/>
                  <a:t> =20.80</a:t>
                </a:r>
                <a:endParaRPr lang="en-IN" sz="2400" b="1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486" y="5040355"/>
                <a:ext cx="5564857" cy="539571"/>
              </a:xfrm>
              <a:prstGeom prst="rect">
                <a:avLst/>
              </a:prstGeom>
              <a:blipFill rotWithShape="0">
                <a:blip r:embed="rId3"/>
                <a:stretch>
                  <a:fillRect l="-1643" r="-657" b="-26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046589" y="4429002"/>
            <a:ext cx="385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Euclidean Distance for 3:</a:t>
            </a:r>
            <a:endParaRPr lang="en-I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3859485" y="5717733"/>
                <a:ext cx="5225020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/>
                  <a:t>K2=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sz="2400" b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𝟔𝟖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𝟕𝟎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sz="24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𝟔𝟎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𝟓𝟔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IN" sz="2400" b="1" dirty="0" smtClean="0"/>
                  <a:t> =4.48</a:t>
                </a:r>
                <a:endParaRPr lang="en-IN" sz="2400" b="1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485" y="5717733"/>
                <a:ext cx="5225020" cy="539571"/>
              </a:xfrm>
              <a:prstGeom prst="rect">
                <a:avLst/>
              </a:prstGeom>
              <a:blipFill rotWithShape="0">
                <a:blip r:embed="rId4"/>
                <a:stretch>
                  <a:fillRect l="-1750" r="-817" b="-26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872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398" y="442288"/>
            <a:ext cx="4075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New Centroid Calculation:</a:t>
            </a:r>
            <a:endParaRPr lang="en-IN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326398" y="1537619"/>
            <a:ext cx="5581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/>
              <a:t>For K2=((170+168)/2, (60+56)/2) =(169,58)</a:t>
            </a:r>
            <a:endParaRPr lang="en-IN" sz="2400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215850" y="3034954"/>
            <a:ext cx="1718268" cy="1537045"/>
            <a:chOff x="4119824" y="281354"/>
            <a:chExt cx="1376624" cy="1075173"/>
          </a:xfrm>
        </p:grpSpPr>
        <p:sp>
          <p:nvSpPr>
            <p:cNvPr id="5" name="TextBox 4"/>
            <p:cNvSpPr txBox="1"/>
            <p:nvPr/>
          </p:nvSpPr>
          <p:spPr>
            <a:xfrm>
              <a:off x="4443045" y="483995"/>
              <a:ext cx="564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 smtClean="0"/>
                <a:t>K1</a:t>
              </a:r>
              <a:endParaRPr lang="en-IN" sz="2800" b="1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4119824" y="281354"/>
              <a:ext cx="1376624" cy="1075173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019166" y="3034954"/>
            <a:ext cx="1557495" cy="1486804"/>
            <a:chOff x="7887956" y="1487508"/>
            <a:chExt cx="1557495" cy="1486804"/>
          </a:xfrm>
        </p:grpSpPr>
        <p:sp>
          <p:nvSpPr>
            <p:cNvPr id="8" name="TextBox 7"/>
            <p:cNvSpPr txBox="1"/>
            <p:nvPr/>
          </p:nvSpPr>
          <p:spPr>
            <a:xfrm>
              <a:off x="8253045" y="1962777"/>
              <a:ext cx="564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800" b="1" dirty="0" smtClean="0"/>
                <a:t>K2</a:t>
              </a:r>
              <a:endParaRPr lang="en-IN" sz="2800" b="1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7887956" y="1487508"/>
              <a:ext cx="1557495" cy="1486804"/>
            </a:xfrm>
            <a:prstGeom prst="ellipse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7087" y="4600080"/>
            <a:ext cx="1497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(185, 72)</a:t>
            </a:r>
            <a:endParaRPr lang="en-IN" sz="2800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879058" y="3803476"/>
            <a:ext cx="1115367" cy="8282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0387" y="4735417"/>
            <a:ext cx="1497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(169, 58)</a:t>
            </a:r>
            <a:endParaRPr lang="en-IN" sz="2800" b="1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644027" y="4025315"/>
            <a:ext cx="1115367" cy="8282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68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73192" y="890386"/>
                <a:ext cx="5409366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/>
                  <a:t>K1=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sz="2400" b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𝟏𝟕𝟗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𝟏𝟖𝟓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sz="24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𝟔𝟖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𝟕𝟐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IN" sz="2400" b="1" dirty="0" smtClean="0"/>
                  <a:t> =6.32</a:t>
                </a:r>
                <a:endParaRPr lang="en-IN" sz="2400" b="1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92" y="890386"/>
                <a:ext cx="5409366" cy="539571"/>
              </a:xfrm>
              <a:prstGeom prst="rect">
                <a:avLst/>
              </a:prstGeom>
              <a:blipFill rotWithShape="0">
                <a:blip r:embed="rId2"/>
                <a:stretch>
                  <a:fillRect l="-1804" r="-676" b="-247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60295" y="279033"/>
            <a:ext cx="38553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Euclidean Distance for 4:</a:t>
            </a:r>
            <a:endParaRPr lang="en-I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473191" y="1567764"/>
                <a:ext cx="5564857" cy="5395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 smtClean="0"/>
                  <a:t>K2=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b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IN" sz="2400" b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𝟏𝟕𝟗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0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𝟔𝟗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IN" sz="2400" b="1" i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sz="2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𝟔𝟖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b="1" i="1" smtClean="0">
                                    <a:latin typeface="Cambria Math" panose="02040503050406030204" pitchFamily="18" charset="0"/>
                                  </a:rPr>
                                  <m:t>𝟓𝟖</m:t>
                                </m:r>
                              </m:e>
                            </m:d>
                          </m:e>
                          <m:sup>
                            <m:r>
                              <a:rPr lang="en-IN" sz="2400" b="1" i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n-IN" sz="2400" b="1" dirty="0" smtClean="0"/>
                  <a:t> =14.14</a:t>
                </a:r>
                <a:endParaRPr lang="en-IN" sz="2400" b="1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91" y="1567764"/>
                <a:ext cx="5564857" cy="539571"/>
              </a:xfrm>
              <a:prstGeom prst="rect">
                <a:avLst/>
              </a:prstGeom>
              <a:blipFill rotWithShape="0">
                <a:blip r:embed="rId3"/>
                <a:stretch>
                  <a:fillRect l="-1754" r="-658" b="-247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60519" y="3797630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K1 -&gt; {1,4,5,6,7,8,9,10,11,12}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49216" y="4585246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 smtClean="0"/>
              <a:t>K2 </a:t>
            </a:r>
            <a:r>
              <a:rPr lang="en-IN" sz="2800" b="1" smtClean="0"/>
              <a:t>-&gt; {2,3}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34988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121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K MEANS CLUSTERING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 MEANS CLUSTERING</dc:title>
  <dc:creator>new</dc:creator>
  <cp:lastModifiedBy>new</cp:lastModifiedBy>
  <cp:revision>20</cp:revision>
  <dcterms:created xsi:type="dcterms:W3CDTF">2021-11-21T16:24:39Z</dcterms:created>
  <dcterms:modified xsi:type="dcterms:W3CDTF">2021-11-21T17:16:01Z</dcterms:modified>
</cp:coreProperties>
</file>