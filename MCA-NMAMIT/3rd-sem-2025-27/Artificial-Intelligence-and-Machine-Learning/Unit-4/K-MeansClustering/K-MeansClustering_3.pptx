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45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1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0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17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54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62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2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1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0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29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21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4D309-0FE0-484E-B699-7A958198DCDA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69DFF-D39B-444D-8DC5-98F1B2FAC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241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K-MEANS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4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89" y="0"/>
            <a:ext cx="12459956" cy="67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7" y="275753"/>
            <a:ext cx="12047973" cy="616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901"/>
            <a:ext cx="12946149" cy="636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9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774"/>
            <a:ext cx="12225337" cy="64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" y="204787"/>
            <a:ext cx="12031226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3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0" y="271305"/>
            <a:ext cx="12071420" cy="637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5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0388"/>
            <a:ext cx="12068070" cy="63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8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2" y="200967"/>
            <a:ext cx="11826910" cy="641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2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918" y="200967"/>
            <a:ext cx="12228844" cy="64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6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ALGORITHM</dc:title>
  <dc:creator>new</dc:creator>
  <cp:lastModifiedBy>sanjay balipa</cp:lastModifiedBy>
  <cp:revision>15</cp:revision>
  <dcterms:created xsi:type="dcterms:W3CDTF">2021-11-17T16:05:45Z</dcterms:created>
  <dcterms:modified xsi:type="dcterms:W3CDTF">2023-11-05T06:19:45Z</dcterms:modified>
</cp:coreProperties>
</file>