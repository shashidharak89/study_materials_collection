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-648" y="-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D8C8-6016-4B1E-8D42-7BFC1952DA67}" type="datetimeFigureOut">
              <a:rPr lang="en-IN" smtClean="0"/>
              <a:pPr/>
              <a:t>18-11-2021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E2BB-D57C-4B51-86DD-1725FB7D82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91935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D8C8-6016-4B1E-8D42-7BFC1952DA67}" type="datetimeFigureOut">
              <a:rPr lang="en-IN" smtClean="0"/>
              <a:pPr/>
              <a:t>18-11-2021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E2BB-D57C-4B51-86DD-1725FB7D82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13107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D8C8-6016-4B1E-8D42-7BFC1952DA67}" type="datetimeFigureOut">
              <a:rPr lang="en-IN" smtClean="0"/>
              <a:pPr/>
              <a:t>18-11-2021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E2BB-D57C-4B51-86DD-1725FB7D82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58433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D8C8-6016-4B1E-8D42-7BFC1952DA67}" type="datetimeFigureOut">
              <a:rPr lang="en-IN" smtClean="0"/>
              <a:pPr/>
              <a:t>18-11-2021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E2BB-D57C-4B51-86DD-1725FB7D82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06550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D8C8-6016-4B1E-8D42-7BFC1952DA67}" type="datetimeFigureOut">
              <a:rPr lang="en-IN" smtClean="0"/>
              <a:pPr/>
              <a:t>18-11-2021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E2BB-D57C-4B51-86DD-1725FB7D82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56457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D8C8-6016-4B1E-8D42-7BFC1952DA67}" type="datetimeFigureOut">
              <a:rPr lang="en-IN" smtClean="0"/>
              <a:pPr/>
              <a:t>18-11-2021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E2BB-D57C-4B51-86DD-1725FB7D82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61111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D8C8-6016-4B1E-8D42-7BFC1952DA67}" type="datetimeFigureOut">
              <a:rPr lang="en-IN" smtClean="0"/>
              <a:pPr/>
              <a:t>18-11-2021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E2BB-D57C-4B51-86DD-1725FB7D82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44651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D8C8-6016-4B1E-8D42-7BFC1952DA67}" type="datetimeFigureOut">
              <a:rPr lang="en-IN" smtClean="0"/>
              <a:pPr/>
              <a:t>18-11-2021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E2BB-D57C-4B51-86DD-1725FB7D82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8219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D8C8-6016-4B1E-8D42-7BFC1952DA67}" type="datetimeFigureOut">
              <a:rPr lang="en-IN" smtClean="0"/>
              <a:pPr/>
              <a:t>18-11-2021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E2BB-D57C-4B51-86DD-1725FB7D82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30794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D8C8-6016-4B1E-8D42-7BFC1952DA67}" type="datetimeFigureOut">
              <a:rPr lang="en-IN" smtClean="0"/>
              <a:pPr/>
              <a:t>18-11-2021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E2BB-D57C-4B51-86DD-1725FB7D82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28373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D8C8-6016-4B1E-8D42-7BFC1952DA67}" type="datetimeFigureOut">
              <a:rPr lang="en-IN" smtClean="0"/>
              <a:pPr/>
              <a:t>18-11-2021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E2BB-D57C-4B51-86DD-1725FB7D82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87281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FD8C8-6016-4B1E-8D42-7BFC1952DA67}" type="datetimeFigureOut">
              <a:rPr lang="en-IN" smtClean="0"/>
              <a:pPr/>
              <a:t>18-11-2021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AE2BB-D57C-4B51-86DD-1725FB7D82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8061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Cluster </a:t>
            </a:r>
            <a:r>
              <a:rPr lang="en-IN" dirty="0" smtClean="0"/>
              <a:t>Analysis &amp;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K-Means </a:t>
            </a:r>
            <a:r>
              <a:rPr lang="en-IN" dirty="0" smtClean="0"/>
              <a:t>Clustering</a:t>
            </a:r>
            <a:endParaRPr lang="en-IN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29144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13" y="305780"/>
            <a:ext cx="11238785" cy="619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1898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60" y="904352"/>
            <a:ext cx="9887577" cy="57166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1741" y="271305"/>
            <a:ext cx="6147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This is how output of cluster </a:t>
            </a:r>
            <a:r>
              <a:rPr lang="en-IN" sz="2400" b="1" dirty="0" err="1" smtClean="0"/>
              <a:t>anlysis</a:t>
            </a:r>
            <a:r>
              <a:rPr lang="en-IN" sz="2400" b="1" dirty="0" smtClean="0"/>
              <a:t> looks like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xmlns="" val="313199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05" y="329026"/>
            <a:ext cx="11110043" cy="596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1970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66" y="273119"/>
            <a:ext cx="11366274" cy="637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1232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19" y="197558"/>
            <a:ext cx="10939846" cy="588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65585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73" y="577087"/>
            <a:ext cx="11231304" cy="596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59385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1" y="170822"/>
            <a:ext cx="11304395" cy="668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8405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25" y="211015"/>
            <a:ext cx="11850308" cy="647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32285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12</Words>
  <Application>Microsoft Office PowerPoint</Application>
  <PresentationFormat>Custom</PresentationFormat>
  <Paragraphs>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Cluster Analysis &amp; K-Means Clustering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</dc:creator>
  <cp:lastModifiedBy>CFEE</cp:lastModifiedBy>
  <cp:revision>16</cp:revision>
  <dcterms:created xsi:type="dcterms:W3CDTF">2021-11-17T14:38:30Z</dcterms:created>
  <dcterms:modified xsi:type="dcterms:W3CDTF">2021-11-18T03:31:48Z</dcterms:modified>
</cp:coreProperties>
</file>