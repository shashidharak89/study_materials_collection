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6" autoAdjust="0"/>
    <p:restoredTop sz="94660"/>
  </p:normalViewPr>
  <p:slideViewPr>
    <p:cSldViewPr snapToGrid="0">
      <p:cViewPr varScale="1">
        <p:scale>
          <a:sx n="54" d="100"/>
          <a:sy n="54" d="100"/>
        </p:scale>
        <p:origin x="525" y="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13D14-085C-4F13-AE77-55FF65374C17}" type="datetimeFigureOut">
              <a:rPr lang="en-IN" smtClean="0"/>
              <a:t>17-11-2021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3A22E-C8B9-4C3A-BDA8-657631E51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097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13D14-085C-4F13-AE77-55FF65374C17}" type="datetimeFigureOut">
              <a:rPr lang="en-IN" smtClean="0"/>
              <a:t>17-11-2021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3A22E-C8B9-4C3A-BDA8-657631E51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857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13D14-085C-4F13-AE77-55FF65374C17}" type="datetimeFigureOut">
              <a:rPr lang="en-IN" smtClean="0"/>
              <a:t>17-11-2021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3A22E-C8B9-4C3A-BDA8-657631E51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77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13D14-085C-4F13-AE77-55FF65374C17}" type="datetimeFigureOut">
              <a:rPr lang="en-IN" smtClean="0"/>
              <a:t>17-11-2021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3A22E-C8B9-4C3A-BDA8-657631E51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94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13D14-085C-4F13-AE77-55FF65374C17}" type="datetimeFigureOut">
              <a:rPr lang="en-IN" smtClean="0"/>
              <a:t>17-11-2021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3A22E-C8B9-4C3A-BDA8-657631E51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966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13D14-085C-4F13-AE77-55FF65374C17}" type="datetimeFigureOut">
              <a:rPr lang="en-IN" smtClean="0"/>
              <a:t>17-11-2021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3A22E-C8B9-4C3A-BDA8-657631E51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099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13D14-085C-4F13-AE77-55FF65374C17}" type="datetimeFigureOut">
              <a:rPr lang="en-IN" smtClean="0"/>
              <a:t>17-11-2021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3A22E-C8B9-4C3A-BDA8-657631E51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554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13D14-085C-4F13-AE77-55FF65374C17}" type="datetimeFigureOut">
              <a:rPr lang="en-IN" smtClean="0"/>
              <a:t>17-11-2021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3A22E-C8B9-4C3A-BDA8-657631E51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724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13D14-085C-4F13-AE77-55FF65374C17}" type="datetimeFigureOut">
              <a:rPr lang="en-IN" smtClean="0"/>
              <a:t>17-11-2021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3A22E-C8B9-4C3A-BDA8-657631E51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865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13D14-085C-4F13-AE77-55FF65374C17}" type="datetimeFigureOut">
              <a:rPr lang="en-IN" smtClean="0"/>
              <a:t>17-11-2021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3A22E-C8B9-4C3A-BDA8-657631E51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25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13D14-085C-4F13-AE77-55FF65374C17}" type="datetimeFigureOut">
              <a:rPr lang="en-IN" smtClean="0"/>
              <a:t>17-11-2021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3A22E-C8B9-4C3A-BDA8-657631E51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781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13D14-085C-4F13-AE77-55FF65374C17}" type="datetimeFigureOut">
              <a:rPr lang="en-IN" smtClean="0"/>
              <a:t>17-11-2021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3A22E-C8B9-4C3A-BDA8-657631E51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371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K-Means Clustering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632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05" y="262257"/>
            <a:ext cx="11200895" cy="532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078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1692" y="261256"/>
            <a:ext cx="45377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 smtClean="0"/>
              <a:t>K-Means Clustering Algorithm</a:t>
            </a:r>
            <a:endParaRPr lang="en-IN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92" y="1266093"/>
            <a:ext cx="10698005" cy="497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790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08" y="90436"/>
            <a:ext cx="10982848" cy="661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905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25" y="150724"/>
            <a:ext cx="11838162" cy="6370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13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</Words>
  <Application>Microsoft Office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K-Means Clustering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new</dc:creator>
  <cp:lastModifiedBy>new</cp:lastModifiedBy>
  <cp:revision>6</cp:revision>
  <dcterms:created xsi:type="dcterms:W3CDTF">2021-11-17T14:14:49Z</dcterms:created>
  <dcterms:modified xsi:type="dcterms:W3CDTF">2021-11-17T14:39:43Z</dcterms:modified>
</cp:coreProperties>
</file>