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74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5BFF0-42B4-4F13-B74A-AC399BEF4493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F2F78-1AE1-41C8-BFA8-6816734E877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Create database user</a:t>
            </a:r>
          </a:p>
          <a:p>
            <a:r>
              <a:rPr lang="en-US" dirty="0" smtClean="0"/>
              <a:t>Assign username and password</a:t>
            </a:r>
          </a:p>
          <a:p>
            <a:r>
              <a:rPr lang="en-US" dirty="0" smtClean="0"/>
              <a:t>Update credentials in database.yml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F2F78-1AE1-41C8-BFA8-6816734E877D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944" y="1688123"/>
            <a:ext cx="8229600" cy="132588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Comic Sans MS" pitchFamily="66" charset="0"/>
              </a:rPr>
              <a:t>Installation of Ruby, Rails and </a:t>
            </a:r>
            <a:r>
              <a:rPr lang="en-US" dirty="0" err="1" smtClean="0">
                <a:latin typeface="Comic Sans MS" pitchFamily="66" charset="0"/>
              </a:rPr>
              <a:t>PostgreSQL</a:t>
            </a:r>
            <a:endParaRPr>
              <a:latin typeface="Comic Sans MS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73858" y="4572000"/>
            <a:ext cx="3770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Ashwini</a:t>
            </a:r>
            <a:r>
              <a:rPr lang="en-US" dirty="0" smtClean="0"/>
              <a:t> </a:t>
            </a:r>
            <a:r>
              <a:rPr lang="en-US" dirty="0" err="1" smtClean="0"/>
              <a:t>Bhandary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r>
              <a:t>Ruby is a dynamic, object-oriented programming language</a:t>
            </a:r>
          </a:p>
          <a:p>
            <a:r>
              <a:t>Ruby on Rails is a web application framework written in Ruby</a:t>
            </a:r>
          </a:p>
          <a:p>
            <a:r>
              <a:t>PostgreSQL is an open-source relational database</a:t>
            </a:r>
          </a:p>
          <a:p>
            <a:r>
              <a:t>These tools are commonly used together for web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Operating System: Windows / Linux / macOS</a:t>
            </a:r>
          </a:p>
          <a:p>
            <a:r>
              <a:t>Minimum 4 GB RAM recommended</a:t>
            </a:r>
          </a:p>
          <a:p>
            <a:r>
              <a:t>Stable internet connection</a:t>
            </a:r>
          </a:p>
          <a:p>
            <a:r>
              <a:t>Administrator (root)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Command Prompt / Terminal</a:t>
            </a:r>
          </a:p>
          <a:p>
            <a:r>
              <a:t>Text editor or IDE (VS Code recommended)</a:t>
            </a:r>
          </a:p>
          <a:p>
            <a:r>
              <a:t>Basic command-line knowledge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Ruby Installation – 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92500" lnSpcReduction="10000"/>
          </a:bodyPr>
          <a:lstStyle/>
          <a:p>
            <a:endParaRPr/>
          </a:p>
          <a:p>
            <a:pPr>
              <a:buNone/>
            </a:pPr>
            <a:r>
              <a:rPr lang="en-US" b="1" dirty="0" smtClean="0"/>
              <a:t>Ruby Installation – Windows (Detailed)</a:t>
            </a:r>
          </a:p>
          <a:p>
            <a:r>
              <a:rPr lang="en-US" dirty="0" smtClean="0"/>
              <a:t>Go to </a:t>
            </a:r>
            <a:r>
              <a:rPr lang="en-US" dirty="0" err="1" smtClean="0"/>
              <a:t>RubyInstaller</a:t>
            </a:r>
            <a:r>
              <a:rPr lang="en-US" dirty="0" smtClean="0"/>
              <a:t> official site.</a:t>
            </a:r>
          </a:p>
          <a:p>
            <a:r>
              <a:rPr lang="en-US" dirty="0" smtClean="0"/>
              <a:t>Download the latest stable version (with </a:t>
            </a:r>
            <a:r>
              <a:rPr lang="en-US" dirty="0" err="1" smtClean="0"/>
              <a:t>DevKit</a:t>
            </a:r>
            <a:r>
              <a:rPr lang="en-US" dirty="0" smtClean="0"/>
              <a:t> recommended).</a:t>
            </a:r>
          </a:p>
          <a:p>
            <a:r>
              <a:rPr lang="en-US" dirty="0" smtClean="0"/>
              <a:t>Run the installer:</a:t>
            </a:r>
          </a:p>
          <a:p>
            <a:pPr lvl="1"/>
            <a:r>
              <a:rPr lang="en-US" dirty="0" smtClean="0"/>
              <a:t>Accept license agreement.</a:t>
            </a:r>
          </a:p>
          <a:p>
            <a:pPr lvl="1"/>
            <a:r>
              <a:rPr lang="en-US" dirty="0" smtClean="0"/>
              <a:t>Choose installation directory (default is fine).</a:t>
            </a:r>
          </a:p>
          <a:p>
            <a:pPr lvl="1"/>
            <a:r>
              <a:rPr lang="en-US" dirty="0" smtClean="0"/>
              <a:t>Select </a:t>
            </a:r>
            <a:r>
              <a:rPr lang="en-US" b="1" dirty="0" smtClean="0"/>
              <a:t>“Add Ruby executables to PATH”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Complete installation.</a:t>
            </a:r>
          </a:p>
          <a:p>
            <a:r>
              <a:rPr lang="en-US" dirty="0" smtClean="0"/>
              <a:t>Open </a:t>
            </a:r>
            <a:r>
              <a:rPr lang="en-US" b="1" dirty="0" smtClean="0"/>
              <a:t>Command Prompt</a:t>
            </a:r>
            <a:r>
              <a:rPr lang="en-US" dirty="0" smtClean="0"/>
              <a:t> and type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b="1" dirty="0" smtClean="0"/>
              <a:t> </a:t>
            </a:r>
            <a:r>
              <a:rPr lang="en-US" b="1" dirty="0" smtClean="0"/>
              <a:t>                           </a:t>
            </a:r>
            <a:r>
              <a:rPr lang="en-US" b="1" dirty="0" smtClean="0"/>
              <a:t>ruby </a:t>
            </a:r>
            <a:r>
              <a:rPr lang="en-US" b="1" dirty="0" smtClean="0"/>
              <a:t>–</a:t>
            </a:r>
            <a:r>
              <a:rPr lang="en-US" b="1" dirty="0" smtClean="0"/>
              <a:t>v   </a:t>
            </a:r>
            <a:r>
              <a:rPr lang="en-US" dirty="0" smtClean="0"/>
              <a:t>(to verify </a:t>
            </a:r>
            <a:r>
              <a:rPr lang="en-US" dirty="0" smtClean="0"/>
              <a:t>installation)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Ruby Installation – Linux / macOS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93053" y="1417638"/>
            <a:ext cx="7352141" cy="4757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smtClean="0"/>
              <a:t>Ruby Installation – </a:t>
            </a:r>
            <a:r>
              <a:rPr lang="en-US" dirty="0" err="1" smtClean="0"/>
              <a:t>macOS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489852" cy="544036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Install </a:t>
            </a:r>
            <a:r>
              <a:rPr lang="en-US" b="1" dirty="0" smtClean="0"/>
              <a:t>Homebrew</a:t>
            </a:r>
            <a:r>
              <a:rPr lang="en-US" dirty="0" smtClean="0"/>
              <a:t> </a:t>
            </a:r>
            <a:r>
              <a:rPr lang="en-US" dirty="0" smtClean="0"/>
              <a:t>if not already installed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         </a:t>
            </a:r>
            <a:r>
              <a:rPr lang="en-US" b="1" dirty="0" smtClean="0"/>
              <a:t>/</a:t>
            </a:r>
            <a:r>
              <a:rPr lang="en-US" b="1" dirty="0" smtClean="0"/>
              <a:t>bin/bash -c "$(curl </a:t>
            </a:r>
            <a:r>
              <a:rPr lang="en-US" b="1" dirty="0" smtClean="0"/>
              <a:t>–</a:t>
            </a:r>
            <a:r>
              <a:rPr lang="en-US" b="1" dirty="0" err="1" smtClean="0"/>
              <a:t>fsSL</a:t>
            </a:r>
            <a:r>
              <a:rPr lang="en-US" b="1" dirty="0" smtClean="0"/>
              <a:t> https</a:t>
            </a:r>
            <a:r>
              <a:rPr lang="en-US" b="1" dirty="0" smtClean="0"/>
              <a:t>://raw.githubusercontent.com/Homebrew/install/HEAD/install.sh)"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2</a:t>
            </a:r>
            <a:r>
              <a:rPr lang="en-US" dirty="0" smtClean="0"/>
              <a:t>. Install Ruby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          </a:t>
            </a:r>
            <a:r>
              <a:rPr lang="en-US" b="1" dirty="0" smtClean="0"/>
              <a:t>brew </a:t>
            </a:r>
            <a:r>
              <a:rPr lang="en-US" b="1" dirty="0" smtClean="0"/>
              <a:t>install </a:t>
            </a:r>
            <a:r>
              <a:rPr lang="en-US" b="1" dirty="0" smtClean="0"/>
              <a:t>ruby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3</a:t>
            </a:r>
            <a:r>
              <a:rPr lang="en-US" dirty="0" smtClean="0"/>
              <a:t>. Verify installation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b="1" dirty="0" smtClean="0"/>
              <a:t>          ruby </a:t>
            </a:r>
            <a:r>
              <a:rPr lang="en-US" b="1" dirty="0" smtClean="0"/>
              <a:t>-v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RubyGems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RubyGems is the package manager for Ruby</a:t>
            </a:r>
          </a:p>
          <a:p>
            <a:r>
              <a:t>Used to install Ruby libraries</a:t>
            </a:r>
          </a:p>
          <a:p>
            <a:r>
              <a:t>Rails is installed using RubyGems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Rails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Ensure </a:t>
            </a:r>
            <a:r>
              <a:rPr lang="en-US" dirty="0" err="1" smtClean="0"/>
              <a:t>RubyGems</a:t>
            </a:r>
            <a:r>
              <a:rPr lang="en-US" dirty="0" smtClean="0"/>
              <a:t> is installed (comes with Ruby</a:t>
            </a:r>
            <a:r>
              <a:rPr lang="en-US" dirty="0" smtClean="0"/>
              <a:t>).</a:t>
            </a:r>
          </a:p>
          <a:p>
            <a:endParaRPr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624210"/>
            <a:ext cx="8229600" cy="3800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PostgreSQL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PostgreSQL is an open-source RDBMS</a:t>
            </a:r>
          </a:p>
          <a:p>
            <a:r>
              <a:t>Supports ACID properties</a:t>
            </a:r>
          </a:p>
          <a:p>
            <a:r>
              <a:t>Widely used with Rails applications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/>
              <a:t>PostgreSQL </a:t>
            </a:r>
            <a:r>
              <a:rPr smtClean="0"/>
              <a:t>Installation</a:t>
            </a:r>
            <a:r>
              <a:rPr lang="en-US" dirty="0" smtClean="0"/>
              <a:t> windows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Download </a:t>
            </a:r>
            <a:r>
              <a:rPr lang="en-US" dirty="0" smtClean="0"/>
              <a:t>installer from </a:t>
            </a:r>
            <a:r>
              <a:rPr lang="en-US" dirty="0" err="1" smtClean="0"/>
              <a:t>PostgreSQL</a:t>
            </a:r>
            <a:r>
              <a:rPr lang="en-US" dirty="0" smtClean="0"/>
              <a:t> official site.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Run setup wizard:</a:t>
            </a:r>
          </a:p>
          <a:p>
            <a:pPr marL="914400" lvl="1" indent="-514350">
              <a:buFont typeface="Courier New" pitchFamily="49" charset="0"/>
              <a:buChar char="o"/>
            </a:pPr>
            <a:r>
              <a:rPr lang="en-US" dirty="0" smtClean="0"/>
              <a:t>Choose installation directory.</a:t>
            </a:r>
          </a:p>
          <a:p>
            <a:pPr marL="914400" lvl="1" indent="-514350">
              <a:buFont typeface="Courier New" pitchFamily="49" charset="0"/>
              <a:buChar char="o"/>
            </a:pPr>
            <a:r>
              <a:rPr lang="en-US" dirty="0" smtClean="0"/>
              <a:t>Set </a:t>
            </a:r>
            <a:r>
              <a:rPr lang="en-US" b="1" dirty="0" err="1" smtClean="0"/>
              <a:t>superuser</a:t>
            </a:r>
            <a:r>
              <a:rPr lang="en-US" b="1" dirty="0" smtClean="0"/>
              <a:t> password</a:t>
            </a:r>
            <a:r>
              <a:rPr lang="en-US" dirty="0" smtClean="0"/>
              <a:t> (remember this for </a:t>
            </a:r>
            <a:r>
              <a:rPr lang="en-US" dirty="0" smtClean="0"/>
              <a:t>Rails </a:t>
            </a:r>
            <a:r>
              <a:rPr lang="en-US" dirty="0" err="1" smtClean="0"/>
              <a:t>config</a:t>
            </a:r>
            <a:r>
              <a:rPr lang="en-US" dirty="0" smtClean="0"/>
              <a:t>).</a:t>
            </a:r>
          </a:p>
          <a:p>
            <a:pPr marL="914400" lvl="1" indent="-514350">
              <a:buFont typeface="Courier New" pitchFamily="49" charset="0"/>
              <a:buChar char="o"/>
            </a:pPr>
            <a:r>
              <a:rPr lang="en-US" dirty="0" smtClean="0"/>
              <a:t>Default port: </a:t>
            </a:r>
            <a:r>
              <a:rPr lang="en-US" b="1" dirty="0" smtClean="0"/>
              <a:t>5432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Complete installation.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221" y="4725987"/>
            <a:ext cx="8504579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 smtClean="0"/>
              <a:t>PostgreSQL</a:t>
            </a:r>
            <a:r>
              <a:rPr lang="en-US" dirty="0" smtClean="0"/>
              <a:t> Installation – Linux </a:t>
            </a:r>
            <a:endParaRPr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07903" y="1417638"/>
            <a:ext cx="7578897" cy="4004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7902" y="5422168"/>
            <a:ext cx="7578898" cy="1151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PostgreSQL</a:t>
            </a:r>
            <a:r>
              <a:rPr lang="en-US" dirty="0" smtClean="0"/>
              <a:t> Installation – </a:t>
            </a:r>
            <a:r>
              <a:rPr lang="en-US" dirty="0" err="1" smtClean="0"/>
              <a:t>macOS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58129" y="1417638"/>
            <a:ext cx="7216726" cy="441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PostgreSQL Configuration for Rails</a:t>
            </a:r>
          </a:p>
        </p:txBody>
      </p:sp>
      <p:pic>
        <p:nvPicPr>
          <p:cNvPr id="614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957481" y="4008438"/>
            <a:ext cx="7145509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7481" y="1417638"/>
            <a:ext cx="7145509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Rails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rails new myapp -d postgresql</a:t>
            </a:r>
          </a:p>
          <a:p>
            <a:r>
              <a:t>cd myapp</a:t>
            </a:r>
          </a:p>
          <a:p>
            <a:r>
              <a:t>rails db:create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Rails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Run command: rails server</a:t>
            </a:r>
          </a:p>
          <a:p>
            <a:r>
              <a:t>Server runs on port 3000</a:t>
            </a:r>
          </a:p>
          <a:p>
            <a:r>
              <a:t>Open browser: http://localhost:3000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Ruby or Rails command not recognized</a:t>
            </a:r>
          </a:p>
          <a:p>
            <a:r>
              <a:t>PostgreSQL service not running</a:t>
            </a:r>
          </a:p>
          <a:p>
            <a:r>
              <a:t>Database authentication failure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Ruby, Rails, and PostgreSQL installed successfully</a:t>
            </a:r>
          </a:p>
          <a:p>
            <a:r>
              <a:t>System ready for Rails development</a:t>
            </a:r>
          </a:p>
          <a:p>
            <a:r>
              <a:t>Follow correct steps to avoid errors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34</TotalTime>
  <Words>373</Words>
  <Application>Microsoft Macintosh PowerPoint</Application>
  <PresentationFormat>On-screen Show (4:3)</PresentationFormat>
  <Paragraphs>89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Flow</vt:lpstr>
      <vt:lpstr>Installation of Ruby, Rails and PostgreSQL</vt:lpstr>
      <vt:lpstr>Introduction</vt:lpstr>
      <vt:lpstr>System Requirements</vt:lpstr>
      <vt:lpstr>Software Prerequisites</vt:lpstr>
      <vt:lpstr>Ruby Installation – Windows</vt:lpstr>
      <vt:lpstr>Ruby Installation – Linux / macOS</vt:lpstr>
      <vt:lpstr>Ruby Installation – macOS</vt:lpstr>
      <vt:lpstr>RubyGems</vt:lpstr>
      <vt:lpstr>Rails Installation</vt:lpstr>
      <vt:lpstr>PostgreSQL Overview</vt:lpstr>
      <vt:lpstr>PostgreSQL Installation windows</vt:lpstr>
      <vt:lpstr>PostgreSQL Installation – Linux </vt:lpstr>
      <vt:lpstr>PostgreSQL Installation – macOS</vt:lpstr>
      <vt:lpstr>PostgreSQL Configuration for Rails</vt:lpstr>
      <vt:lpstr>Create Rails Application</vt:lpstr>
      <vt:lpstr>Run Rails Server</vt:lpstr>
      <vt:lpstr>Common Errors</vt:lpstr>
      <vt:lpstr>Conclusion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Installation of Ruby, Rails and PostgreSQL</dc:title>
  <dc:subject/>
  <dc:creator/>
  <cp:keywords/>
  <dc:description>generated using python-pptx</dc:description>
  <cp:lastModifiedBy>admin</cp:lastModifiedBy>
  <cp:revision>4</cp:revision>
  <dcterms:created xsi:type="dcterms:W3CDTF">2013-01-27T09:14:16Z</dcterms:created>
  <dcterms:modified xsi:type="dcterms:W3CDTF">2026-01-20T16:16:36Z</dcterms:modified>
  <cp:category/>
</cp:coreProperties>
</file>