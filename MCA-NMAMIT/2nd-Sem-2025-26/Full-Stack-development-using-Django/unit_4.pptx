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0287-F709-EE3E-15EC-0A7C390E1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4EC7F-5EBF-2DDF-84F3-9F27163D0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FEE28-CCBA-08BD-5957-F0AFB0A9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FE4B2-1A3B-70D4-53B4-894C1A5C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87AE0-099F-FDE3-2033-F7526C41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40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9419-22D6-0941-76CF-1BD5B262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AF33F-9EF5-DBE9-CD2F-B0D071E9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D0123-A7B9-9BE2-7485-5E029EBD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C11BA-878E-99B8-FF3C-7107376B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6351E-95D5-B597-7FF8-E7F3592A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61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1057-1C9B-446E-5363-DF813274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21F91-F776-0D8C-1D9D-1417AC329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FF161-AA47-F315-54A5-FEE9267B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78A5-E905-37B2-0950-B7249EF1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57FC-3DEE-F0CF-6498-70569893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30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892A-C381-CF4F-A37C-02C9AFA4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C8D74-A754-D208-6885-424B6699A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3D4F4-00F6-2D65-8D44-BBBC5C94E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C1F05-EAF9-963E-8F0B-64ED166D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ACB51-88A5-09D9-633F-3417439F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CE8FA-7CA6-6F68-3A03-52DCAFBD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1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22BA-71A8-9E6C-0985-57C27DD0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24631-ABE6-CBD9-3487-8295149E1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04FBF-02BA-BB56-5887-8236F8130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00D1B-6DF9-84C7-3A1D-E33DE1AAF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FFA15-3517-2872-EAA9-682BF3D53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F1F08-8173-0929-10D5-20F17D4F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921F5-CC39-076E-6AE0-19B7F25F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13F79-557D-43BD-9777-735E259B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52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CA4A-A6F2-25A8-9729-8860DC68B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2C03B-A0E8-F71F-9871-236FC256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1720D-7F8D-51F7-2514-7C8ECDED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2F74A-EFF3-9499-D4F1-BD71C660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6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F5398-CD3B-0C31-7511-7E2D3B3E8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0C4B2-1CE5-7B7C-D32C-EFE183853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0E1BB-A635-FC45-6A29-10EF8001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93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6774-B5ED-04FF-E7E4-E86F07AB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8D6FB-71C8-EA9F-41A1-77E483DCE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BC79E-9DA6-83C3-1D01-F670DAF3B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63ABA-6479-7E95-2278-57342F2B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E7318-DACE-890B-3BBD-0BCAC8C10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2A17B-F73D-81D4-4D58-C0679344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02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48DF-B71D-2FC2-5704-42A9AF6B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77B5F-700B-5897-71B4-CB3D390611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716AF-EB4F-984C-ADD4-1108D664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1497E-3E4E-C730-DC06-D7E5B2E8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FA07B-350E-ABC9-E820-A82DECE9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5FA23-87BC-F17A-A573-3347AA93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6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02-5908-35B2-8035-00E36D1F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280A5-50DF-B42D-617C-8C72FDAAC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3C4EE-2D9C-546C-3B9C-5DD2FC35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18A17-32F0-5D51-9331-1D238F53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C63A4-5EAF-67D8-2335-C012277AE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68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47483-670D-1B9B-72C3-5ADC5495C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0DEB9-BBEB-1EE3-827E-BFD52519F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E227F-AA88-B66C-F88E-2C065EAD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000E5-63C3-60E6-7A42-A7BCE6A5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C86C4-C51A-3DD5-F83E-BD117A2E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23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D119B9-CEE9-6063-054D-8C9B98F7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5CB5-5451-5B10-EB7B-91197CC64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190E-1776-97D1-F036-6D8A14E64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730EA-FEF1-421D-813C-950F60D30A4E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902B-DBAD-BB61-41ED-0217A9041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2E78-37CB-FB28-9D2E-8440C7606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F7B48-E1A5-494E-978D-201641A75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2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E11B-26B5-BAEA-DD1F-7F4349888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B26BC-0C6F-A1A6-5425-20ADDF7EA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13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D6041C-3787-0034-302D-9E275C6F273E}"/>
              </a:ext>
            </a:extLst>
          </p:cNvPr>
          <p:cNvSpPr txBox="1"/>
          <p:nvPr/>
        </p:nvSpPr>
        <p:spPr>
          <a:xfrm>
            <a:off x="313442" y="166308"/>
            <a:ext cx="6094428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Introduction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Django provides a </a:t>
            </a:r>
            <a:r>
              <a:rPr lang="en-US" sz="2400" b="1" dirty="0"/>
              <a:t>built-in admin interface</a:t>
            </a:r>
            <a:r>
              <a:rPr lang="en-US" sz="24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Used to manage application data easily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No need to build a separate backend UI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Automatically generated from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5241A-501C-ACDC-5F84-3CAE46CC0D29}"/>
              </a:ext>
            </a:extLst>
          </p:cNvPr>
          <p:cNvSpPr txBox="1"/>
          <p:nvPr/>
        </p:nvSpPr>
        <p:spPr>
          <a:xfrm>
            <a:off x="313442" y="2597705"/>
            <a:ext cx="6094428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What is Django Admin?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web-based interface</a:t>
            </a:r>
            <a:r>
              <a:rPr lang="en-US" sz="2000" dirty="0"/>
              <a:t> for managing database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Accessible only to </a:t>
            </a:r>
            <a:r>
              <a:rPr lang="en-US" sz="2000" b="1" dirty="0"/>
              <a:t>admin (authorized users)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CRUD operations: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Create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Read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Update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Delete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26EC7-A508-01F5-490F-0CE32A51407E}"/>
              </a:ext>
            </a:extLst>
          </p:cNvPr>
          <p:cNvSpPr txBox="1"/>
          <p:nvPr/>
        </p:nvSpPr>
        <p:spPr>
          <a:xfrm>
            <a:off x="6874497" y="1582042"/>
            <a:ext cx="5004061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Steps to Activate Admin Site</a:t>
            </a:r>
          </a:p>
          <a:p>
            <a:pPr lvl="1"/>
            <a:r>
              <a:rPr lang="en-US" sz="2800" dirty="0"/>
              <a:t>Create Django project </a:t>
            </a:r>
          </a:p>
          <a:p>
            <a:pPr lvl="1"/>
            <a:r>
              <a:rPr lang="en-US" sz="2800" dirty="0"/>
              <a:t>Add app to project </a:t>
            </a:r>
          </a:p>
          <a:p>
            <a:pPr lvl="1"/>
            <a:r>
              <a:rPr lang="en-US" sz="2800" dirty="0"/>
              <a:t>Enable admin in settings </a:t>
            </a:r>
          </a:p>
          <a:p>
            <a:pPr lvl="1"/>
            <a:r>
              <a:rPr lang="en-US" sz="2800" dirty="0"/>
              <a:t>Run migrations </a:t>
            </a:r>
          </a:p>
          <a:p>
            <a:pPr lvl="1"/>
            <a:r>
              <a:rPr lang="en-US" sz="2800" dirty="0"/>
              <a:t>Create superuser </a:t>
            </a:r>
          </a:p>
          <a:p>
            <a:pPr lvl="1"/>
            <a:r>
              <a:rPr lang="en-US" sz="2800" dirty="0"/>
              <a:t>Start server</a:t>
            </a:r>
          </a:p>
        </p:txBody>
      </p:sp>
    </p:spTree>
    <p:extLst>
      <p:ext uri="{BB962C8B-B14F-4D97-AF65-F5344CB8AC3E}">
        <p14:creationId xmlns:p14="http://schemas.microsoft.com/office/powerpoint/2010/main" val="334204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9F285D-BAEE-8993-A24E-69F78DD8407F}"/>
              </a:ext>
            </a:extLst>
          </p:cNvPr>
          <p:cNvSpPr txBox="1"/>
          <p:nvPr/>
        </p:nvSpPr>
        <p:spPr>
          <a:xfrm>
            <a:off x="718794" y="628941"/>
            <a:ext cx="11243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Customizing Django Model Admin (</a:t>
            </a:r>
            <a:r>
              <a:rPr lang="en-US" sz="2800" b="1" dirty="0" err="1">
                <a:latin typeface="+mj-lt"/>
              </a:rPr>
              <a:t>list_display</a:t>
            </a:r>
            <a:r>
              <a:rPr lang="en-US" sz="2800" b="1" dirty="0">
                <a:latin typeface="+mj-lt"/>
              </a:rPr>
              <a:t>, </a:t>
            </a:r>
            <a:r>
              <a:rPr lang="en-US" sz="2800" b="1" dirty="0" err="1">
                <a:latin typeface="+mj-lt"/>
              </a:rPr>
              <a:t>search_fields</a:t>
            </a:r>
            <a:r>
              <a:rPr lang="en-US" sz="2800" b="1" dirty="0">
                <a:latin typeface="+mj-lt"/>
              </a:rPr>
              <a:t>, </a:t>
            </a:r>
            <a:r>
              <a:rPr lang="en-US" sz="2800" b="1" dirty="0" err="1">
                <a:latin typeface="+mj-lt"/>
              </a:rPr>
              <a:t>readonly_fields</a:t>
            </a:r>
            <a:r>
              <a:rPr lang="en-US" sz="2800" b="1" dirty="0">
                <a:latin typeface="+mj-lt"/>
              </a:rPr>
              <a:t>)</a:t>
            </a:r>
            <a:endParaRPr lang="en-IN" sz="28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9EA10-5B63-6934-1EAF-63386541E675}"/>
              </a:ext>
            </a:extLst>
          </p:cNvPr>
          <p:cNvSpPr txBox="1"/>
          <p:nvPr/>
        </p:nvSpPr>
        <p:spPr>
          <a:xfrm>
            <a:off x="897903" y="1772487"/>
            <a:ext cx="7322269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Django Admin allows customization of model display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Improves usability and data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Done using </a:t>
            </a:r>
            <a:r>
              <a:rPr lang="en-US" sz="2400" i="1" dirty="0"/>
              <a:t>ModelAdmin</a:t>
            </a:r>
            <a:r>
              <a:rPr lang="en-US" sz="2400" dirty="0"/>
              <a:t> class in </a:t>
            </a:r>
            <a:r>
              <a:rPr lang="en-US" sz="2400" i="1" dirty="0"/>
              <a:t>admin.py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83FC1-C3BA-CFAA-4B14-230E60B4AF28}"/>
              </a:ext>
            </a:extLst>
          </p:cNvPr>
          <p:cNvSpPr txBox="1"/>
          <p:nvPr/>
        </p:nvSpPr>
        <p:spPr>
          <a:xfrm>
            <a:off x="897903" y="3593142"/>
            <a:ext cx="73222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ModelAdmin?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 class used to customize admin interface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Connected to a model using </a:t>
            </a:r>
            <a:r>
              <a:rPr lang="en-US" sz="2400" dirty="0" err="1">
                <a:latin typeface="Courier New" panose="02070309020205020404" pitchFamily="49" charset="0"/>
              </a:rPr>
              <a:t>admin.site.register</a:t>
            </a:r>
            <a:r>
              <a:rPr lang="en-US" sz="2400" dirty="0">
                <a:latin typeface="Courier New" panose="02070309020205020404" pitchFamily="49" charset="0"/>
              </a:rPr>
              <a:t>()</a:t>
            </a:r>
            <a:r>
              <a:rPr lang="en-US" sz="24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Controls how data is displayed and managed </a:t>
            </a:r>
          </a:p>
        </p:txBody>
      </p:sp>
    </p:spTree>
    <p:extLst>
      <p:ext uri="{BB962C8B-B14F-4D97-AF65-F5344CB8AC3E}">
        <p14:creationId xmlns:p14="http://schemas.microsoft.com/office/powerpoint/2010/main" val="124669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6415C1-4DE2-DDD3-1532-9345C937F052}"/>
              </a:ext>
            </a:extLst>
          </p:cNvPr>
          <p:cNvSpPr txBox="1"/>
          <p:nvPr/>
        </p:nvSpPr>
        <p:spPr>
          <a:xfrm>
            <a:off x="1171281" y="696394"/>
            <a:ext cx="63701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models.py</a:t>
            </a:r>
          </a:p>
          <a:p>
            <a:r>
              <a:rPr lang="en-IN" sz="2400" dirty="0"/>
              <a:t>from </a:t>
            </a:r>
            <a:r>
              <a:rPr lang="en-IN" sz="2400" dirty="0" err="1"/>
              <a:t>django.db</a:t>
            </a:r>
            <a:r>
              <a:rPr lang="en-IN" sz="2400" dirty="0"/>
              <a:t> import models</a:t>
            </a:r>
          </a:p>
          <a:p>
            <a:endParaRPr lang="en-IN" sz="2400" dirty="0"/>
          </a:p>
          <a:p>
            <a:r>
              <a:rPr lang="en-IN" sz="2400" dirty="0"/>
              <a:t>class Student(</a:t>
            </a:r>
            <a:r>
              <a:rPr lang="en-IN" sz="2400" dirty="0" err="1"/>
              <a:t>models.Model</a:t>
            </a:r>
            <a:r>
              <a:rPr lang="en-IN" sz="2400" dirty="0"/>
              <a:t>):</a:t>
            </a:r>
          </a:p>
          <a:p>
            <a:r>
              <a:rPr lang="en-IN" sz="2400" dirty="0"/>
              <a:t>    name = </a:t>
            </a:r>
            <a:r>
              <a:rPr lang="en-IN" sz="2400" dirty="0" err="1"/>
              <a:t>models.CharField</a:t>
            </a:r>
            <a:r>
              <a:rPr lang="en-IN" sz="2400" dirty="0"/>
              <a:t>(</a:t>
            </a:r>
            <a:r>
              <a:rPr lang="en-IN" sz="2400" dirty="0" err="1"/>
              <a:t>max_length</a:t>
            </a:r>
            <a:r>
              <a:rPr lang="en-IN" sz="2400" dirty="0"/>
              <a:t>=100)</a:t>
            </a:r>
          </a:p>
          <a:p>
            <a:r>
              <a:rPr lang="en-IN" sz="2400" dirty="0"/>
              <a:t>    email = </a:t>
            </a:r>
            <a:r>
              <a:rPr lang="en-IN" sz="2400" dirty="0" err="1"/>
              <a:t>models.EmailField</a:t>
            </a:r>
            <a:r>
              <a:rPr lang="en-IN" sz="2400" dirty="0"/>
              <a:t>()</a:t>
            </a:r>
          </a:p>
          <a:p>
            <a:r>
              <a:rPr lang="en-IN" sz="2400" dirty="0"/>
              <a:t>    age = </a:t>
            </a:r>
            <a:r>
              <a:rPr lang="en-IN" sz="2400" dirty="0" err="1"/>
              <a:t>models.IntegerField</a:t>
            </a:r>
            <a:r>
              <a:rPr lang="en-IN" sz="2400" dirty="0"/>
              <a:t>()</a:t>
            </a:r>
          </a:p>
          <a:p>
            <a:endParaRPr lang="en-IN" sz="2400" dirty="0"/>
          </a:p>
          <a:p>
            <a:r>
              <a:rPr lang="en-IN" sz="2400" dirty="0"/>
              <a:t>    def __str__(self):</a:t>
            </a:r>
          </a:p>
          <a:p>
            <a:r>
              <a:rPr lang="en-IN" sz="2400" dirty="0"/>
              <a:t>        return self.name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E9F4C-AED3-575A-9FC6-5ECC84124843}"/>
              </a:ext>
            </a:extLst>
          </p:cNvPr>
          <p:cNvSpPr txBox="1"/>
          <p:nvPr/>
        </p:nvSpPr>
        <p:spPr>
          <a:xfrm>
            <a:off x="945038" y="4301773"/>
            <a:ext cx="6094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Admin.py</a:t>
            </a:r>
          </a:p>
          <a:p>
            <a:r>
              <a:rPr lang="en-IN" sz="2400" dirty="0"/>
              <a:t>from </a:t>
            </a:r>
            <a:r>
              <a:rPr lang="en-IN" sz="2400" dirty="0" err="1"/>
              <a:t>django.contrib</a:t>
            </a:r>
            <a:r>
              <a:rPr lang="en-IN" sz="2400" dirty="0"/>
              <a:t> import admin</a:t>
            </a:r>
          </a:p>
          <a:p>
            <a:r>
              <a:rPr lang="en-IN" sz="2400" dirty="0"/>
              <a:t>from .models import Student</a:t>
            </a:r>
          </a:p>
          <a:p>
            <a:endParaRPr lang="en-IN" sz="2400" dirty="0"/>
          </a:p>
          <a:p>
            <a:r>
              <a:rPr lang="en-IN" sz="2400" dirty="0" err="1"/>
              <a:t>admin.site.register</a:t>
            </a:r>
            <a:r>
              <a:rPr lang="en-IN" sz="2400" dirty="0"/>
              <a:t>(Student)</a:t>
            </a:r>
          </a:p>
        </p:txBody>
      </p:sp>
    </p:spTree>
    <p:extLst>
      <p:ext uri="{BB962C8B-B14F-4D97-AF65-F5344CB8AC3E}">
        <p14:creationId xmlns:p14="http://schemas.microsoft.com/office/powerpoint/2010/main" val="262819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AA6713-6386-C8D0-DD0D-CFC18F34AF03}"/>
              </a:ext>
            </a:extLst>
          </p:cNvPr>
          <p:cNvSpPr txBox="1"/>
          <p:nvPr/>
        </p:nvSpPr>
        <p:spPr>
          <a:xfrm>
            <a:off x="1572" y="465740"/>
            <a:ext cx="60944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/>
              <a:t>list_display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Used to display fields in admin list view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Appears as columns in admin table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IN" sz="2400" dirty="0"/>
              <a:t>class </a:t>
            </a:r>
            <a:r>
              <a:rPr lang="en-IN" sz="2400" dirty="0" err="1"/>
              <a:t>StudentAdmin</a:t>
            </a:r>
            <a:r>
              <a:rPr lang="en-IN" sz="2400" dirty="0"/>
              <a:t>(</a:t>
            </a:r>
            <a:r>
              <a:rPr lang="en-IN" sz="2400" dirty="0" err="1"/>
              <a:t>admin.ModelAdmin</a:t>
            </a:r>
            <a:r>
              <a:rPr lang="en-IN" sz="2400" dirty="0"/>
              <a:t>):</a:t>
            </a:r>
          </a:p>
          <a:p>
            <a:r>
              <a:rPr lang="en-IN" sz="2400" dirty="0"/>
              <a:t>    </a:t>
            </a:r>
            <a:r>
              <a:rPr lang="en-IN" sz="2400" dirty="0" err="1"/>
              <a:t>list_display</a:t>
            </a:r>
            <a:r>
              <a:rPr lang="en-IN" sz="2400" dirty="0"/>
              <a:t> = ('name', 'email', 'age')</a:t>
            </a:r>
          </a:p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F508E-794F-7545-F162-79319676D913}"/>
              </a:ext>
            </a:extLst>
          </p:cNvPr>
          <p:cNvSpPr txBox="1"/>
          <p:nvPr/>
        </p:nvSpPr>
        <p:spPr>
          <a:xfrm>
            <a:off x="94268" y="4919008"/>
            <a:ext cx="84063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/>
              <a:t>search_fields</a:t>
            </a:r>
            <a:endParaRPr lang="en-US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Adds search box in admin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Allows searching by specified fields 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class </a:t>
            </a:r>
            <a:r>
              <a:rPr lang="en-US" sz="2400" dirty="0" err="1">
                <a:latin typeface="Courier New" panose="02070309020205020404" pitchFamily="49" charset="0"/>
              </a:rPr>
              <a:t>StudentAdmin</a:t>
            </a:r>
            <a:r>
              <a:rPr lang="en-US" sz="2400" dirty="0">
                <a:latin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</a:rPr>
              <a:t>admin.ModelAdmin</a:t>
            </a:r>
            <a:r>
              <a:rPr lang="en-US" sz="2400" dirty="0">
                <a:latin typeface="Courier New" panose="02070309020205020404" pitchFamily="49" charset="0"/>
              </a:rPr>
              <a:t>):</a:t>
            </a:r>
            <a:br>
              <a:rPr lang="en-US" sz="2400" dirty="0">
                <a:latin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</a:rPr>
              <a:t>search_fields</a:t>
            </a:r>
            <a:r>
              <a:rPr lang="en-US" sz="2400" dirty="0">
                <a:latin typeface="Courier New" panose="02070309020205020404" pitchFamily="49" charset="0"/>
              </a:rPr>
              <a:t> = ('name', 'email')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2A1F6B-5C7E-2528-8F7F-CC22B8CFBA4C}"/>
              </a:ext>
            </a:extLst>
          </p:cNvPr>
          <p:cNvSpPr txBox="1"/>
          <p:nvPr/>
        </p:nvSpPr>
        <p:spPr>
          <a:xfrm>
            <a:off x="5630158" y="465740"/>
            <a:ext cx="65602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/>
              <a:t>readonly_fields</a:t>
            </a:r>
            <a:r>
              <a:rPr lang="en-US" sz="2400" b="1" dirty="0"/>
              <a:t> 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Prevent accidental changes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Protect important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Useful for auto-generated fields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class </a:t>
            </a:r>
            <a:r>
              <a:rPr lang="en-US" sz="2400" dirty="0" err="1"/>
              <a:t>StudentAdmin</a:t>
            </a:r>
            <a:r>
              <a:rPr lang="en-US" sz="2400" dirty="0"/>
              <a:t>(</a:t>
            </a:r>
            <a:r>
              <a:rPr lang="en-US" sz="2400" dirty="0" err="1"/>
              <a:t>admin.ModelAdmin</a:t>
            </a:r>
            <a:r>
              <a:rPr lang="en-US" sz="2400" dirty="0"/>
              <a:t>):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readonly_fields</a:t>
            </a:r>
            <a:r>
              <a:rPr lang="en-US" sz="2400" dirty="0"/>
              <a:t> = ('email',)</a:t>
            </a:r>
          </a:p>
          <a:p>
            <a:endParaRPr lang="en-US" sz="2400" dirty="0"/>
          </a:p>
          <a:p>
            <a:r>
              <a:rPr lang="en-US" sz="2400" dirty="0" err="1"/>
              <a:t>admin.site.register</a:t>
            </a:r>
            <a:r>
              <a:rPr lang="en-US" sz="2400" dirty="0"/>
              <a:t>(Student, </a:t>
            </a:r>
            <a:r>
              <a:rPr lang="en-US" sz="2400" dirty="0" err="1"/>
              <a:t>StudentAdmin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8745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033D-860F-BFA7-CE17-7F0521CD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CBV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A824-346F-BE66-3095-D566C4D7C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1150070"/>
            <a:ext cx="11585542" cy="57079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Class-Based Views are views written using Python classes where different HTTP requests are handled using methods like get(), post(), etc.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User sends request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URL calls </a:t>
            </a:r>
            <a:r>
              <a:rPr lang="en-US" altLang="en-US" sz="2400" dirty="0" err="1">
                <a:latin typeface="Arial Unicode MS"/>
              </a:rPr>
              <a:t>as_view</a:t>
            </a:r>
            <a:r>
              <a:rPr lang="en-US" altLang="en-US" sz="2400" dirty="0">
                <a:latin typeface="Arial Unicode MS"/>
              </a:rPr>
              <a:t>()</a:t>
            </a:r>
            <a:r>
              <a:rPr lang="en-US" altLang="en-US" sz="24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Django converts class → function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Basic View</a:t>
            </a:r>
          </a:p>
          <a:p>
            <a:pPr marL="457200" lvl="1" indent="0">
              <a:buNone/>
            </a:pPr>
            <a:r>
              <a:rPr lang="en-US" dirty="0"/>
              <a:t>from </a:t>
            </a:r>
            <a:r>
              <a:rPr lang="en-US" dirty="0" err="1"/>
              <a:t>django.views</a:t>
            </a:r>
            <a:r>
              <a:rPr lang="en-US" dirty="0"/>
              <a:t> import View</a:t>
            </a:r>
          </a:p>
          <a:p>
            <a:pPr marL="457200" lvl="1" indent="0">
              <a:buNone/>
            </a:pPr>
            <a:r>
              <a:rPr lang="en-US" dirty="0"/>
              <a:t>from </a:t>
            </a:r>
            <a:r>
              <a:rPr lang="en-US" dirty="0" err="1"/>
              <a:t>django.http</a:t>
            </a:r>
            <a:r>
              <a:rPr lang="en-US" dirty="0"/>
              <a:t> import </a:t>
            </a:r>
            <a:r>
              <a:rPr lang="en-US" dirty="0" err="1"/>
              <a:t>HttpResponse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class </a:t>
            </a:r>
            <a:r>
              <a:rPr lang="en-US" dirty="0" err="1"/>
              <a:t>MyView</a:t>
            </a:r>
            <a:r>
              <a:rPr lang="en-US" dirty="0"/>
              <a:t>(View):</a:t>
            </a:r>
          </a:p>
          <a:p>
            <a:pPr marL="457200" lvl="1" indent="0">
              <a:buNone/>
            </a:pPr>
            <a:r>
              <a:rPr lang="en-US" dirty="0"/>
              <a:t>    def get(self, request):</a:t>
            </a:r>
          </a:p>
          <a:p>
            <a:pPr marL="457200" lvl="1" indent="0">
              <a:buNone/>
            </a:pPr>
            <a:r>
              <a:rPr lang="en-US" dirty="0"/>
              <a:t>        return </a:t>
            </a:r>
            <a:r>
              <a:rPr lang="en-US" dirty="0" err="1"/>
              <a:t>HttpResponse</a:t>
            </a:r>
            <a:r>
              <a:rPr lang="en-US" dirty="0"/>
              <a:t>("Hello CBV")</a:t>
            </a:r>
          </a:p>
          <a:p>
            <a:pPr marL="457200" lvl="1" indent="0">
              <a:buNone/>
            </a:pPr>
            <a:r>
              <a:rPr lang="en-US" dirty="0"/>
              <a:t>    def post(self, request):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HttpResponse</a:t>
            </a:r>
            <a:r>
              <a:rPr lang="en-US" dirty="0"/>
              <a:t>("POST request")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D006A0-C215-202E-BC44-5AC99D27E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87" y="3222467"/>
            <a:ext cx="5268060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8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2651DD-4220-5DD1-0A59-64D56AB4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01" y="0"/>
            <a:ext cx="11261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5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37C6D2-E2B5-7D85-4E7A-9C9B3BD1F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1876208"/>
            <a:ext cx="11593543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26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411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CBV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rakshitha p</dc:creator>
  <cp:lastModifiedBy>rakshitha p</cp:lastModifiedBy>
  <cp:revision>6</cp:revision>
  <dcterms:created xsi:type="dcterms:W3CDTF">2026-04-14T16:45:34Z</dcterms:created>
  <dcterms:modified xsi:type="dcterms:W3CDTF">2026-04-17T03:29:01Z</dcterms:modified>
</cp:coreProperties>
</file>