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431" r:id="rId2"/>
    <p:sldId id="432" r:id="rId3"/>
    <p:sldId id="433" r:id="rId4"/>
    <p:sldId id="434" r:id="rId5"/>
    <p:sldId id="435" r:id="rId6"/>
    <p:sldId id="436" r:id="rId7"/>
    <p:sldId id="437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449" r:id="rId20"/>
    <p:sldId id="450" r:id="rId21"/>
    <p:sldId id="451" r:id="rId22"/>
    <p:sldId id="452" r:id="rId23"/>
    <p:sldId id="453" r:id="rId24"/>
    <p:sldId id="454" r:id="rId25"/>
    <p:sldId id="455" r:id="rId26"/>
    <p:sldId id="456" r:id="rId27"/>
    <p:sldId id="457" r:id="rId28"/>
    <p:sldId id="458" r:id="rId29"/>
    <p:sldId id="459" r:id="rId30"/>
    <p:sldId id="460" r:id="rId31"/>
    <p:sldId id="461" r:id="rId32"/>
    <p:sldId id="462" r:id="rId33"/>
    <p:sldId id="463" r:id="rId34"/>
    <p:sldId id="464" r:id="rId35"/>
    <p:sldId id="465" r:id="rId36"/>
    <p:sldId id="466" r:id="rId37"/>
    <p:sldId id="467" r:id="rId38"/>
    <p:sldId id="468" r:id="rId39"/>
    <p:sldId id="469" r:id="rId40"/>
    <p:sldId id="470" r:id="rId41"/>
    <p:sldId id="471" r:id="rId42"/>
    <p:sldId id="473" r:id="rId43"/>
    <p:sldId id="472" r:id="rId44"/>
    <p:sldId id="474" r:id="rId45"/>
    <p:sldId id="475" r:id="rId46"/>
    <p:sldId id="476" r:id="rId47"/>
    <p:sldId id="477" r:id="rId48"/>
    <p:sldId id="478" r:id="rId49"/>
    <p:sldId id="479" r:id="rId50"/>
    <p:sldId id="480" r:id="rId51"/>
    <p:sldId id="481" r:id="rId52"/>
    <p:sldId id="482" r:id="rId53"/>
    <p:sldId id="483" r:id="rId54"/>
    <p:sldId id="484" r:id="rId55"/>
    <p:sldId id="485" r:id="rId56"/>
    <p:sldId id="486" r:id="rId57"/>
    <p:sldId id="487" r:id="rId58"/>
    <p:sldId id="488" r:id="rId59"/>
    <p:sldId id="489" r:id="rId60"/>
    <p:sldId id="490" r:id="rId61"/>
    <p:sldId id="491" r:id="rId62"/>
    <p:sldId id="492" r:id="rId63"/>
    <p:sldId id="493" r:id="rId64"/>
    <p:sldId id="494" r:id="rId65"/>
    <p:sldId id="495" r:id="rId66"/>
    <p:sldId id="496" r:id="rId67"/>
    <p:sldId id="497" r:id="rId68"/>
    <p:sldId id="498" r:id="rId69"/>
    <p:sldId id="499" r:id="rId70"/>
    <p:sldId id="500" r:id="rId71"/>
    <p:sldId id="501" r:id="rId72"/>
    <p:sldId id="502" r:id="rId73"/>
    <p:sldId id="503" r:id="rId74"/>
    <p:sldId id="504" r:id="rId75"/>
    <p:sldId id="505" r:id="rId76"/>
    <p:sldId id="506" r:id="rId77"/>
    <p:sldId id="507" r:id="rId78"/>
    <p:sldId id="508" r:id="rId79"/>
    <p:sldId id="509" r:id="rId80"/>
    <p:sldId id="510" r:id="rId81"/>
    <p:sldId id="511" r:id="rId82"/>
    <p:sldId id="512" r:id="rId83"/>
    <p:sldId id="513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C6273-D71D-40B9-9022-964D613153B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32FD8-A2A0-4B65-B192-80E5615552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93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9865-BB51-5312-FEEF-79BB66751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7E875-4AF2-5E86-AB17-329928543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3DE87-601E-FBFA-5A04-22A9CE7FC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0C2DB-06B2-F60D-98A3-C17A99C08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045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27AD0-162D-977F-4D26-9E611BBA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622AB-7C61-F276-7E40-A008AC745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E6250-2A40-80FE-701D-5803118AC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BE6C0-05FA-18C0-844D-F9E1A3898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1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FBFF-F77B-65C3-7119-59BB1F678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9879B-985A-6886-998C-7DFD0780E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C3EB7-548D-F74C-5D82-2215484B3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322DB-DEE0-B403-6FB3-FCE8B1A12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0984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F9E1-DC51-60A5-327E-3769BE96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244F7-46C5-5863-A203-8D1D9550B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6BB9D-22FA-7733-0233-7BC400D31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0CAF9-85DF-B37E-B260-85DC83566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356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FBC24-C9F7-6138-682A-333DFE7D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1E977-82F0-461E-C00D-E2432E80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D842F-1666-C79A-4D5A-55EF68EDB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DEE2B-441E-09A5-4EC6-ECC8E1526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491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6A66D-47D1-C7F6-B098-75400B8E4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41CF-AB5D-1F9A-ED4E-3E23B3827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B67D0-A83B-4129-D496-748BC41B6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390D1-E01E-080B-A5DA-37B7C57E3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217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44A7-7011-DB4A-7DD5-4B546245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1A946-EACC-503B-C75F-0F88F65C7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427FA-669B-EF0F-B308-C4B0082DB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C1F59-FE4B-37E3-05A4-E0C1C847F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931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3379-FE3D-A6B1-FE0D-A7063E35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8A5D7-7F4C-A8E7-F454-D29D3DE3B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FCCC0-16A5-CC87-11D7-2226EA863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75E83-6A93-62D7-8AB6-E9377C6D3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901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C232A-3497-AD72-E539-EA219254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943D6-FE95-EA6D-4FF9-995DF9126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CBA41-9DBF-6C8D-1719-CA888CF27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09D6D-D854-6E10-234D-0AF28A679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502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544B-ED33-B0DF-67C6-F0D1A79B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30DE7-D707-5BC4-BF6C-B1B087069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5292F-3919-564D-8D81-8AA056B6A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83255-D3A5-D093-CCF0-95DE6A315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689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0E25-F5DA-A1E5-0A16-A683EF89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09FFB-C48C-9DFE-8013-CB6BF7074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F532F-4360-0D79-2CB0-14A8F092E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50D55-A729-B165-0F72-8850AB658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37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373F-C40F-C742-8055-208E442E6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AF526-2297-4A25-DD22-5F925A4B2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DE3DA-3B34-2DC4-D816-8489CFB1E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AB084-A785-EEC2-7640-D19113DAF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151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3B4E-BE33-608A-3EC8-241AEE0B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8D22C-8CE7-E666-F1D8-62BCFA446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F3943-ACEB-06A3-D2A2-45F607E28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B8FA6-C126-D0BB-88B6-2D7EB59C3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41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1378-EEFB-279D-2E05-353DCCC2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41B3F-A310-6654-EC83-8A3249EA5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A13A8-8F1A-10A9-BA6D-7F63E2C6A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D4C3B-0861-315B-6BB4-69A0EF058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051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05926-2AA2-5A63-A293-2B44248C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30413-8059-BE54-792E-54B143491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311DD-F7E4-F2DA-331C-54DEDE1E7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5540B-829B-D407-BA89-EB23195EB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21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1689-F736-0833-7031-A58A90B2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E6F4E-5CF5-8A8B-BFBA-20754B96B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01C4C-D7D7-B512-A0D1-E3C009AA7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DECAC-8413-D96A-5BDF-6410F8CFA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080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2C99F-CBE0-2DEE-9AF5-700C9AD6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73A66-A4D5-205F-2338-9B594A068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88683-6735-A01B-3910-18B0EB805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F0F88-67FF-F5EC-8776-5258BB905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68541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9D150-6232-1F4F-1C8D-20FE7BE8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BE155-1E0B-57E1-E6A9-AB7CCD2F1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F2ADF-7C85-9443-76D6-27733A12C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3C0F5-039B-4469-124F-400BF2D13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1236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0712B-316A-F499-8196-0780152C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2483D-A436-DA09-9AE8-3D19CB9A2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9E9A9-83ED-8CE4-1C4D-6B206030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F5A04-C4F5-CCBD-860F-B0A559383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295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9F03-6590-D817-D699-AFECA035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EBA00-76AE-1547-C38F-CA9A72756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D8107-E3EE-88B8-DFA8-91EA98B45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0A124-334C-E614-952A-7EF3EA867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773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3BF02-E558-6D19-EB21-5996D478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4BA92-5235-9AE2-87AE-59C2D5218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BB261-487E-CFF8-322E-4AAA975BA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D68DD-3723-A637-E581-75AF23B92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149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1055-AC85-D46E-6514-CA2898958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53920-64D5-C8CE-ED11-40B635EFA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A7290-F060-AA3C-5058-9AA95FA3E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CF6C2-F045-1D55-4214-C230E8070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67394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59B4-D622-A3F2-E6F7-F89F4E83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C7F32-DA8D-479B-152A-D937122DE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7B451-1EC9-63D5-0219-7308E08FB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74855-22EE-5B29-62E8-29D9C95C0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187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FFC9E-F347-6794-FA89-E4459E1C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37A32-210B-C81A-F4E3-583CCF70A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E4915-F691-0E92-2AEE-C55BBE935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2C131-9C11-A18A-BA40-778FCBFD3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8894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B0490-25EF-9DD2-5CE9-06D42432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9EAB0-7CBF-7A7D-3A11-D51DF31EB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F322F-F9FC-CFA8-4AE0-92FC1419A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691DB-2A5A-D317-8F9C-54670DB7B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5559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A5A9-49B4-18E7-1764-0DDCBE47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6716D-0396-1F78-3559-C21D1A2D6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CE6DA-2EA6-0F39-19B7-8F4D7F9AE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45E2A-9882-44B9-858F-3A13F2862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4457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215BF-5EAC-75FC-EBE3-2D0F09BAE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E0408-FDE4-EA5F-79FE-DD7C73399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14237-9F34-B894-9F8E-ACA33582D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95C32-64AB-CB25-9A3E-D86D93FEB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82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28DE-37A5-3D78-2796-8480DD39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1355B-93A2-E18A-E157-9B42821B3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EF0FD-470A-E2D7-FE54-F849ED2BB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C56CA-BDB1-8E7E-8F1A-2EFC4B795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66223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AEB5-8D5A-D067-5A74-ABC3C8C1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BBE95-80D3-75C0-D2F4-143E4E3F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91BAB-FDBC-5C34-5CB5-757F426E9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32B25-3825-62F5-2658-B88F68E08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17313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A1D4E-0EC2-CDE8-8304-F237B80E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CB60C-7B39-52EC-C61C-7EE609536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2A567-1046-A706-7083-66E9D8E0F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8015D-A2D9-987E-B684-5AB26D623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965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C5CB2-1B7F-210C-290E-7DAC3C7C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B30E8-3884-DA92-200B-9A7187BF9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DBC9E-EA08-B172-AC01-F5B9E943B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1BF07-0E61-82D4-C789-0B2F4D7E7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6178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DFBFB-4E77-A156-4F00-268D237C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B6BB4-912A-C0B5-3DBC-6D556A41F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7D617-BD0F-123A-DC1E-AB9167105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DEE7A-06A7-FDBB-9134-D111E94C2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0393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1E06A-A22E-26A7-AEAE-57225D296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E7513-B8F1-17B0-1611-6316F7813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D415E-9638-4606-061C-4A9F8294F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83FC2-153A-2C71-62EC-EAF42386D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130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A7A1-C372-2060-B4AA-3E58BF95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E1145-D889-5605-83B4-68ED36971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AAB89-DCB9-C090-CD18-839A66D9D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A290E-BACC-FA6C-7EA6-521812CD3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3729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E9A20-F954-5A83-212A-90ECB0D4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B49F3-9DBC-30B0-2775-EE162A998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F6FE2-1471-E75B-316A-63FE8A8EE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E83F4-FF58-796B-67B0-91168434B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8594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D463-4607-25FC-8294-532A3C4DF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5F785-1B56-2643-7A77-6D22F1690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CA486-4F11-862A-DCAD-EBD52A3B2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AA753-297A-B85B-5922-1B31FE404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1272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6FA8-ED20-3F48-EBCB-2E0AD5A2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FFBC0-1180-EFEB-2522-DA6C9EC64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AAE38-8CD7-77F0-C160-C037E6F60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E7EB1-8CB4-ED6E-103C-21CB18880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8545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1956-A482-86E0-7E9C-F2EFE9DD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ABE9E-1772-122E-ABF5-7A6ACFAD8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F09C5-C75D-2FAB-9005-480749D61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2F21D-30FB-84C3-947B-EAE5952EE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113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90187-32DD-D6B3-CA7B-A5F290FA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83892-AF26-E352-0E27-AE0E6C4D1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D5CF3-A9FB-2B09-04D4-B08FEC16D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5C464-B84C-C8DE-28F5-A91DC92CD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7321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0136A-219D-5926-2EB8-9CFB093C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B4C8A-320B-D1BE-DB27-21E49D421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D3246-8B3A-5185-0E4C-8192844FE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977E5-E229-DB64-5E1E-BCFCDD69C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1390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CD5B-F9C6-D5BC-9456-46AD92CA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33A7E-F5E4-444B-10C4-E5AE83A27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9AC40-E4F0-3D30-7BD2-193D2438F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DC330-C3DF-FFDB-8873-D5E4D911E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42907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1567-E563-AFEE-B469-5E9BA7C67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2D048-59E9-8F11-CD26-6D7869661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FFC19-562D-5187-785D-635295D33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7C512-45E9-7591-E816-C268C38FA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8785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07191-763C-027B-2D22-1F910C3C5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820F9-D282-17AA-2F96-AF91C1AB6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6C71B-9DEB-4DBF-9557-6230878BA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CD088-ADB0-E69B-7BB8-9D92B2507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75336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72A6-EF81-64AA-1092-C18B5F22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7FB11-7A4F-8385-331F-222FA7FEF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3E2E3-ACD8-EEA4-A9C1-60F6FB75A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831B9-CB74-3385-437E-A0D2D2A4E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5373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6290-B5F4-A9E9-80D4-FEE7EB620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1508A-D940-98E3-88E6-95EE4809B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4FEA4-2240-C7C1-50DC-B7E2443E9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DFF23-DF06-6D09-3999-7D7CAE7D4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9174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51446-B66D-6110-486F-D6A7F4CEF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A06F1-0565-64D6-5301-C0E8BF5A6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54845-DAE7-C235-2A4C-9BA6DE7D2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C38D5-9C5D-A0A8-46FE-355AC490D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6722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3259-E4CA-B70E-4076-22603824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0E2A2-0AD9-8F43-90F9-2D91BFE74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B59F6-4300-1D5C-D823-A7FE68441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7672B-C6CE-315C-8FFA-858058886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6155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DE990-8425-0FB9-4D28-780DA56C1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02FC7-3001-8AD2-33F4-326F9C24E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06726-44F7-8FE3-AB0E-4D508C3CD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E7AD4-7E77-3F40-0941-D5E71A841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1863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E1D9A-8B4F-3479-B78A-9D00BF188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5A0A9-D266-6429-6F42-14876D553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7ADF4-3A24-09C0-96BB-A35630DDF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3B1C7-B115-8EA3-FD68-948BB09F9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97262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2A7E-19AD-1458-2142-31DA2A54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73B8C-A0E1-1C89-DAB7-BA242A201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61B52-45AC-DA42-0616-2ADD71EB2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776F1-9247-2AA4-608D-E497484F4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92090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C6E5E-7422-6C5F-D786-33DCB670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19D5A-8283-52F4-F72F-0394DA13C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D940F-8465-AE06-F2CC-F4072CF14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5EFCC-4F54-F97E-C763-EDF7227E3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213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3B5F-C534-F015-47E1-7A8C8043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188E6-9AC2-9523-52F1-C3431C138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98CD6-2A2A-607E-A904-2BA8C7F47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8E41D-61A1-37B3-5E56-7ABD2B6D2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4921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B4CFF-1A03-5948-2823-A33DF2A3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3FD4A-0F77-FBB8-756B-7B7BCCAC3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36498-BB37-0F8B-9C50-5034AF5E9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85D44-50B4-0029-8270-466DC7DF1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9120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C8311-5958-072D-FA3D-E61C1080A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027BC-C87B-B1FE-7C07-B6C515DE9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7C93E-D0C4-30B9-EFDC-23B83CCCB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3FFB2-8C74-D5E6-F7BA-A25CC9840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5546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B35B-527F-D0A4-FB28-43D188F2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2863B-90AB-0744-05C1-6E01B5CF4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C19FD-2163-5B39-899C-7612CE607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C4903-8716-5E33-1D30-F07289B42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4190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6AD61-9BAA-6D51-8578-C37402B4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48C5C-646B-7175-9AA1-0FB572674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46390-5C00-D51C-347F-AAE866DB2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B43C8-8A62-492C-505C-0B2EA3E44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251522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F3B52-00DF-B762-F75F-2D4169C2A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90DCB-2A9D-78DE-8F31-AD2574109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D60DA-69C8-8774-54CB-AF2CB950F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84D0-4ED7-E080-F68D-E667402A3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55961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2A689-5B6F-FBB1-1318-C1B64EA5B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0C7DE-2EA6-E45F-E106-E0C80574E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6D2D4-2B78-710D-6504-E2DC66B5F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3B1A0-702F-DA20-963D-C398B3B40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62215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EC14F-FD3D-88A3-8EB5-FB0FEDE1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417B6-43F6-AF10-6284-1F2A2AE81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9A8B0-C26C-A6E8-0476-D6C2AC705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E6324-DE7F-40E3-69F6-A2616DC53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9193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4970-BA20-E808-609E-1A2B1BFF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9241C-E1B1-9D9A-D630-448CFB3EB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730CC-DDA3-05C2-D58B-004F206CF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1F6D9-C333-53D6-7081-7C0C5827A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4068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ED86-D8C2-0CDE-FF09-E20D8E85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A747B-86BE-1826-3CB7-DB6F80DC7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CAB1D-9554-2CE7-0ED6-93A78FE29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FF6BD-C8B3-9387-5F38-4E4F3D4A3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71794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116F-5800-6E81-6694-496218DEE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05D55-EDD1-FC9E-4A6C-694A9C0B9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66296-92BC-CB8F-A985-D9104462C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E2732-780F-1F39-6017-63EF7062B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60514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79E73-1E58-1E06-CE74-AFACBB1A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1B8DE-C72F-5376-D84F-418EEEF62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F69D0-375D-B5B0-7617-D92267FDA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2175F-AFF3-EF9C-DA01-0CDC6502B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2431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3699-4195-5A88-E67D-90AFD346B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1565B-7F56-E0DA-52A5-97B189BAE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D070E-ABE9-B13B-DB3C-EA0BDEADA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61DF-3BB9-47EB-8E72-64FEBD723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25710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E12B-0B02-A37F-91D4-B4AEF9C6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B90A5-67DC-38E1-27D0-8C599F35D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9FDBC-EF49-3A5B-1424-65F1974DC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56B47-C1E2-9E56-51DD-7BD7B28FE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92137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6C801-A815-EF00-2FCB-E07E5B4C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2BDD7-4D60-FE65-B5F1-8E2D68B1F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505C7-8639-02C0-5A59-A41856246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2C24D-DA0C-F0B1-FC57-3613591E6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39968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4F3DE-626E-DFC4-6CC1-5C74684A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43C89-6600-3BFE-11B9-AD6FD6146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1FCDE-004C-B549-9B14-0271DFF30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CB07B-0A21-D8FD-C516-3612341DA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053323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9DC4-84F4-E93D-C5AD-8656F74A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9EF9B-87CB-2E7F-C2B3-49699BABF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4772D-76BF-2BE0-BE92-CB7CF01B6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F527A-706F-A5EA-3118-35652B344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2368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2DE3-3D3B-01D7-CC4B-91991C7E0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F7D63-3851-156C-6801-EE8E88BC0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27E87-2E76-57B7-B465-5401D6AEA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B4724-8BA2-2385-B2DB-7281E0D04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95739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072E7-34A2-C14D-04C6-50581501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E772F-95A9-4122-DA1B-285AAD960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CE30D-3DCD-332E-2C77-CB11CE4AC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CDFFD-CB3A-37C2-A4DC-430A1C386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8347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9BC9-3E6E-BB2D-FB0F-2D5070D8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E8D8E-B2E2-0490-37E9-0A84CA34F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49840-5D51-E36D-97A5-1E7932C1B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D9AB7-ECCD-CEFE-8BB7-1C931436B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69980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19CB-5E97-5222-1780-81A729618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FB583-2B75-ECAC-B4CE-96F431E6B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2E934-BE3D-4C69-6AF6-70B775D8F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573EB-1D7E-16F1-A975-FDC7FC4CC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5552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C7F3-9594-0EB3-DF9B-12DE2DBF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29CF2-E43A-5A1B-3FA1-28E4E22EA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0AEE2-687E-2FBA-7E00-C88F843D6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38300-A028-4822-5261-F29969EBE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44500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E921-7C74-5C32-0969-89E0DCC2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F29A4-6C8D-F956-D7D3-2FDCD9ED4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9CA51-06EC-F57A-220C-5E53B3309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848EF-5A54-AEBE-D39C-241B2EA54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26563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D947-E8D8-42D2-4240-A22FCA280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2A6AA-E8FA-3D43-8E6D-2F58B128E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A1C94-9F6A-3E41-205F-0CB9BF6F1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C0233-1B29-09D7-C8DD-3FFB81B24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54262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4B03-E7AA-5FD2-9FBF-11489476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944E5-744D-2541-1E18-A2AD4845D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0FC3F-00EE-2132-C17F-590EC5033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300A6-EF37-0203-9151-CAB38EC8F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71734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687DF-3E51-A95C-92E1-84B373EF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9A8C7-07EA-82C6-08A1-9E4834576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CEF93-A5CC-C30E-C862-34AA04B23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E882A-63B4-A61E-B277-775AF904B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20327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592E-0695-8BE4-EE0D-3E7E8EAA6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FD539-FD0C-E2E9-DEDA-6C180A6A2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64C56-F6B1-C6E6-DBA2-665154FA0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293B1-DB86-F02D-15C7-67724EFF5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42923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3A66-2E72-CF0E-6608-EB63C3E77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C7C3D-404D-417E-6020-AD988E79A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B86C3-53E8-B6C8-0659-CD0127F70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ACB63-C60E-4C85-581C-A4D52DDFE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A99AE-2AE8-470F-8FEE-298F39280499}" type="slidenum">
              <a:rPr lang="en-IN" smtClean="0"/>
              <a:t>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695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D4DC2-D69D-9209-43DC-965B3A9A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5F0F-933F-F917-F597-FDFA70C59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07" y="1290320"/>
            <a:ext cx="10515600" cy="4033520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Unit 4 </a:t>
            </a:r>
            <a:br>
              <a:rPr lang="en-IN" sz="5400" b="1" dirty="0"/>
            </a:br>
            <a:r>
              <a:rPr lang="en-IN" sz="5400" b="1" dirty="0"/>
              <a:t>1. Networking </a:t>
            </a:r>
          </a:p>
        </p:txBody>
      </p:sp>
    </p:spTree>
    <p:extLst>
      <p:ext uri="{BB962C8B-B14F-4D97-AF65-F5344CB8AC3E}">
        <p14:creationId xmlns:p14="http://schemas.microsoft.com/office/powerpoint/2010/main" val="360736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FC13D-5D9F-2644-E52B-E35BA4FE8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F562B-050A-F44D-4693-62DF62FCA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Networking Basics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1F805-79C6-809C-3077-FB6ADBBB3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09" y="939351"/>
            <a:ext cx="10555173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2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AAB6A-6D71-353C-46BE-DF07AA33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90840-2D97-2319-3AC2-36DC2D78D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Networking Basics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A6616-28CD-024D-2F3D-EE2C0C7DB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44" y="943896"/>
            <a:ext cx="11278803" cy="570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6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3FCF-E38F-E9BE-6990-FA5B33B8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07869-1A0A-090E-7F21-B1BF5A150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Networking Basics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4E750-C7D3-55DF-417B-E81470FCB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1193044"/>
            <a:ext cx="11080989" cy="528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6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816A3-5337-AD27-7AA2-72F237C1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4EDBB-49AD-4895-1C2A-09D2E1D5D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Networking Basics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A8FFF-E141-5C01-098D-E6F2625E8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886040"/>
            <a:ext cx="10645877" cy="51406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09D06A-5317-1531-4556-FE1B716E9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998" y="5802611"/>
            <a:ext cx="7087589" cy="10553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2EBBD5-9A26-57C0-8858-A36B52E654F2}"/>
              </a:ext>
            </a:extLst>
          </p:cNvPr>
          <p:cNvSpPr txBox="1"/>
          <p:nvPr/>
        </p:nvSpPr>
        <p:spPr>
          <a:xfrm>
            <a:off x="8114325" y="6159988"/>
            <a:ext cx="2949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between a lamp and 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20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152F-EC9C-E732-0C54-153E03FE9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DCF58-EA6C-C00A-859E-D3146FBE7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Networking Basics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0F0C5-6117-7FE8-8689-89710586B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336" y="1342080"/>
            <a:ext cx="8621328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9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17276-1C04-89E5-1CB3-1060E0C9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A1E14-E341-4DDE-E3D0-37152F1B6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/>
              <a:t>Java and the net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1678D-AB30-FDEB-A806-B8617BC5A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50" y="832181"/>
            <a:ext cx="10913427" cy="5215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27FFF6-A515-6A43-2F70-48FF316DF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450" y="6001833"/>
            <a:ext cx="7783011" cy="7817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B4CB8C-6B7A-4E07-300A-4CD7BC56F7FD}"/>
              </a:ext>
            </a:extLst>
          </p:cNvPr>
          <p:cNvSpPr txBox="1"/>
          <p:nvPr/>
        </p:nvSpPr>
        <p:spPr>
          <a:xfrm>
            <a:off x="8587557" y="6025819"/>
            <a:ext cx="3130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protocol that allows for</a:t>
            </a:r>
          </a:p>
        </p:txBody>
      </p:sp>
    </p:spTree>
    <p:extLst>
      <p:ext uri="{BB962C8B-B14F-4D97-AF65-F5344CB8AC3E}">
        <p14:creationId xmlns:p14="http://schemas.microsoft.com/office/powerpoint/2010/main" val="165540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7947-A3DC-0EC6-BC2C-20099C94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5AA4-8BD1-43BC-E44A-0F00F5605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The Networking Classes and Interfaces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C1AD5-089C-682C-A97D-63A210364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08" y="1252802"/>
            <a:ext cx="10440857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07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87714-0C5F-2996-FEAF-BFDDB169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C707E-2F60-6BCB-0D81-AB2FBED71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 </a:t>
            </a:r>
            <a:r>
              <a:rPr lang="en-IN" sz="3200" b="1" dirty="0" err="1"/>
              <a:t>InetAddress</a:t>
            </a:r>
            <a:r>
              <a:rPr lang="en-IN" sz="3200" b="1" dirty="0"/>
              <a:t> class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D7361-6964-CADD-E3BB-75ED99E7D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23" y="946355"/>
            <a:ext cx="10925411" cy="5279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2116D7-63C0-1988-D268-4CCF958A6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08" y="6225470"/>
            <a:ext cx="7097115" cy="562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845123-C038-30D5-1C83-AA7C3B4260DE}"/>
              </a:ext>
            </a:extLst>
          </p:cNvPr>
          <p:cNvSpPr txBox="1"/>
          <p:nvPr/>
        </p:nvSpPr>
        <p:spPr>
          <a:xfrm>
            <a:off x="8210823" y="6306441"/>
            <a:ext cx="1650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conditions.</a:t>
            </a:r>
          </a:p>
        </p:txBody>
      </p:sp>
    </p:spTree>
    <p:extLst>
      <p:ext uri="{BB962C8B-B14F-4D97-AF65-F5344CB8AC3E}">
        <p14:creationId xmlns:p14="http://schemas.microsoft.com/office/powerpoint/2010/main" val="2453899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7F158-AECD-1571-88C5-9C7DFE86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23E76-45F2-28A2-32FF-C367CA37A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 </a:t>
            </a:r>
            <a:r>
              <a:rPr lang="en-IN" sz="3200" b="1" dirty="0" err="1"/>
              <a:t>InetAddress</a:t>
            </a:r>
            <a:r>
              <a:rPr lang="en-IN" sz="3200" b="1" dirty="0"/>
              <a:t> class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201DE-D106-B4A9-126A-2D72CB13A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72" y="1457050"/>
            <a:ext cx="9583487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60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72A67-4D1B-C1B9-CDFB-20AE2DFF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3798-FE30-24C5-817C-9655DA362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Socket Programming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3B2035-6616-9487-967B-7E8CDBC98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66" y="1145565"/>
            <a:ext cx="10336067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8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D354-E089-563C-EFC3-214138A1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F939C-11FA-3C67-5A13-EEC6B0FC5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/>
              <a:t>TCP/IP Sockets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38EFB-6D88-34A1-B29E-42994D023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4" y="964697"/>
            <a:ext cx="10990007" cy="5177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5367C2-62D7-9BC7-D269-E8A10856D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4" y="6246823"/>
            <a:ext cx="8227143" cy="6111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E0CBB8-6801-8AC7-B8F1-8725BF238BF6}"/>
              </a:ext>
            </a:extLst>
          </p:cNvPr>
          <p:cNvSpPr txBox="1"/>
          <p:nvPr/>
        </p:nvSpPr>
        <p:spPr>
          <a:xfrm>
            <a:off x="8957187" y="6190514"/>
            <a:ext cx="34511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client to connect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88600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25F6A-04E1-D886-50CC-491614207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B65F5-6D48-6B21-14BC-9220B566E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TCP/IP Server Sockets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2EDE9-033F-39DD-0698-E593406F0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977" y="1508965"/>
            <a:ext cx="1030748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40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75C1-26A4-468F-D50F-F59A8D3E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D3A53-2372-82F7-65DE-C15F5495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TCP/IP Server Sockets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EBF26-C503-8149-A2FA-4C598513D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012" y="993058"/>
            <a:ext cx="7217976" cy="586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9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494B-7BED-A5A0-3C04-850F4612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2BBA3-5909-5DD9-90EF-32DB7DD06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/>
              <a:t>TCP/IP Server Sockets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8CF63-CD4D-C2F6-6586-C6FC28EA7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46" y="943897"/>
            <a:ext cx="10704512" cy="5399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E635F-5231-7D6E-DE79-DBE640557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46" y="6167683"/>
            <a:ext cx="6563641" cy="613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273103-C9CF-C19B-A8D7-CD7E7A778CEF}"/>
              </a:ext>
            </a:extLst>
          </p:cNvPr>
          <p:cNvSpPr txBox="1"/>
          <p:nvPr/>
        </p:nvSpPr>
        <p:spPr>
          <a:xfrm>
            <a:off x="7520187" y="6169120"/>
            <a:ext cx="3923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SocketAddress</a:t>
            </a:r>
            <a:r>
              <a:rPr lang="en-IN" dirty="0"/>
              <a:t> object. Use this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C9A46B-6F33-49E0-FBE0-89D64F6497F7}"/>
              </a:ext>
            </a:extLst>
          </p:cNvPr>
          <p:cNvSpPr txBox="1"/>
          <p:nvPr/>
        </p:nvSpPr>
        <p:spPr>
          <a:xfrm>
            <a:off x="7520187" y="6431734"/>
            <a:ext cx="3116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no-argument constructor. </a:t>
            </a:r>
          </a:p>
        </p:txBody>
      </p:sp>
    </p:spTree>
    <p:extLst>
      <p:ext uri="{BB962C8B-B14F-4D97-AF65-F5344CB8AC3E}">
        <p14:creationId xmlns:p14="http://schemas.microsoft.com/office/powerpoint/2010/main" val="2089377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A424-2527-A06B-CA88-B8EE74AD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54870-BF5A-247E-EFBD-B807EFAC9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TCP/IP Client Sockets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32F06-F004-6480-3357-3C2BFF117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4" y="1056466"/>
            <a:ext cx="11078497" cy="568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65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F950-7876-D26D-5294-DCFFA5DD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44501-9262-77C0-4138-63BD3A9F1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TCP/IP Client Sockets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E1041-8C99-A8E3-E8F8-32119C574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888846"/>
            <a:ext cx="10679015" cy="5144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E9C2B9-41CD-7AA8-4C04-DBADA8E45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97" y="5914230"/>
            <a:ext cx="10517068" cy="371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5E4DA5-5485-8E08-F611-A48799E84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721" y="6274489"/>
            <a:ext cx="7125694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88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C30C-ABF6-5905-E595-C85CF739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2383-37EA-8749-96E3-57571F04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TCP/IP Client Sockets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7B60F-5762-3CF9-4299-B31B9368F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132" y="1045892"/>
            <a:ext cx="8621328" cy="581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24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4DA7-1344-8CFE-5A54-9CBB9F99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E51DF-72B1-6FD4-C44F-E7016055E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842523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TCP/IP Client Sockets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98C2F-839B-45BE-CD3F-AD3398EAC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580" y="943897"/>
            <a:ext cx="8592749" cy="591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7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7754B-42FE-F9B2-AE77-98C55BF65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6494D-0923-8EA6-2F9F-83D949331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TCP/IP Sockets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2F8146-2BE7-3FAA-DD3C-0E3E7DDA0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77" y="862835"/>
            <a:ext cx="10364646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05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E9A9D-448E-07D9-9924-520AB9C86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FBD60-E1F2-D390-A172-FD22F67A7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/>
              <a:t>TCP/IP Sockets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44335-5DC6-1BC6-2759-50E218C1A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92" y="937865"/>
            <a:ext cx="10498015" cy="4982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79F7BF-C0DA-5F67-9605-B1E498773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5" y="5920135"/>
            <a:ext cx="8423788" cy="9378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DCA8DC-5E4F-E7ED-B2BA-DBCB73E8043D}"/>
              </a:ext>
            </a:extLst>
          </p:cNvPr>
          <p:cNvSpPr txBox="1"/>
          <p:nvPr/>
        </p:nvSpPr>
        <p:spPr>
          <a:xfrm>
            <a:off x="9242323" y="6389067"/>
            <a:ext cx="1602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system call.</a:t>
            </a:r>
          </a:p>
        </p:txBody>
      </p:sp>
    </p:spTree>
    <p:extLst>
      <p:ext uri="{BB962C8B-B14F-4D97-AF65-F5344CB8AC3E}">
        <p14:creationId xmlns:p14="http://schemas.microsoft.com/office/powerpoint/2010/main" val="1131031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3BAF-1B96-EFB0-DA94-851410B51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BBC2A-3CC4-64AC-449D-B11DD3D03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/>
              <a:t>TCP/IP Sockets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D0BBBD-2BB8-D141-8CE8-825E6AB9F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678" y="1012723"/>
            <a:ext cx="8192643" cy="570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08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203B5-8BC1-B79A-ACD3-7886BA8A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CC20-1132-87A6-4120-DCB4070EC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Datagrams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DC294-1B59-CFF4-75B5-481C6D3FC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948813"/>
            <a:ext cx="10852355" cy="558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68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3C7F-5519-4266-FC53-99D7A510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F7099-FB21-B3C6-C9BD-F49538DDE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Datagrams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3ECD7B-FEC9-D788-CD35-560615B2B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212" y="1148187"/>
            <a:ext cx="10688542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07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3A25A-BDB5-1BB7-2F67-6D07D917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59A39-1F94-6F10-5727-673C39DA1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Datagrams Packets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0E3ED-C1B4-4412-BC41-560C0652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1031993"/>
            <a:ext cx="10862188" cy="5136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2D6146-2ED5-B54F-28CD-14B4CF39E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5" y="5985863"/>
            <a:ext cx="7201905" cy="7354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28C062-2916-35EB-1514-82320807909C}"/>
              </a:ext>
            </a:extLst>
          </p:cNvPr>
          <p:cNvSpPr txBox="1"/>
          <p:nvPr/>
        </p:nvSpPr>
        <p:spPr>
          <a:xfrm>
            <a:off x="7924801" y="6040235"/>
            <a:ext cx="268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0061FF"/>
                </a:solidFill>
              </a:rPr>
              <a:t>ipAddress</a:t>
            </a:r>
            <a:r>
              <a:rPr lang="en-IN" b="1" dirty="0">
                <a:solidFill>
                  <a:srgbClr val="0061FF"/>
                </a:solidFill>
              </a:rPr>
              <a:t>, int port) :</a:t>
            </a:r>
          </a:p>
        </p:txBody>
      </p:sp>
    </p:spTree>
    <p:extLst>
      <p:ext uri="{BB962C8B-B14F-4D97-AF65-F5344CB8AC3E}">
        <p14:creationId xmlns:p14="http://schemas.microsoft.com/office/powerpoint/2010/main" val="608730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37323-163E-ED81-7351-8C476762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69E72-2631-3391-7E0C-32141E3B0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Datagrams Packet class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652F4-D89C-CF2B-4586-D2AD1BA87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1052052"/>
            <a:ext cx="10669489" cy="51987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327832-DAAC-99C7-4700-BB72C19EB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91" y="6250803"/>
            <a:ext cx="7964011" cy="6071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4E9B96-D749-A06B-AFAF-176A6F5BB8F0}"/>
              </a:ext>
            </a:extLst>
          </p:cNvPr>
          <p:cNvSpPr txBox="1"/>
          <p:nvPr/>
        </p:nvSpPr>
        <p:spPr>
          <a:xfrm>
            <a:off x="8945582" y="6259098"/>
            <a:ext cx="28243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/>
              <a:t>original message. </a:t>
            </a:r>
          </a:p>
        </p:txBody>
      </p:sp>
    </p:spTree>
    <p:extLst>
      <p:ext uri="{BB962C8B-B14F-4D97-AF65-F5344CB8AC3E}">
        <p14:creationId xmlns:p14="http://schemas.microsoft.com/office/powerpoint/2010/main" val="2250121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C9DF5-C366-3829-42F6-12644B59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DE361-2E72-5AB6-A347-1199327C2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Datagrams Packet class Methods 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99B7F-2D4C-BC0A-D73C-986F7F2A7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705" y="952027"/>
            <a:ext cx="8449854" cy="590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73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55A35-1066-461A-1E0D-B2ED688F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E9022-2A83-887D-55BF-4C648429C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Datagrams Packet class Methods 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AC8CE-73F1-64A7-1ED6-44DCC5814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460" y="993057"/>
            <a:ext cx="9002381" cy="563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26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CA1C-B20C-5C83-7F33-071F2115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62F25-7613-7D6C-3799-C3B027741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Datagrams Sockets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9DD8E-742A-4394-E7F8-C2D8C27C1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1079799"/>
            <a:ext cx="10659963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66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2B1FC-69CD-96BF-6C1F-287BA18C3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836C1-2948-C39D-9BCF-2DB48EBC0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Datagrams Sockets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47134-C02F-608A-9FF9-5B185880C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58" y="1461813"/>
            <a:ext cx="10526594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30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E9E90-9F34-8CAC-6539-18D0E3F21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3FA0C-A759-1455-FF1A-A4B6A9B84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 URL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209CB-5DC0-B098-718E-1824FA865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949774"/>
            <a:ext cx="10990007" cy="49004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417DC1-8C8A-51F0-71EE-EF30C4A6AFC2}"/>
              </a:ext>
            </a:extLst>
          </p:cNvPr>
          <p:cNvSpPr txBox="1"/>
          <p:nvPr/>
        </p:nvSpPr>
        <p:spPr>
          <a:xfrm>
            <a:off x="2061086" y="5850194"/>
            <a:ext cx="85049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(Default port number For http:80, ftp:21, finger:79, https:443)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F53664-C4B9-9161-7B43-C1DC28204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3" y="6279104"/>
            <a:ext cx="7906853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06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2EFD1-8EDE-711F-758A-FF009DE4B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F5378-2388-5281-C692-09D1E6F74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 URL class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2AC23-FBE1-B5CF-6A51-E7C8332CB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879812"/>
            <a:ext cx="10545647" cy="4872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08DD8D-8E18-8C85-EF04-74E6532D1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5" y="5739225"/>
            <a:ext cx="7935432" cy="1118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798F16-535D-EE1D-6810-7DBE5DC06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07" y="6543631"/>
            <a:ext cx="1209844" cy="3143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A859A0-AAFC-29B8-8593-BCC0608218E1}"/>
              </a:ext>
            </a:extLst>
          </p:cNvPr>
          <p:cNvSpPr txBox="1"/>
          <p:nvPr/>
        </p:nvSpPr>
        <p:spPr>
          <a:xfrm>
            <a:off x="8753967" y="6248225"/>
            <a:ext cx="2730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given spec in the given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707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5734-1A49-5369-3417-904FEA46D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150C1-E8F7-5B7F-61C1-5D5D928F2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 URL class</a:t>
            </a:r>
            <a:endParaRPr 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DC9C2D-7493-A076-3572-298BD8DE3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50" y="1479478"/>
            <a:ext cx="10517068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0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FC6C5-18E0-96D3-2752-CA29D927D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B8388-45A1-B1EE-C187-7CFD7B4E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07" y="1290320"/>
            <a:ext cx="10515600" cy="4033520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Unit 4 </a:t>
            </a:r>
            <a:br>
              <a:rPr lang="en-IN" sz="5400" b="1" dirty="0"/>
            </a:br>
            <a:r>
              <a:rPr lang="en-IN" sz="5400" b="1" dirty="0"/>
              <a:t>2. RMI </a:t>
            </a:r>
          </a:p>
        </p:txBody>
      </p:sp>
    </p:spTree>
    <p:extLst>
      <p:ext uri="{BB962C8B-B14F-4D97-AF65-F5344CB8AC3E}">
        <p14:creationId xmlns:p14="http://schemas.microsoft.com/office/powerpoint/2010/main" val="3244003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0CE1-8D78-7E64-1CC2-DB127CABB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FBD6-2CAB-EE8C-D8B6-EAAB8154B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RMI (Remote Method Invocation)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017E2-ECC4-A7E1-E243-D925FDF9A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920605"/>
            <a:ext cx="11265310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22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BA4A4-CA23-8F0F-3555-8DA5D664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6B227-9E6E-94A6-8046-6BDD9AF89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Working of RMI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ACC5B-293E-32D3-AA6B-ACF1997AE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268" y="1084121"/>
            <a:ext cx="9240540" cy="2762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6D9EE6-51BB-37F4-E2CC-3AEE07984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578" y="3658201"/>
            <a:ext cx="5420481" cy="30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399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6B1AA-46B0-6D5F-2950-BB44CAF4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AA55A-B950-675D-C256-33A7C3E72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Working of RMI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01202-4548-22AE-888B-2CB64046A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2" y="891720"/>
            <a:ext cx="10814371" cy="48849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2CF002-B1B7-FAAC-9728-F7DFFE3FC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2" y="5776681"/>
            <a:ext cx="6849431" cy="95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617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6768-A27E-8C04-AD87-A9938E86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76775-6BAD-D751-D2CB-171F887F9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Working of RMI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8331F-2908-C620-B729-CC27F3EDE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973525"/>
            <a:ext cx="10707594" cy="5328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DADF43-50CB-4819-E7E6-3033A56FB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5" y="6311439"/>
            <a:ext cx="5877745" cy="54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25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2CCFF-A918-4231-BEB4-C402A5902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F3DC-9EAA-F2C9-A3FE-89C58F8A8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Working of RMI 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5A2236-C7FE-8C7A-91FE-05F49B7896E9}"/>
              </a:ext>
            </a:extLst>
          </p:cNvPr>
          <p:cNvSpPr txBox="1"/>
          <p:nvPr/>
        </p:nvSpPr>
        <p:spPr>
          <a:xfrm>
            <a:off x="914400" y="1147605"/>
            <a:ext cx="22810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61FF"/>
                </a:solidFill>
              </a:rPr>
              <a:t>RMI Registry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DC7ACA-4B04-4103-7418-BDCD8F562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56270"/>
            <a:ext cx="10526594" cy="1962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26BA0F-C5DB-456A-42B4-1209F3233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428" y="3479314"/>
            <a:ext cx="5868219" cy="337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322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BC872-32DF-A127-B331-07914E39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1324C-59CB-DDF5-E580-83B20F52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Working of RMI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791CF-C91A-49FD-3E21-CE70964C8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33" y="1061883"/>
            <a:ext cx="10650436" cy="567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52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2BD8-CCA4-D7E3-B1B8-1C91AAB18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94B9E-F6A7-2EDC-F810-12421359D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Working of RMI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0E212-F6A4-F3C6-ED1B-EAEAEEB80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968324"/>
            <a:ext cx="10554930" cy="5019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E5DC0E-1003-5BA6-FE0B-BA225733D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09" y="4960362"/>
            <a:ext cx="3115110" cy="185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51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D0B65-56D6-A4D3-DEFF-F72C09F9B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4194-4CF2-17DD-09A8-4D2649D51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07" y="1290320"/>
            <a:ext cx="10515600" cy="4033520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Unit 4 </a:t>
            </a:r>
            <a:br>
              <a:rPr lang="en-IN" sz="5400" b="1" dirty="0"/>
            </a:br>
            <a:r>
              <a:rPr lang="en-IN" sz="5400" b="1" dirty="0"/>
              <a:t>3. JDBC </a:t>
            </a:r>
          </a:p>
        </p:txBody>
      </p:sp>
    </p:spTree>
    <p:extLst>
      <p:ext uri="{BB962C8B-B14F-4D97-AF65-F5344CB8AC3E}">
        <p14:creationId xmlns:p14="http://schemas.microsoft.com/office/powerpoint/2010/main" val="26249648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480D-5F95-9637-52AA-88874156B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217FD-7061-B56A-F085-135B048EF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 JDBC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BCF99-F7A2-281C-1488-302D90686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892944"/>
            <a:ext cx="10400071" cy="5169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44FBC7-D3A1-BEE4-8C9E-893DA3F12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5" y="6300294"/>
            <a:ext cx="7687748" cy="4763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C8C1E8-205B-92C3-5482-A71D813C24B3}"/>
              </a:ext>
            </a:extLst>
          </p:cNvPr>
          <p:cNvSpPr txBox="1"/>
          <p:nvPr/>
        </p:nvSpPr>
        <p:spPr>
          <a:xfrm>
            <a:off x="8426245" y="6300294"/>
            <a:ext cx="25563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from the database. </a:t>
            </a:r>
          </a:p>
        </p:txBody>
      </p:sp>
    </p:spTree>
    <p:extLst>
      <p:ext uri="{BB962C8B-B14F-4D97-AF65-F5344CB8AC3E}">
        <p14:creationId xmlns:p14="http://schemas.microsoft.com/office/powerpoint/2010/main" val="10944163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99CA-579E-37A6-0649-9C2AF3CBC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C2BF7-C7A6-587E-11EB-30FCACE0F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Drivers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AE420-6C14-09D3-30A2-3138880A1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29" y="1024124"/>
            <a:ext cx="10574226" cy="3823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4CA66A-2B8D-9785-1DF2-D67FC350D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6" y="4707595"/>
            <a:ext cx="5097776" cy="205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897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65D89-CECC-51A8-C958-1F797EAD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118CB-1926-B835-4483-0DF917336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Drivers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8B73C-E1FE-2C68-2292-FB220C6DF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813128"/>
            <a:ext cx="10621857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93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8101-A31B-4BC0-D4F9-BB1C53B2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723CC-A8A0-F52D-C412-8EDF2117E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Drivers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0AAAC-8349-B46E-D07F-0AE6DC4B2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56" y="1082115"/>
            <a:ext cx="10517068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486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7A313-9857-519E-DBCE-3BA2C047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ED04C-42CD-6344-A1BE-F470C887A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Drivers</a:t>
            </a:r>
            <a:endParaRPr 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67BB29-5E55-8960-D864-FBB78BE50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4" y="1092651"/>
            <a:ext cx="10695039" cy="544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851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A7D2-74AE-2348-4DC0-AA628491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A4F7C-D13F-0CD3-8788-BD4DBFDA6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Drivers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08CD6-C3C2-E579-2BA4-8C167C448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328" y="1235147"/>
            <a:ext cx="9183382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67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80BF-ACE4-2847-614A-EA4B4CFC6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45706-3CBF-8BBF-F447-B3521333B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Drivers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DC4EC-820A-A4B1-A66A-01C2B8EF1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91" y="1012723"/>
            <a:ext cx="9926435" cy="571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287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683A8-EDAA-337A-55F1-4A14D2E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F4709-6BEF-13C9-4A4E-DA86EDE20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Drivers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6BA70-39C5-0918-DC4D-8F8813A53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24" y="1188128"/>
            <a:ext cx="10221751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9142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C5B07-DE16-C1F4-9C73-9503B7017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31F75-62CC-0981-6A5B-9D8B85744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Drivers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462A1-46EE-B9EB-49C1-DAD5B5901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92" y="964392"/>
            <a:ext cx="9831172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432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C8CE5-F6ED-913A-259F-66C87892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CB014-076D-F938-71B6-E5EFEB937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Drivers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D31E7-8058-6A44-4635-5AE986AC4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1223654"/>
            <a:ext cx="8049748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8325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B75C-CF93-BB31-B8B6-3625FFFF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A379-4183-B688-4B0D-B053DAFD0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/>
              <a:t>JDBC Drivers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3F3B5-27E7-6E11-5EDC-7CEDE92E3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823549"/>
            <a:ext cx="9945488" cy="4947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6B6C68-6CE8-C4CC-A30C-49DDA5A9D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5" y="5486687"/>
            <a:ext cx="7497221" cy="1095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8E7DAD-E145-3420-396A-5FFFFFE6F856}"/>
              </a:ext>
            </a:extLst>
          </p:cNvPr>
          <p:cNvSpPr txBox="1"/>
          <p:nvPr/>
        </p:nvSpPr>
        <p:spPr>
          <a:xfrm>
            <a:off x="8422480" y="5554828"/>
            <a:ext cx="2605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is typically used for</a:t>
            </a:r>
          </a:p>
        </p:txBody>
      </p:sp>
    </p:spTree>
    <p:extLst>
      <p:ext uri="{BB962C8B-B14F-4D97-AF65-F5344CB8AC3E}">
        <p14:creationId xmlns:p14="http://schemas.microsoft.com/office/powerpoint/2010/main" val="2079147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42233-2507-6198-B133-71E236C7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C895-284A-7DD4-AB95-E7E14661C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Process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2CED2-422B-9F66-EC80-ACBA49493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1628523"/>
            <a:ext cx="7706342" cy="33367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BBC330-3DFE-C5B8-C52E-1FFAEF8F1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474" y="148713"/>
            <a:ext cx="2100146" cy="662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166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B5DC-C031-AC7D-687C-1BAD27A5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3E397-E2A5-7A85-AFBE-26579B1CA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Process - </a:t>
            </a:r>
            <a:r>
              <a:rPr lang="en-IN" sz="3200" b="1" dirty="0" err="1"/>
              <a:t>DriverManager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90F6F-9B9E-76B7-20FC-7A57C759A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87" y="1099902"/>
            <a:ext cx="10412278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471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8BF59-B19B-6B5E-F227-25A4FD1D7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61995-64AA-15F6-1B34-290DF077E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Process – Connection Object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D5689-88A2-7FE2-FD98-DE3A5F96C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147" y="1193809"/>
            <a:ext cx="10136015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142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FF553-297E-C827-B930-4F9E0520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03357-8FF7-1915-A9E4-5BC6CFCF7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Process – Statement Object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0A1A3-F9C8-7FFD-1167-19A68F44C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35" y="1111046"/>
            <a:ext cx="10069330" cy="552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721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F9B0E-7A87-BED4-C742-A477E10F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E1F2-7D05-76BD-1C69-A869B82A7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Process – Statement Object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E752A-9BCA-4182-EB97-B9B3E4C8D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03" y="934064"/>
            <a:ext cx="10345594" cy="575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260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4C80-FC3F-3647-CDAB-2B2003F8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FFC9-1CFC-251F-6777-8576B621B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Statement Methods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6E243-8D9C-21A3-571F-017E3C88F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35" y="973394"/>
            <a:ext cx="10602805" cy="56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656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58F0-9317-56B2-5223-B09EC3B6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AF490-BAE5-E08C-7BCF-6E0A3954E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Prepared Statement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25101C-2F11-E385-C1A2-C4FF4A088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20" y="1092166"/>
            <a:ext cx="10088383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359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0C502-5B3A-0D1F-B56E-4B0752F2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768B-EF15-E224-AD7E-149965134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Prepared Statement Methods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BC810-DA71-0B2D-060F-E38508EE5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923097"/>
            <a:ext cx="8384459" cy="578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397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3C0FC-361C-BEE8-7E8B-E10808BB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A706E-D199-D5D4-B3FC-4DCDED93A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Callable Statement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1F629-69A2-2463-31C5-D9ED6CB31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06" y="1037674"/>
            <a:ext cx="9774014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976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3897-8874-2FD3-CE10-1E01A87B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9FBD4-7577-9D86-1391-719497DE1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 err="1"/>
              <a:t>StoredProcedure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10A5E-66EF-CB7C-F16F-7DA5B1C42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82" y="980255"/>
            <a:ext cx="9926435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14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1C29-C614-1C86-839F-3A432A042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2A5BD-81B8-DF42-3C6B-3CC73F915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Callable Statement Methods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8A0D7-6867-756E-3AC1-26FA3A45B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743" y="1014513"/>
            <a:ext cx="9078592" cy="5163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7E82C-35D7-6B12-F4CD-A3D539EF5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706" y="6038736"/>
            <a:ext cx="5134692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494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DABF-EA69-D634-6CD7-D5FFED81A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77EB7-4B17-BD61-48FD-98765B368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Process – </a:t>
            </a:r>
            <a:r>
              <a:rPr lang="en-IN" sz="3200" b="1" dirty="0" err="1"/>
              <a:t>Resultset</a:t>
            </a:r>
            <a:r>
              <a:rPr lang="en-IN" sz="3200" b="1" dirty="0"/>
              <a:t> Object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CBA48-742E-7086-E1EC-56361ECE3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49" y="993058"/>
            <a:ext cx="9450119" cy="571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790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0712-C0F6-638D-B8BC-40E7B9DF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8C2B6-CE5D-4384-EBE7-2B3B659D2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Scrollable and Updatable </a:t>
            </a:r>
            <a:r>
              <a:rPr lang="en-IN" sz="3200" b="1" dirty="0" err="1"/>
              <a:t>Resultset</a:t>
            </a:r>
            <a:r>
              <a:rPr lang="en-IN" sz="3200" b="1" dirty="0"/>
              <a:t>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C0E72-2B84-9A6F-18DE-C8CD74EB3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098" y="1167240"/>
            <a:ext cx="9335803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311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8F52-997B-B7DF-2259-4DEA4609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422EF-5FF5-CDF6-28DC-C896D0BF9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Scrollable and Updatable </a:t>
            </a:r>
            <a:r>
              <a:rPr lang="en-IN" sz="3200" b="1" dirty="0" err="1"/>
              <a:t>Resultset</a:t>
            </a:r>
            <a:r>
              <a:rPr lang="en-IN" sz="3200" b="1" dirty="0"/>
              <a:t>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86677-2FD1-2003-9C97-585E65466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399" y="1018010"/>
            <a:ext cx="10050278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077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C31C-9FA5-6E6D-71FC-98741475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30824-F576-C2D9-F9CA-E7EAA9E01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Scrollable </a:t>
            </a:r>
            <a:r>
              <a:rPr lang="en-IN" sz="3200" b="1" dirty="0" err="1"/>
              <a:t>Resultset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570DA8-2E93-466C-49CF-4DBBA239A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8" y="881451"/>
            <a:ext cx="9011908" cy="5449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C9DE88-61CD-6B64-F666-3EBC5F70A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8" y="6396879"/>
            <a:ext cx="4210638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004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B34C-7868-5FDF-27DD-AE839E6D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489ED-F3E5-96D7-5CD3-4A1168131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Updateable </a:t>
            </a:r>
            <a:r>
              <a:rPr lang="en-IN" sz="3200" b="1" dirty="0" err="1"/>
              <a:t>Resultset</a:t>
            </a:r>
            <a:r>
              <a:rPr lang="en-IN" sz="3200" b="1" dirty="0"/>
              <a:t>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529FE-D2FD-241D-9F52-78B66C10B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942" y="1070099"/>
            <a:ext cx="9383434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7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956A8-223F-D778-283D-A4D495B3F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FF1AE-BFFC-EDFF-4620-A4BE41437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JDBC Process – Accessing Data in </a:t>
            </a:r>
            <a:r>
              <a:rPr lang="en-IN" sz="3200" b="1" dirty="0" err="1"/>
              <a:t>Resultset</a:t>
            </a:r>
            <a:r>
              <a:rPr lang="en-IN" sz="3200" b="1" dirty="0"/>
              <a:t>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F10B1-44F5-59EE-A55B-787D23207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308" y="1074905"/>
            <a:ext cx="9907383" cy="4944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2ED04F-F3A3-6FC5-C782-47A085A77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119" y="5897708"/>
            <a:ext cx="4277322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465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377E-5804-B520-0A00-AC8994C46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017FC-A2B0-D46F-7AC8-B1BC1EBE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07" y="1290320"/>
            <a:ext cx="10515600" cy="4033520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Unit 4 </a:t>
            </a:r>
            <a:br>
              <a:rPr lang="en-IN" sz="5400" b="1" dirty="0"/>
            </a:br>
            <a:r>
              <a:rPr lang="en-IN" sz="5400" b="1" dirty="0"/>
              <a:t>4.Java Beans </a:t>
            </a:r>
          </a:p>
        </p:txBody>
      </p:sp>
    </p:spTree>
    <p:extLst>
      <p:ext uri="{BB962C8B-B14F-4D97-AF65-F5344CB8AC3E}">
        <p14:creationId xmlns:p14="http://schemas.microsoft.com/office/powerpoint/2010/main" val="40039164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0006-C055-63A4-3970-5E8099077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33C33-D0E3-A6B2-605E-8E4B3EC03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JavaBean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6938B-ED40-C4D3-9805-3D3FD7D5C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46" y="854792"/>
            <a:ext cx="9298500" cy="3981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7011A9-A3F1-CA6E-FAAF-C300C776B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253" y="4585569"/>
            <a:ext cx="5505758" cy="227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620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A1CA-9C73-4679-952E-B8A55CFD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FA74A-D83D-F308-053D-0DF4403AC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JavaBean - Setter and Getter Methods in Java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89A81E-9A6F-2F1D-26BB-D31992EEE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08" y="874251"/>
            <a:ext cx="10269383" cy="51094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77E42D-660D-7B76-CC4A-B558D6448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5" y="5942848"/>
            <a:ext cx="6929284" cy="9084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883899-0F69-CC22-78B7-26A0AB20A809}"/>
              </a:ext>
            </a:extLst>
          </p:cNvPr>
          <p:cNvSpPr txBox="1"/>
          <p:nvPr/>
        </p:nvSpPr>
        <p:spPr>
          <a:xfrm>
            <a:off x="7742904" y="5942848"/>
            <a:ext cx="363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either “get” or “is”. But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2885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AEDFD-8D5E-C3D4-05C4-72842F2E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6959D-BE2C-2FD8-1354-875512C8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Example of JavaBean Class 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67221-1CB3-C13A-BF1F-0A841C7CA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103" y="1032386"/>
            <a:ext cx="7211431" cy="568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040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47A9-0190-3115-EE64-0BF354CA6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27206-2B85-3058-AF75-DB3959674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Example of JavaBean Class 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02278-F338-112C-4FE5-165414EF4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470" y="1175129"/>
            <a:ext cx="8754697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39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02A16-68B9-DAF4-5E11-2F4890C4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2C925-3835-AE78-12AC-B73E6D7D3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JavaBean Properties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916DC-0967-67A7-68EA-BBB004211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81" y="906622"/>
            <a:ext cx="10602805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30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8D21-2FBE-BB02-B3E6-82EAC57A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3BDD5-F319-0759-DF41-1FBD48269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JavaBean Properties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10F1B-01DF-D1A2-D6B1-5E2C37A1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24" y="879812"/>
            <a:ext cx="10507541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91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9626-BD35-2CF4-A1C1-4A9828374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54332-58CE-953E-3700-D1ECD564B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Advantages &amp; Disadvantages of JavaBean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2515C-ACAA-2E7C-041E-151AD86AF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9" y="1549649"/>
            <a:ext cx="9669224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354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72A88-3995-8DB0-C502-B617BCE8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08466-FEEF-7BE9-4B88-2FD195F00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JavaBean Introspection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62576-557B-3AC8-8D8B-B90B5DD7E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99" y="1275394"/>
            <a:ext cx="5687219" cy="4877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2B6F28-9FC3-F5FB-2EC6-499C7C056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046" y="957872"/>
            <a:ext cx="4505954" cy="590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825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C464-C273-A630-BD89-DF632408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5515-2B02-BFF4-BF0E-7819BAA21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JavaBean Introspection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A7436-2205-E69B-9444-F12BE4D2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957" y="973394"/>
            <a:ext cx="8199162" cy="588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795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B801-9280-8FC9-302B-D5693697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7809-68DE-22ED-00D5-4E15F1F1F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JavaBean Introspection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213E0-492D-BD16-B2F7-ACB28C66D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30" y="930743"/>
            <a:ext cx="8516539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295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C29D7-134E-738A-0671-D6B0A54CE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09E74-B522-C36D-10A1-6E4161E5A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JavaBean JAR file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9BCA0-E3A0-B0E3-6010-1BA04EF50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72" y="1044534"/>
            <a:ext cx="9898268" cy="5228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5CCE47-090C-BA49-D880-08080E28A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372" y="6308946"/>
            <a:ext cx="4639322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097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D708-9E5A-4D2A-B022-CFF8F4B1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96A74-595F-DFFB-7434-B8256C92C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5" y="383458"/>
            <a:ext cx="10990007" cy="6154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/>
              <a:t>JavaBean JAR file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FD386-E93E-C720-EACD-29C6727DC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5" y="920604"/>
            <a:ext cx="9298859" cy="5230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C9C40D-55A9-9FED-9AC0-C8225C40B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5" y="6151213"/>
            <a:ext cx="7964011" cy="6957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597AD3-1E28-5EE1-622A-8E15B671A228}"/>
              </a:ext>
            </a:extLst>
          </p:cNvPr>
          <p:cNvSpPr txBox="1"/>
          <p:nvPr/>
        </p:nvSpPr>
        <p:spPr>
          <a:xfrm>
            <a:off x="8723553" y="6160166"/>
            <a:ext cx="3143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classpath</a:t>
            </a:r>
            <a:r>
              <a:rPr lang="en-IN" dirty="0"/>
              <a:t> and then</a:t>
            </a:r>
          </a:p>
        </p:txBody>
      </p:sp>
    </p:spTree>
    <p:extLst>
      <p:ext uri="{BB962C8B-B14F-4D97-AF65-F5344CB8AC3E}">
        <p14:creationId xmlns:p14="http://schemas.microsoft.com/office/powerpoint/2010/main" val="114920452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</Template>
  <TotalTime>3087</TotalTime>
  <Words>434</Words>
  <Application>Microsoft Office PowerPoint</Application>
  <PresentationFormat>Widescreen</PresentationFormat>
  <Paragraphs>178</Paragraphs>
  <Slides>83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Arial</vt:lpstr>
      <vt:lpstr>Calibri</vt:lpstr>
      <vt:lpstr>Univers</vt:lpstr>
      <vt:lpstr>GradientVTI</vt:lpstr>
      <vt:lpstr>Unit 4  1. Networking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4  2. RMI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4  3. JDBC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4  4.Java Beans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Raksha V Shetty</dc:creator>
  <cp:lastModifiedBy>Raksha V Shetty</cp:lastModifiedBy>
  <cp:revision>18</cp:revision>
  <dcterms:created xsi:type="dcterms:W3CDTF">2026-04-04T03:38:35Z</dcterms:created>
  <dcterms:modified xsi:type="dcterms:W3CDTF">2026-04-06T07:18:56Z</dcterms:modified>
</cp:coreProperties>
</file>