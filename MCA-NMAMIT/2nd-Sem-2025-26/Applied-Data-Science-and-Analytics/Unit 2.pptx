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9144000" cy="5143500" type="screen16x9"/>
  <p:notesSz cx="6858000" cy="9144000"/>
  <p:embeddedFontLst>
    <p:embeddedFont>
      <p:font typeface="Roboto Mono" panose="00000009000000000000" pitchFamily="49" charset="0"/>
      <p:regular r:id="rId71"/>
      <p:bold r:id="rId72"/>
      <p:italic r:id="rId73"/>
      <p:boldItalic r:id="rId7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26" y="-2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font" Target="fonts/font4.fntdata"/><Relationship Id="rId79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3.fntdata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font" Target="fonts/font1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UN KUMAR" userId="d4e6cd5aeb231ae6" providerId="LiveId" clId="{9F6E78E2-E4AC-4AD2-A602-E23D3A1839EE}"/>
    <pc:docChg chg="undo custSel addSld delSld modSld">
      <pc:chgData name="TARUN KUMAR" userId="d4e6cd5aeb231ae6" providerId="LiveId" clId="{9F6E78E2-E4AC-4AD2-A602-E23D3A1839EE}" dt="2026-03-04T08:01:00.622" v="65" actId="680"/>
      <pc:docMkLst>
        <pc:docMk/>
      </pc:docMkLst>
      <pc:sldChg chg="delSp mod">
        <pc:chgData name="TARUN KUMAR" userId="d4e6cd5aeb231ae6" providerId="LiveId" clId="{9F6E78E2-E4AC-4AD2-A602-E23D3A1839EE}" dt="2026-03-03T17:25:02.577" v="0" actId="478"/>
        <pc:sldMkLst>
          <pc:docMk/>
          <pc:sldMk cId="0" sldId="258"/>
        </pc:sldMkLst>
        <pc:spChg chg="del">
          <ac:chgData name="TARUN KUMAR" userId="d4e6cd5aeb231ae6" providerId="LiveId" clId="{9F6E78E2-E4AC-4AD2-A602-E23D3A1839EE}" dt="2026-03-03T17:25:02.577" v="0" actId="478"/>
          <ac:spMkLst>
            <pc:docMk/>
            <pc:sldMk cId="0" sldId="258"/>
            <ac:spMk id="66" creationId="{00000000-0000-0000-0000-000000000000}"/>
          </ac:spMkLst>
        </pc:spChg>
      </pc:sldChg>
      <pc:sldChg chg="delSp mod">
        <pc:chgData name="TARUN KUMAR" userId="d4e6cd5aeb231ae6" providerId="LiveId" clId="{9F6E78E2-E4AC-4AD2-A602-E23D3A1839EE}" dt="2026-03-03T17:25:10.703" v="1" actId="478"/>
        <pc:sldMkLst>
          <pc:docMk/>
          <pc:sldMk cId="0" sldId="259"/>
        </pc:sldMkLst>
        <pc:spChg chg="del">
          <ac:chgData name="TARUN KUMAR" userId="d4e6cd5aeb231ae6" providerId="LiveId" clId="{9F6E78E2-E4AC-4AD2-A602-E23D3A1839EE}" dt="2026-03-03T17:25:10.703" v="1" actId="478"/>
          <ac:spMkLst>
            <pc:docMk/>
            <pc:sldMk cId="0" sldId="259"/>
            <ac:spMk id="74" creationId="{00000000-0000-0000-0000-000000000000}"/>
          </ac:spMkLst>
        </pc:spChg>
      </pc:sldChg>
      <pc:sldChg chg="delSp mod">
        <pc:chgData name="TARUN KUMAR" userId="d4e6cd5aeb231ae6" providerId="LiveId" clId="{9F6E78E2-E4AC-4AD2-A602-E23D3A1839EE}" dt="2026-03-03T17:25:13.719" v="2" actId="478"/>
        <pc:sldMkLst>
          <pc:docMk/>
          <pc:sldMk cId="0" sldId="260"/>
        </pc:sldMkLst>
        <pc:spChg chg="del">
          <ac:chgData name="TARUN KUMAR" userId="d4e6cd5aeb231ae6" providerId="LiveId" clId="{9F6E78E2-E4AC-4AD2-A602-E23D3A1839EE}" dt="2026-03-03T17:25:13.719" v="2" actId="478"/>
          <ac:spMkLst>
            <pc:docMk/>
            <pc:sldMk cId="0" sldId="260"/>
            <ac:spMk id="80" creationId="{00000000-0000-0000-0000-000000000000}"/>
          </ac:spMkLst>
        </pc:spChg>
      </pc:sldChg>
      <pc:sldChg chg="delSp mod">
        <pc:chgData name="TARUN KUMAR" userId="d4e6cd5aeb231ae6" providerId="LiveId" clId="{9F6E78E2-E4AC-4AD2-A602-E23D3A1839EE}" dt="2026-03-03T17:25:18.105" v="3" actId="478"/>
        <pc:sldMkLst>
          <pc:docMk/>
          <pc:sldMk cId="0" sldId="261"/>
        </pc:sldMkLst>
        <pc:spChg chg="del">
          <ac:chgData name="TARUN KUMAR" userId="d4e6cd5aeb231ae6" providerId="LiveId" clId="{9F6E78E2-E4AC-4AD2-A602-E23D3A1839EE}" dt="2026-03-03T17:25:18.105" v="3" actId="478"/>
          <ac:spMkLst>
            <pc:docMk/>
            <pc:sldMk cId="0" sldId="261"/>
            <ac:spMk id="86" creationId="{00000000-0000-0000-0000-000000000000}"/>
          </ac:spMkLst>
        </pc:spChg>
      </pc:sldChg>
      <pc:sldChg chg="delSp mod">
        <pc:chgData name="TARUN KUMAR" userId="d4e6cd5aeb231ae6" providerId="LiveId" clId="{9F6E78E2-E4AC-4AD2-A602-E23D3A1839EE}" dt="2026-03-03T17:25:21.399" v="4" actId="478"/>
        <pc:sldMkLst>
          <pc:docMk/>
          <pc:sldMk cId="0" sldId="262"/>
        </pc:sldMkLst>
        <pc:spChg chg="del">
          <ac:chgData name="TARUN KUMAR" userId="d4e6cd5aeb231ae6" providerId="LiveId" clId="{9F6E78E2-E4AC-4AD2-A602-E23D3A1839EE}" dt="2026-03-03T17:25:21.399" v="4" actId="478"/>
          <ac:spMkLst>
            <pc:docMk/>
            <pc:sldMk cId="0" sldId="262"/>
            <ac:spMk id="92" creationId="{00000000-0000-0000-0000-000000000000}"/>
          </ac:spMkLst>
        </pc:spChg>
      </pc:sldChg>
      <pc:sldChg chg="delSp mod">
        <pc:chgData name="TARUN KUMAR" userId="d4e6cd5aeb231ae6" providerId="LiveId" clId="{9F6E78E2-E4AC-4AD2-A602-E23D3A1839EE}" dt="2026-03-03T17:25:24.497" v="5" actId="478"/>
        <pc:sldMkLst>
          <pc:docMk/>
          <pc:sldMk cId="0" sldId="263"/>
        </pc:sldMkLst>
        <pc:spChg chg="del">
          <ac:chgData name="TARUN KUMAR" userId="d4e6cd5aeb231ae6" providerId="LiveId" clId="{9F6E78E2-E4AC-4AD2-A602-E23D3A1839EE}" dt="2026-03-03T17:25:24.497" v="5" actId="478"/>
          <ac:spMkLst>
            <pc:docMk/>
            <pc:sldMk cId="0" sldId="263"/>
            <ac:spMk id="99" creationId="{00000000-0000-0000-0000-000000000000}"/>
          </ac:spMkLst>
        </pc:spChg>
      </pc:sldChg>
      <pc:sldChg chg="delSp modSp mod">
        <pc:chgData name="TARUN KUMAR" userId="d4e6cd5aeb231ae6" providerId="LiveId" clId="{9F6E78E2-E4AC-4AD2-A602-E23D3A1839EE}" dt="2026-03-03T17:25:35.426" v="7" actId="478"/>
        <pc:sldMkLst>
          <pc:docMk/>
          <pc:sldMk cId="0" sldId="264"/>
        </pc:sldMkLst>
        <pc:spChg chg="del">
          <ac:chgData name="TARUN KUMAR" userId="d4e6cd5aeb231ae6" providerId="LiveId" clId="{9F6E78E2-E4AC-4AD2-A602-E23D3A1839EE}" dt="2026-03-03T17:25:35.426" v="7" actId="478"/>
          <ac:spMkLst>
            <pc:docMk/>
            <pc:sldMk cId="0" sldId="264"/>
            <ac:spMk id="105" creationId="{00000000-0000-0000-0000-000000000000}"/>
          </ac:spMkLst>
        </pc:spChg>
        <pc:spChg chg="mod">
          <ac:chgData name="TARUN KUMAR" userId="d4e6cd5aeb231ae6" providerId="LiveId" clId="{9F6E78E2-E4AC-4AD2-A602-E23D3A1839EE}" dt="2026-03-03T17:25:32.831" v="6" actId="1076"/>
          <ac:spMkLst>
            <pc:docMk/>
            <pc:sldMk cId="0" sldId="264"/>
            <ac:spMk id="106" creationId="{00000000-0000-0000-0000-000000000000}"/>
          </ac:spMkLst>
        </pc:spChg>
      </pc:sldChg>
      <pc:sldChg chg="delSp modSp mod">
        <pc:chgData name="TARUN KUMAR" userId="d4e6cd5aeb231ae6" providerId="LiveId" clId="{9F6E78E2-E4AC-4AD2-A602-E23D3A1839EE}" dt="2026-03-03T17:25:48.104" v="11" actId="478"/>
        <pc:sldMkLst>
          <pc:docMk/>
          <pc:sldMk cId="0" sldId="265"/>
        </pc:sldMkLst>
        <pc:spChg chg="del">
          <ac:chgData name="TARUN KUMAR" userId="d4e6cd5aeb231ae6" providerId="LiveId" clId="{9F6E78E2-E4AC-4AD2-A602-E23D3A1839EE}" dt="2026-03-03T17:25:48.104" v="11" actId="478"/>
          <ac:spMkLst>
            <pc:docMk/>
            <pc:sldMk cId="0" sldId="265"/>
            <ac:spMk id="111" creationId="{00000000-0000-0000-0000-000000000000}"/>
          </ac:spMkLst>
        </pc:spChg>
        <pc:spChg chg="mod">
          <ac:chgData name="TARUN KUMAR" userId="d4e6cd5aeb231ae6" providerId="LiveId" clId="{9F6E78E2-E4AC-4AD2-A602-E23D3A1839EE}" dt="2026-03-03T17:25:44.480" v="10" actId="1076"/>
          <ac:spMkLst>
            <pc:docMk/>
            <pc:sldMk cId="0" sldId="265"/>
            <ac:spMk id="112" creationId="{00000000-0000-0000-0000-000000000000}"/>
          </ac:spMkLst>
        </pc:spChg>
      </pc:sldChg>
      <pc:sldChg chg="delSp modSp mod">
        <pc:chgData name="TARUN KUMAR" userId="d4e6cd5aeb231ae6" providerId="LiveId" clId="{9F6E78E2-E4AC-4AD2-A602-E23D3A1839EE}" dt="2026-03-04T07:10:50.029" v="34" actId="1035"/>
        <pc:sldMkLst>
          <pc:docMk/>
          <pc:sldMk cId="0" sldId="266"/>
        </pc:sldMkLst>
        <pc:spChg chg="del">
          <ac:chgData name="TARUN KUMAR" userId="d4e6cd5aeb231ae6" providerId="LiveId" clId="{9F6E78E2-E4AC-4AD2-A602-E23D3A1839EE}" dt="2026-03-03T17:25:56.367" v="13" actId="478"/>
          <ac:spMkLst>
            <pc:docMk/>
            <pc:sldMk cId="0" sldId="266"/>
            <ac:spMk id="118" creationId="{00000000-0000-0000-0000-000000000000}"/>
          </ac:spMkLst>
        </pc:spChg>
        <pc:spChg chg="mod">
          <ac:chgData name="TARUN KUMAR" userId="d4e6cd5aeb231ae6" providerId="LiveId" clId="{9F6E78E2-E4AC-4AD2-A602-E23D3A1839EE}" dt="2026-03-03T17:25:53.720" v="12" actId="1076"/>
          <ac:spMkLst>
            <pc:docMk/>
            <pc:sldMk cId="0" sldId="266"/>
            <ac:spMk id="119" creationId="{00000000-0000-0000-0000-000000000000}"/>
          </ac:spMkLst>
        </pc:spChg>
        <pc:picChg chg="mod">
          <ac:chgData name="TARUN KUMAR" userId="d4e6cd5aeb231ae6" providerId="LiveId" clId="{9F6E78E2-E4AC-4AD2-A602-E23D3A1839EE}" dt="2026-03-04T07:10:50.029" v="34" actId="1035"/>
          <ac:picMkLst>
            <pc:docMk/>
            <pc:sldMk cId="0" sldId="266"/>
            <ac:picMk id="120" creationId="{00000000-0000-0000-0000-000000000000}"/>
          </ac:picMkLst>
        </pc:picChg>
      </pc:sldChg>
      <pc:sldChg chg="modSp mod">
        <pc:chgData name="TARUN KUMAR" userId="d4e6cd5aeb231ae6" providerId="LiveId" clId="{9F6E78E2-E4AC-4AD2-A602-E23D3A1839EE}" dt="2026-03-04T07:16:17.421" v="35" actId="1076"/>
        <pc:sldMkLst>
          <pc:docMk/>
          <pc:sldMk cId="0" sldId="268"/>
        </pc:sldMkLst>
        <pc:picChg chg="mod">
          <ac:chgData name="TARUN KUMAR" userId="d4e6cd5aeb231ae6" providerId="LiveId" clId="{9F6E78E2-E4AC-4AD2-A602-E23D3A1839EE}" dt="2026-03-04T07:16:17.421" v="35" actId="1076"/>
          <ac:picMkLst>
            <pc:docMk/>
            <pc:sldMk cId="0" sldId="268"/>
            <ac:picMk id="135" creationId="{00000000-0000-0000-0000-000000000000}"/>
          </ac:picMkLst>
        </pc:picChg>
      </pc:sldChg>
      <pc:sldChg chg="delSp mod">
        <pc:chgData name="TARUN KUMAR" userId="d4e6cd5aeb231ae6" providerId="LiveId" clId="{9F6E78E2-E4AC-4AD2-A602-E23D3A1839EE}" dt="2026-03-03T17:27:25.492" v="32" actId="478"/>
        <pc:sldMkLst>
          <pc:docMk/>
          <pc:sldMk cId="0" sldId="270"/>
        </pc:sldMkLst>
        <pc:spChg chg="del">
          <ac:chgData name="TARUN KUMAR" userId="d4e6cd5aeb231ae6" providerId="LiveId" clId="{9F6E78E2-E4AC-4AD2-A602-E23D3A1839EE}" dt="2026-03-03T17:27:25.492" v="32" actId="478"/>
          <ac:spMkLst>
            <pc:docMk/>
            <pc:sldMk cId="0" sldId="270"/>
            <ac:spMk id="147" creationId="{00000000-0000-0000-0000-000000000000}"/>
          </ac:spMkLst>
        </pc:spChg>
      </pc:sldChg>
      <pc:sldChg chg="delSp modSp mod">
        <pc:chgData name="TARUN KUMAR" userId="d4e6cd5aeb231ae6" providerId="LiveId" clId="{9F6E78E2-E4AC-4AD2-A602-E23D3A1839EE}" dt="2026-03-04T07:32:52.967" v="36" actId="1076"/>
        <pc:sldMkLst>
          <pc:docMk/>
          <pc:sldMk cId="0" sldId="281"/>
        </pc:sldMkLst>
        <pc:spChg chg="del">
          <ac:chgData name="TARUN KUMAR" userId="d4e6cd5aeb231ae6" providerId="LiveId" clId="{9F6E78E2-E4AC-4AD2-A602-E23D3A1839EE}" dt="2026-03-03T17:27:17.682" v="31" actId="478"/>
          <ac:spMkLst>
            <pc:docMk/>
            <pc:sldMk cId="0" sldId="281"/>
            <ac:spMk id="213" creationId="{00000000-0000-0000-0000-000000000000}"/>
          </ac:spMkLst>
        </pc:spChg>
        <pc:picChg chg="mod">
          <ac:chgData name="TARUN KUMAR" userId="d4e6cd5aeb231ae6" providerId="LiveId" clId="{9F6E78E2-E4AC-4AD2-A602-E23D3A1839EE}" dt="2026-03-04T07:32:52.967" v="36" actId="1076"/>
          <ac:picMkLst>
            <pc:docMk/>
            <pc:sldMk cId="0" sldId="281"/>
            <ac:picMk id="215" creationId="{00000000-0000-0000-0000-000000000000}"/>
          </ac:picMkLst>
        </pc:picChg>
      </pc:sldChg>
      <pc:sldChg chg="delSp mod">
        <pc:chgData name="TARUN KUMAR" userId="d4e6cd5aeb231ae6" providerId="LiveId" clId="{9F6E78E2-E4AC-4AD2-A602-E23D3A1839EE}" dt="2026-03-03T17:27:11.879" v="30" actId="478"/>
        <pc:sldMkLst>
          <pc:docMk/>
          <pc:sldMk cId="0" sldId="286"/>
        </pc:sldMkLst>
        <pc:spChg chg="del">
          <ac:chgData name="TARUN KUMAR" userId="d4e6cd5aeb231ae6" providerId="LiveId" clId="{9F6E78E2-E4AC-4AD2-A602-E23D3A1839EE}" dt="2026-03-03T17:27:11.879" v="30" actId="478"/>
          <ac:spMkLst>
            <pc:docMk/>
            <pc:sldMk cId="0" sldId="286"/>
            <ac:spMk id="246" creationId="{00000000-0000-0000-0000-000000000000}"/>
          </ac:spMkLst>
        </pc:spChg>
      </pc:sldChg>
      <pc:sldChg chg="delSp mod">
        <pc:chgData name="TARUN KUMAR" userId="d4e6cd5aeb231ae6" providerId="LiveId" clId="{9F6E78E2-E4AC-4AD2-A602-E23D3A1839EE}" dt="2026-03-03T17:27:08.889" v="29" actId="478"/>
        <pc:sldMkLst>
          <pc:docMk/>
          <pc:sldMk cId="0" sldId="287"/>
        </pc:sldMkLst>
        <pc:spChg chg="del">
          <ac:chgData name="TARUN KUMAR" userId="d4e6cd5aeb231ae6" providerId="LiveId" clId="{9F6E78E2-E4AC-4AD2-A602-E23D3A1839EE}" dt="2026-03-03T17:27:08.889" v="29" actId="478"/>
          <ac:spMkLst>
            <pc:docMk/>
            <pc:sldMk cId="0" sldId="287"/>
            <ac:spMk id="252" creationId="{00000000-0000-0000-0000-000000000000}"/>
          </ac:spMkLst>
        </pc:spChg>
      </pc:sldChg>
      <pc:sldChg chg="delSp mod">
        <pc:chgData name="TARUN KUMAR" userId="d4e6cd5aeb231ae6" providerId="LiveId" clId="{9F6E78E2-E4AC-4AD2-A602-E23D3A1839EE}" dt="2026-03-03T17:27:06.361" v="28" actId="478"/>
        <pc:sldMkLst>
          <pc:docMk/>
          <pc:sldMk cId="0" sldId="288"/>
        </pc:sldMkLst>
        <pc:spChg chg="del">
          <ac:chgData name="TARUN KUMAR" userId="d4e6cd5aeb231ae6" providerId="LiveId" clId="{9F6E78E2-E4AC-4AD2-A602-E23D3A1839EE}" dt="2026-03-03T17:27:06.361" v="28" actId="478"/>
          <ac:spMkLst>
            <pc:docMk/>
            <pc:sldMk cId="0" sldId="288"/>
            <ac:spMk id="258" creationId="{00000000-0000-0000-0000-000000000000}"/>
          </ac:spMkLst>
        </pc:spChg>
      </pc:sldChg>
      <pc:sldChg chg="delSp modSp mod">
        <pc:chgData name="TARUN KUMAR" userId="d4e6cd5aeb231ae6" providerId="LiveId" clId="{9F6E78E2-E4AC-4AD2-A602-E23D3A1839EE}" dt="2026-03-04T07:50:15.659" v="41" actId="1076"/>
        <pc:sldMkLst>
          <pc:docMk/>
          <pc:sldMk cId="0" sldId="290"/>
        </pc:sldMkLst>
        <pc:spChg chg="del">
          <ac:chgData name="TARUN KUMAR" userId="d4e6cd5aeb231ae6" providerId="LiveId" clId="{9F6E78E2-E4AC-4AD2-A602-E23D3A1839EE}" dt="2026-03-03T17:27:03.447" v="27" actId="478"/>
          <ac:spMkLst>
            <pc:docMk/>
            <pc:sldMk cId="0" sldId="290"/>
            <ac:spMk id="271" creationId="{00000000-0000-0000-0000-000000000000}"/>
          </ac:spMkLst>
        </pc:spChg>
        <pc:picChg chg="mod">
          <ac:chgData name="TARUN KUMAR" userId="d4e6cd5aeb231ae6" providerId="LiveId" clId="{9F6E78E2-E4AC-4AD2-A602-E23D3A1839EE}" dt="2026-03-04T07:50:15.659" v="41" actId="1076"/>
          <ac:picMkLst>
            <pc:docMk/>
            <pc:sldMk cId="0" sldId="290"/>
            <ac:picMk id="273" creationId="{00000000-0000-0000-0000-000000000000}"/>
          </ac:picMkLst>
        </pc:picChg>
      </pc:sldChg>
      <pc:sldChg chg="delSp mod">
        <pc:chgData name="TARUN KUMAR" userId="d4e6cd5aeb231ae6" providerId="LiveId" clId="{9F6E78E2-E4AC-4AD2-A602-E23D3A1839EE}" dt="2026-03-03T17:26:57.338" v="25" actId="478"/>
        <pc:sldMkLst>
          <pc:docMk/>
          <pc:sldMk cId="0" sldId="291"/>
        </pc:sldMkLst>
        <pc:spChg chg="del">
          <ac:chgData name="TARUN KUMAR" userId="d4e6cd5aeb231ae6" providerId="LiveId" clId="{9F6E78E2-E4AC-4AD2-A602-E23D3A1839EE}" dt="2026-03-03T17:26:57.338" v="25" actId="478"/>
          <ac:spMkLst>
            <pc:docMk/>
            <pc:sldMk cId="0" sldId="291"/>
            <ac:spMk id="279" creationId="{00000000-0000-0000-0000-000000000000}"/>
          </ac:spMkLst>
        </pc:spChg>
      </pc:sldChg>
      <pc:sldChg chg="delSp mod">
        <pc:chgData name="TARUN KUMAR" userId="d4e6cd5aeb231ae6" providerId="LiveId" clId="{9F6E78E2-E4AC-4AD2-A602-E23D3A1839EE}" dt="2026-03-03T17:26:59.343" v="26" actId="478"/>
        <pc:sldMkLst>
          <pc:docMk/>
          <pc:sldMk cId="0" sldId="292"/>
        </pc:sldMkLst>
        <pc:spChg chg="del">
          <ac:chgData name="TARUN KUMAR" userId="d4e6cd5aeb231ae6" providerId="LiveId" clId="{9F6E78E2-E4AC-4AD2-A602-E23D3A1839EE}" dt="2026-03-03T17:26:59.343" v="26" actId="478"/>
          <ac:spMkLst>
            <pc:docMk/>
            <pc:sldMk cId="0" sldId="292"/>
            <ac:spMk id="285" creationId="{00000000-0000-0000-0000-000000000000}"/>
          </ac:spMkLst>
        </pc:spChg>
      </pc:sldChg>
      <pc:sldChg chg="delSp mod">
        <pc:chgData name="TARUN KUMAR" userId="d4e6cd5aeb231ae6" providerId="LiveId" clId="{9F6E78E2-E4AC-4AD2-A602-E23D3A1839EE}" dt="2026-03-03T17:26:46.961" v="22" actId="478"/>
        <pc:sldMkLst>
          <pc:docMk/>
          <pc:sldMk cId="0" sldId="295"/>
        </pc:sldMkLst>
        <pc:spChg chg="del">
          <ac:chgData name="TARUN KUMAR" userId="d4e6cd5aeb231ae6" providerId="LiveId" clId="{9F6E78E2-E4AC-4AD2-A602-E23D3A1839EE}" dt="2026-03-03T17:26:46.961" v="22" actId="478"/>
          <ac:spMkLst>
            <pc:docMk/>
            <pc:sldMk cId="0" sldId="295"/>
            <ac:spMk id="303" creationId="{00000000-0000-0000-0000-000000000000}"/>
          </ac:spMkLst>
        </pc:spChg>
      </pc:sldChg>
      <pc:sldChg chg="delSp mod">
        <pc:chgData name="TARUN KUMAR" userId="d4e6cd5aeb231ae6" providerId="LiveId" clId="{9F6E78E2-E4AC-4AD2-A602-E23D3A1839EE}" dt="2026-03-03T17:26:49.859" v="23" actId="478"/>
        <pc:sldMkLst>
          <pc:docMk/>
          <pc:sldMk cId="0" sldId="296"/>
        </pc:sldMkLst>
        <pc:spChg chg="del">
          <ac:chgData name="TARUN KUMAR" userId="d4e6cd5aeb231ae6" providerId="LiveId" clId="{9F6E78E2-E4AC-4AD2-A602-E23D3A1839EE}" dt="2026-03-03T17:26:49.859" v="23" actId="478"/>
          <ac:spMkLst>
            <pc:docMk/>
            <pc:sldMk cId="0" sldId="296"/>
            <ac:spMk id="310" creationId="{00000000-0000-0000-0000-000000000000}"/>
          </ac:spMkLst>
        </pc:spChg>
      </pc:sldChg>
      <pc:sldChg chg="delSp mod">
        <pc:chgData name="TARUN KUMAR" userId="d4e6cd5aeb231ae6" providerId="LiveId" clId="{9F6E78E2-E4AC-4AD2-A602-E23D3A1839EE}" dt="2026-03-03T17:26:53.266" v="24" actId="478"/>
        <pc:sldMkLst>
          <pc:docMk/>
          <pc:sldMk cId="0" sldId="297"/>
        </pc:sldMkLst>
        <pc:spChg chg="del">
          <ac:chgData name="TARUN KUMAR" userId="d4e6cd5aeb231ae6" providerId="LiveId" clId="{9F6E78E2-E4AC-4AD2-A602-E23D3A1839EE}" dt="2026-03-03T17:26:53.266" v="24" actId="478"/>
          <ac:spMkLst>
            <pc:docMk/>
            <pc:sldMk cId="0" sldId="297"/>
            <ac:spMk id="316" creationId="{00000000-0000-0000-0000-000000000000}"/>
          </ac:spMkLst>
        </pc:spChg>
      </pc:sldChg>
      <pc:sldChg chg="delSp modSp mod">
        <pc:chgData name="TARUN KUMAR" userId="d4e6cd5aeb231ae6" providerId="LiveId" clId="{9F6E78E2-E4AC-4AD2-A602-E23D3A1839EE}" dt="2026-03-04T07:55:12.678" v="43" actId="478"/>
        <pc:sldMkLst>
          <pc:docMk/>
          <pc:sldMk cId="0" sldId="303"/>
        </pc:sldMkLst>
        <pc:spChg chg="del">
          <ac:chgData name="TARUN KUMAR" userId="d4e6cd5aeb231ae6" providerId="LiveId" clId="{9F6E78E2-E4AC-4AD2-A602-E23D3A1839EE}" dt="2026-03-04T07:55:12.678" v="43" actId="478"/>
          <ac:spMkLst>
            <pc:docMk/>
            <pc:sldMk cId="0" sldId="303"/>
            <ac:spMk id="353" creationId="{00000000-0000-0000-0000-000000000000}"/>
          </ac:spMkLst>
        </pc:spChg>
        <pc:spChg chg="mod">
          <ac:chgData name="TARUN KUMAR" userId="d4e6cd5aeb231ae6" providerId="LiveId" clId="{9F6E78E2-E4AC-4AD2-A602-E23D3A1839EE}" dt="2026-03-04T07:55:09.460" v="42" actId="1076"/>
          <ac:spMkLst>
            <pc:docMk/>
            <pc:sldMk cId="0" sldId="303"/>
            <ac:spMk id="354" creationId="{00000000-0000-0000-0000-000000000000}"/>
          </ac:spMkLst>
        </pc:spChg>
      </pc:sldChg>
      <pc:sldChg chg="delSp mod">
        <pc:chgData name="TARUN KUMAR" userId="d4e6cd5aeb231ae6" providerId="LiveId" clId="{9F6E78E2-E4AC-4AD2-A602-E23D3A1839EE}" dt="2026-03-03T17:26:38.058" v="21" actId="478"/>
        <pc:sldMkLst>
          <pc:docMk/>
          <pc:sldMk cId="0" sldId="313"/>
        </pc:sldMkLst>
        <pc:spChg chg="del">
          <ac:chgData name="TARUN KUMAR" userId="d4e6cd5aeb231ae6" providerId="LiveId" clId="{9F6E78E2-E4AC-4AD2-A602-E23D3A1839EE}" dt="2026-03-03T17:26:38.058" v="21" actId="478"/>
          <ac:spMkLst>
            <pc:docMk/>
            <pc:sldMk cId="0" sldId="313"/>
            <ac:spMk id="421" creationId="{00000000-0000-0000-0000-000000000000}"/>
          </ac:spMkLst>
        </pc:spChg>
      </pc:sldChg>
      <pc:sldChg chg="delSp mod">
        <pc:chgData name="TARUN KUMAR" userId="d4e6cd5aeb231ae6" providerId="LiveId" clId="{9F6E78E2-E4AC-4AD2-A602-E23D3A1839EE}" dt="2026-03-03T17:26:35.591" v="20" actId="478"/>
        <pc:sldMkLst>
          <pc:docMk/>
          <pc:sldMk cId="0" sldId="314"/>
        </pc:sldMkLst>
        <pc:spChg chg="del">
          <ac:chgData name="TARUN KUMAR" userId="d4e6cd5aeb231ae6" providerId="LiveId" clId="{9F6E78E2-E4AC-4AD2-A602-E23D3A1839EE}" dt="2026-03-03T17:26:35.591" v="20" actId="478"/>
          <ac:spMkLst>
            <pc:docMk/>
            <pc:sldMk cId="0" sldId="314"/>
            <ac:spMk id="428" creationId="{00000000-0000-0000-0000-000000000000}"/>
          </ac:spMkLst>
        </pc:spChg>
      </pc:sldChg>
      <pc:sldChg chg="delSp mod">
        <pc:chgData name="TARUN KUMAR" userId="d4e6cd5aeb231ae6" providerId="LiveId" clId="{9F6E78E2-E4AC-4AD2-A602-E23D3A1839EE}" dt="2026-03-03T17:26:31.639" v="19" actId="478"/>
        <pc:sldMkLst>
          <pc:docMk/>
          <pc:sldMk cId="0" sldId="316"/>
        </pc:sldMkLst>
        <pc:spChg chg="del">
          <ac:chgData name="TARUN KUMAR" userId="d4e6cd5aeb231ae6" providerId="LiveId" clId="{9F6E78E2-E4AC-4AD2-A602-E23D3A1839EE}" dt="2026-03-03T17:26:31.639" v="19" actId="478"/>
          <ac:spMkLst>
            <pc:docMk/>
            <pc:sldMk cId="0" sldId="316"/>
            <ac:spMk id="447" creationId="{00000000-0000-0000-0000-000000000000}"/>
          </ac:spMkLst>
        </pc:spChg>
      </pc:sldChg>
      <pc:sldChg chg="delSp mod">
        <pc:chgData name="TARUN KUMAR" userId="d4e6cd5aeb231ae6" providerId="LiveId" clId="{9F6E78E2-E4AC-4AD2-A602-E23D3A1839EE}" dt="2026-03-03T17:26:28.591" v="18" actId="478"/>
        <pc:sldMkLst>
          <pc:docMk/>
          <pc:sldMk cId="0" sldId="317"/>
        </pc:sldMkLst>
        <pc:spChg chg="del">
          <ac:chgData name="TARUN KUMAR" userId="d4e6cd5aeb231ae6" providerId="LiveId" clId="{9F6E78E2-E4AC-4AD2-A602-E23D3A1839EE}" dt="2026-03-03T17:26:28.591" v="18" actId="478"/>
          <ac:spMkLst>
            <pc:docMk/>
            <pc:sldMk cId="0" sldId="317"/>
            <ac:spMk id="457" creationId="{00000000-0000-0000-0000-000000000000}"/>
          </ac:spMkLst>
        </pc:spChg>
      </pc:sldChg>
      <pc:sldChg chg="delSp modSp mod">
        <pc:chgData name="TARUN KUMAR" userId="d4e6cd5aeb231ae6" providerId="LiveId" clId="{9F6E78E2-E4AC-4AD2-A602-E23D3A1839EE}" dt="2026-03-03T17:26:25.689" v="17" actId="478"/>
        <pc:sldMkLst>
          <pc:docMk/>
          <pc:sldMk cId="0" sldId="318"/>
        </pc:sldMkLst>
        <pc:spChg chg="del">
          <ac:chgData name="TARUN KUMAR" userId="d4e6cd5aeb231ae6" providerId="LiveId" clId="{9F6E78E2-E4AC-4AD2-A602-E23D3A1839EE}" dt="2026-03-03T17:26:25.689" v="17" actId="478"/>
          <ac:spMkLst>
            <pc:docMk/>
            <pc:sldMk cId="0" sldId="318"/>
            <ac:spMk id="471" creationId="{00000000-0000-0000-0000-000000000000}"/>
          </ac:spMkLst>
        </pc:spChg>
        <pc:spChg chg="mod">
          <ac:chgData name="TARUN KUMAR" userId="d4e6cd5aeb231ae6" providerId="LiveId" clId="{9F6E78E2-E4AC-4AD2-A602-E23D3A1839EE}" dt="2026-03-03T17:26:23.422" v="16" actId="1076"/>
          <ac:spMkLst>
            <pc:docMk/>
            <pc:sldMk cId="0" sldId="318"/>
            <ac:spMk id="472" creationId="{00000000-0000-0000-0000-000000000000}"/>
          </ac:spMkLst>
        </pc:spChg>
      </pc:sldChg>
      <pc:sldChg chg="delSp modSp mod">
        <pc:chgData name="TARUN KUMAR" userId="d4e6cd5aeb231ae6" providerId="LiveId" clId="{9F6E78E2-E4AC-4AD2-A602-E23D3A1839EE}" dt="2026-03-03T17:26:17.821" v="15" actId="478"/>
        <pc:sldMkLst>
          <pc:docMk/>
          <pc:sldMk cId="0" sldId="320"/>
        </pc:sldMkLst>
        <pc:spChg chg="del">
          <ac:chgData name="TARUN KUMAR" userId="d4e6cd5aeb231ae6" providerId="LiveId" clId="{9F6E78E2-E4AC-4AD2-A602-E23D3A1839EE}" dt="2026-03-03T17:26:17.821" v="15" actId="478"/>
          <ac:spMkLst>
            <pc:docMk/>
            <pc:sldMk cId="0" sldId="320"/>
            <ac:spMk id="489" creationId="{00000000-0000-0000-0000-000000000000}"/>
          </ac:spMkLst>
        </pc:spChg>
        <pc:spChg chg="mod">
          <ac:chgData name="TARUN KUMAR" userId="d4e6cd5aeb231ae6" providerId="LiveId" clId="{9F6E78E2-E4AC-4AD2-A602-E23D3A1839EE}" dt="2026-03-03T17:26:13.736" v="14" actId="1076"/>
          <ac:spMkLst>
            <pc:docMk/>
            <pc:sldMk cId="0" sldId="320"/>
            <ac:spMk id="490" creationId="{00000000-0000-0000-0000-000000000000}"/>
          </ac:spMkLst>
        </pc:spChg>
      </pc:sldChg>
      <pc:sldChg chg="new del">
        <pc:chgData name="TARUN KUMAR" userId="d4e6cd5aeb231ae6" providerId="LiveId" clId="{9F6E78E2-E4AC-4AD2-A602-E23D3A1839EE}" dt="2026-03-04T07:42:54.372" v="38" actId="680"/>
        <pc:sldMkLst>
          <pc:docMk/>
          <pc:sldMk cId="218532644" sldId="324"/>
        </pc:sldMkLst>
      </pc:sldChg>
      <pc:sldChg chg="new del">
        <pc:chgData name="TARUN KUMAR" userId="d4e6cd5aeb231ae6" providerId="LiveId" clId="{9F6E78E2-E4AC-4AD2-A602-E23D3A1839EE}" dt="2026-03-04T07:42:57.138" v="40" actId="680"/>
        <pc:sldMkLst>
          <pc:docMk/>
          <pc:sldMk cId="2071548411" sldId="324"/>
        </pc:sldMkLst>
      </pc:sldChg>
      <pc:sldChg chg="new del">
        <pc:chgData name="TARUN KUMAR" userId="d4e6cd5aeb231ae6" providerId="LiveId" clId="{9F6E78E2-E4AC-4AD2-A602-E23D3A1839EE}" dt="2026-03-04T08:01:00.622" v="65" actId="680"/>
        <pc:sldMkLst>
          <pc:docMk/>
          <pc:sldMk cId="2755361586" sldId="324"/>
        </pc:sldMkLst>
      </pc:sldChg>
      <pc:sldChg chg="new del">
        <pc:chgData name="TARUN KUMAR" userId="d4e6cd5aeb231ae6" providerId="LiveId" clId="{9F6E78E2-E4AC-4AD2-A602-E23D3A1839EE}" dt="2026-03-04T08:00:59.938" v="64" actId="680"/>
        <pc:sldMkLst>
          <pc:docMk/>
          <pc:sldMk cId="2844110554" sldId="325"/>
        </pc:sldMkLst>
      </pc:sldChg>
      <pc:sldChg chg="new del">
        <pc:chgData name="TARUN KUMAR" userId="d4e6cd5aeb231ae6" providerId="LiveId" clId="{9F6E78E2-E4AC-4AD2-A602-E23D3A1839EE}" dt="2026-03-04T08:00:59.734" v="63" actId="680"/>
        <pc:sldMkLst>
          <pc:docMk/>
          <pc:sldMk cId="3144977483" sldId="326"/>
        </pc:sldMkLst>
      </pc:sldChg>
      <pc:sldChg chg="new del">
        <pc:chgData name="TARUN KUMAR" userId="d4e6cd5aeb231ae6" providerId="LiveId" clId="{9F6E78E2-E4AC-4AD2-A602-E23D3A1839EE}" dt="2026-03-04T08:00:59.537" v="62" actId="680"/>
        <pc:sldMkLst>
          <pc:docMk/>
          <pc:sldMk cId="3556434386" sldId="327"/>
        </pc:sldMkLst>
      </pc:sldChg>
      <pc:sldChg chg="new del">
        <pc:chgData name="TARUN KUMAR" userId="d4e6cd5aeb231ae6" providerId="LiveId" clId="{9F6E78E2-E4AC-4AD2-A602-E23D3A1839EE}" dt="2026-03-04T08:00:59.319" v="61" actId="680"/>
        <pc:sldMkLst>
          <pc:docMk/>
          <pc:sldMk cId="1915655348" sldId="328"/>
        </pc:sldMkLst>
      </pc:sldChg>
      <pc:sldChg chg="new del">
        <pc:chgData name="TARUN KUMAR" userId="d4e6cd5aeb231ae6" providerId="LiveId" clId="{9F6E78E2-E4AC-4AD2-A602-E23D3A1839EE}" dt="2026-03-04T08:00:58.982" v="60" actId="680"/>
        <pc:sldMkLst>
          <pc:docMk/>
          <pc:sldMk cId="1447120962" sldId="329"/>
        </pc:sldMkLst>
      </pc:sldChg>
      <pc:sldChg chg="new del">
        <pc:chgData name="TARUN KUMAR" userId="d4e6cd5aeb231ae6" providerId="LiveId" clId="{9F6E78E2-E4AC-4AD2-A602-E23D3A1839EE}" dt="2026-03-04T08:00:58.751" v="59" actId="680"/>
        <pc:sldMkLst>
          <pc:docMk/>
          <pc:sldMk cId="926812587" sldId="330"/>
        </pc:sldMkLst>
      </pc:sldChg>
      <pc:sldChg chg="new del">
        <pc:chgData name="TARUN KUMAR" userId="d4e6cd5aeb231ae6" providerId="LiveId" clId="{9F6E78E2-E4AC-4AD2-A602-E23D3A1839EE}" dt="2026-03-04T08:00:58.508" v="58" actId="680"/>
        <pc:sldMkLst>
          <pc:docMk/>
          <pc:sldMk cId="1008742790" sldId="331"/>
        </pc:sldMkLst>
      </pc:sldChg>
      <pc:sldChg chg="new del">
        <pc:chgData name="TARUN KUMAR" userId="d4e6cd5aeb231ae6" providerId="LiveId" clId="{9F6E78E2-E4AC-4AD2-A602-E23D3A1839EE}" dt="2026-03-04T08:00:58.299" v="57" actId="680"/>
        <pc:sldMkLst>
          <pc:docMk/>
          <pc:sldMk cId="2202369854" sldId="332"/>
        </pc:sldMkLst>
      </pc:sldChg>
      <pc:sldChg chg="new del">
        <pc:chgData name="TARUN KUMAR" userId="d4e6cd5aeb231ae6" providerId="LiveId" clId="{9F6E78E2-E4AC-4AD2-A602-E23D3A1839EE}" dt="2026-03-04T08:00:57.730" v="56" actId="680"/>
        <pc:sldMkLst>
          <pc:docMk/>
          <pc:sldMk cId="1567024738" sldId="333"/>
        </pc:sldMkLst>
      </pc:sldChg>
      <pc:sldChg chg="new del">
        <pc:chgData name="TARUN KUMAR" userId="d4e6cd5aeb231ae6" providerId="LiveId" clId="{9F6E78E2-E4AC-4AD2-A602-E23D3A1839EE}" dt="2026-03-04T08:00:57.045" v="55" actId="680"/>
        <pc:sldMkLst>
          <pc:docMk/>
          <pc:sldMk cId="44827683" sldId="33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407fcd79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407fcd79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44e8871e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44e8871e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3af16f1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3af16f15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3af16f15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3af16f15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3af16f15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3af16f150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3af16f150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3af16f150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3af16f150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3af16f150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3af16f150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3af16f150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3af16f150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3af16f150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44e8871e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44e8871e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3af16f150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3af16f150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3af16f15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3af16f15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3af16f15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3af16f15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6dd40935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6dd40935f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6dd4093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6dd40935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6dd40935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6dd40935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6dd40935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6dd40935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6dd40935f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6dd40935f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6dd40935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c6dd40935f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6dd40935f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6dd40935f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6dd40935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6dd40935f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6dd40935f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6dd40935f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6dd40935f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6dd40935f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6dd40935f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6dd40935f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44e8871ee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44e8871ee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6dd40935f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6dd40935f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6dd40935f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c6dd40935f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6dd40935f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c6dd40935f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6dd40935f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c6dd40935f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c6dd40935f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c6dd40935f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6dd40935f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c6dd40935f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b44e8871e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b44e8871e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8e2ec968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c8e2ec968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8e2ec968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c8e2ec968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8e2ec968d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c8e2ec968d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c8e2ec968d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c8e2ec968d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8e2ec968d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c8e2ec968d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c8e2ec968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c8e2ec968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8e2ec968d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c8e2ec968d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c8e2ec968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c8e2ec968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c8e2ec968d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c8e2ec968d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c8e2ec968d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c8e2ec968d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c8e2ec968d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c8e2ec968d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c8e2ec968d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c8e2ec968d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c8e2ec968d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c8e2ec968d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95b6145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c95b6145e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c95b6145e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c95b6145ec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c95b6145ec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c95b6145ec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c95b6145e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c95b6145ec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c95b6145e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c95b6145ec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c95b6145e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c95b6145ec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cb88a7da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cb88a7da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b44e8871ee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b44e8871ee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caf8ebb8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caf8ebb8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af8ebb8c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caf8ebb8c9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c95b6145ec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c95b6145ec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caf8ebb8c9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caf8ebb8c9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caf8ebb8c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caf8ebb8c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44e8871ee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b44e8871ee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b44e8871ee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b44e8871ee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b44e8871ee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b44e8871ee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b44e8871ee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b44e8871ee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c95b6145ec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c95b6145ec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cb88a7da4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cb88a7da4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c95b6145ec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c95b6145ec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c95b6145ec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c95b6145ec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c95b6145ec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c95b6145ec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script.p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github.com/users/%7Busername%7D/repos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8152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Collection and Preprocessing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UNIT II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Getting data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There are several ways to get data: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Using stdin and stdout (in Python)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Using files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Scraping from the web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GB">
                <a:solidFill>
                  <a:schemeClr val="dk1"/>
                </a:solidFill>
              </a:rPr>
              <a:t>Using API’s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b="1">
                <a:solidFill>
                  <a:schemeClr val="dk1"/>
                </a:solidFill>
              </a:rPr>
              <a:t>1. Using </a:t>
            </a:r>
            <a:r>
              <a:rPr lang="en-GB" sz="13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stdin</a:t>
            </a:r>
            <a:r>
              <a:rPr lang="en-GB" sz="1300" b="1">
                <a:solidFill>
                  <a:schemeClr val="dk1"/>
                </a:solidFill>
              </a:rPr>
              <a:t> and </a:t>
            </a:r>
            <a:r>
              <a:rPr lang="en-GB" sz="13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stdout</a:t>
            </a:r>
            <a:r>
              <a:rPr lang="en-GB" sz="1300" b="1">
                <a:solidFill>
                  <a:schemeClr val="dk1"/>
                </a:solidFill>
              </a:rPr>
              <a:t> (in Python)</a:t>
            </a:r>
            <a:br>
              <a:rPr lang="en-GB" sz="1200" b="1">
                <a:solidFill>
                  <a:schemeClr val="dk1"/>
                </a:solidFill>
              </a:rPr>
            </a:br>
            <a:r>
              <a:rPr lang="en-GB" sz="1600">
                <a:solidFill>
                  <a:schemeClr val="dk1"/>
                </a:solidFill>
              </a:rPr>
              <a:t> </a:t>
            </a:r>
            <a:r>
              <a:rPr lang="en-GB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stdin</a:t>
            </a:r>
            <a:r>
              <a:rPr lang="en-GB" sz="1600">
                <a:solidFill>
                  <a:schemeClr val="dk1"/>
                </a:solidFill>
              </a:rPr>
              <a:t> (standard input) is used to take input from the user, and </a:t>
            </a:r>
            <a:r>
              <a:rPr lang="en-GB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stdout</a:t>
            </a:r>
            <a:r>
              <a:rPr lang="en-GB" sz="1600">
                <a:solidFill>
                  <a:schemeClr val="dk1"/>
                </a:solidFill>
              </a:rPr>
              <a:t> (standard output) is used to display results.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dk1"/>
                </a:solidFill>
              </a:rPr>
              <a:t>Example: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12350"/>
            <a:ext cx="4048875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100" y="3161425"/>
            <a:ext cx="2887525" cy="140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212025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rgbClr val="0000FF"/>
                </a:solidFill>
              </a:rPr>
              <a:t># egrep.py</a:t>
            </a:r>
            <a:endParaRPr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rgbClr val="FF0000"/>
                </a:solidFill>
              </a:rPr>
              <a:t>import sys, re</a:t>
            </a:r>
            <a:endParaRPr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rgbClr val="0000FF"/>
                </a:solidFill>
              </a:rPr>
              <a:t># </a:t>
            </a:r>
            <a:r>
              <a:rPr lang="en-GB" dirty="0" err="1">
                <a:solidFill>
                  <a:srgbClr val="0000FF"/>
                </a:solidFill>
              </a:rPr>
              <a:t>sys.argv</a:t>
            </a:r>
            <a:r>
              <a:rPr lang="en-GB" dirty="0">
                <a:solidFill>
                  <a:srgbClr val="0000FF"/>
                </a:solidFill>
              </a:rPr>
              <a:t> is the list of command-line arguments</a:t>
            </a:r>
            <a:endParaRPr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rgbClr val="0000FF"/>
                </a:solidFill>
              </a:rPr>
              <a:t># </a:t>
            </a:r>
            <a:r>
              <a:rPr lang="en-GB" dirty="0" err="1">
                <a:solidFill>
                  <a:srgbClr val="0000FF"/>
                </a:solidFill>
              </a:rPr>
              <a:t>sys.argv</a:t>
            </a:r>
            <a:r>
              <a:rPr lang="en-GB" dirty="0">
                <a:solidFill>
                  <a:srgbClr val="0000FF"/>
                </a:solidFill>
              </a:rPr>
              <a:t>[0] is the name of the program itself</a:t>
            </a:r>
            <a:endParaRPr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rgbClr val="0000FF"/>
                </a:solidFill>
              </a:rPr>
              <a:t># </a:t>
            </a:r>
            <a:r>
              <a:rPr lang="en-GB" dirty="0" err="1">
                <a:solidFill>
                  <a:srgbClr val="0000FF"/>
                </a:solidFill>
              </a:rPr>
              <a:t>sys.argv</a:t>
            </a:r>
            <a:r>
              <a:rPr lang="en-GB" dirty="0">
                <a:solidFill>
                  <a:srgbClr val="0000FF"/>
                </a:solidFill>
              </a:rPr>
              <a:t>[1] will be the regex specified at the command line</a:t>
            </a:r>
            <a:endParaRPr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regex = </a:t>
            </a:r>
            <a:r>
              <a:rPr lang="en-GB" dirty="0" err="1">
                <a:solidFill>
                  <a:schemeClr val="dk1"/>
                </a:solidFill>
              </a:rPr>
              <a:t>sys.argv</a:t>
            </a:r>
            <a:r>
              <a:rPr lang="en-GB" dirty="0">
                <a:solidFill>
                  <a:schemeClr val="dk1"/>
                </a:solidFill>
              </a:rPr>
              <a:t>[1]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rgbClr val="0000FF"/>
                </a:solidFill>
              </a:rPr>
              <a:t># for every line passed into the script</a:t>
            </a:r>
            <a:endParaRPr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for line in </a:t>
            </a:r>
            <a:r>
              <a:rPr lang="en-GB" dirty="0" err="1">
                <a:solidFill>
                  <a:schemeClr val="dk1"/>
                </a:solidFill>
              </a:rPr>
              <a:t>sys.stdin</a:t>
            </a:r>
            <a:r>
              <a:rPr lang="en-GB" dirty="0">
                <a:solidFill>
                  <a:schemeClr val="dk1"/>
                </a:solidFill>
              </a:rPr>
              <a:t>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rgbClr val="0000FF"/>
                </a:solidFill>
              </a:rPr>
              <a:t># if it matches the regex, write it to </a:t>
            </a:r>
            <a:r>
              <a:rPr lang="en-GB" dirty="0" err="1">
                <a:solidFill>
                  <a:srgbClr val="0000FF"/>
                </a:solidFill>
              </a:rPr>
              <a:t>stdout</a:t>
            </a:r>
            <a:endParaRPr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if </a:t>
            </a:r>
            <a:r>
              <a:rPr lang="en-GB" dirty="0" err="1">
                <a:solidFill>
                  <a:schemeClr val="dk1"/>
                </a:solidFill>
              </a:rPr>
              <a:t>re.search</a:t>
            </a:r>
            <a:r>
              <a:rPr lang="en-GB" dirty="0">
                <a:solidFill>
                  <a:schemeClr val="dk1"/>
                </a:solidFill>
              </a:rPr>
              <a:t>(regex, line):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dirty="0" err="1">
                <a:solidFill>
                  <a:schemeClr val="dk1"/>
                </a:solidFill>
              </a:rPr>
              <a:t>sys.stdout.write</a:t>
            </a:r>
            <a:r>
              <a:rPr lang="en-GB" dirty="0">
                <a:solidFill>
                  <a:schemeClr val="dk1"/>
                </a:solidFill>
              </a:rPr>
              <a:t>(line)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398725"/>
            <a:ext cx="8520600" cy="41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0000FF"/>
                </a:solidFill>
              </a:rPr>
              <a:t># line_count.py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import sys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count = 0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for line in sys.stdin: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count += 1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0000FF"/>
                </a:solidFill>
              </a:rPr>
              <a:t># print goes to sys.stdout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print count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You could then use these to count how many lines of a file contain numbers.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 Windows, you’d use: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FF0000"/>
                </a:solidFill>
              </a:rPr>
              <a:t>type SomeFile.txt | python egrep.py "[0-9]" | python line_count.py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whereas in a Unix system you’d use: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FF0000"/>
                </a:solidFill>
              </a:rPr>
              <a:t>cat SomeFile.txt | python egrep.py "[0-9]" | python line_count.py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| is the pipe character, which means “use the output of the left command as the input of the right command.”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3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rgbClr val="0000FF"/>
                </a:solidFill>
              </a:rPr>
              <a:t># most_common_words.py                                                  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rgbClr val="FF0000"/>
                </a:solidFill>
              </a:rPr>
              <a:t>import sys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rgbClr val="FF0000"/>
                </a:solidFill>
              </a:rPr>
              <a:t>from collections import Counter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rgbClr val="0000FF"/>
                </a:solidFill>
              </a:rPr>
              <a:t># pass in number of words as first argument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try: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num_words = int(sys.argv[1])                              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except: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print "usage: most_common_words.py num_words"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sys.exit(1) 	</a:t>
            </a:r>
            <a:r>
              <a:rPr lang="en-GB">
                <a:solidFill>
                  <a:srgbClr val="0000FF"/>
                </a:solidFill>
              </a:rPr>
              <a:t># non-zero exit code indicates error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counter = Counter(word.lower() 	</a:t>
            </a:r>
            <a:r>
              <a:rPr lang="en-GB">
                <a:solidFill>
                  <a:srgbClr val="0000FF"/>
                </a:solidFill>
              </a:rPr>
              <a:t># lowercase words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for line in sys.stdin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for word in line.strip().split() 	</a:t>
            </a:r>
            <a:r>
              <a:rPr lang="en-GB">
                <a:solidFill>
                  <a:srgbClr val="0000FF"/>
                </a:solidFill>
              </a:rPr>
              <a:t># split on spaces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if word) 		</a:t>
            </a:r>
            <a:r>
              <a:rPr lang="en-GB">
                <a:solidFill>
                  <a:srgbClr val="0000FF"/>
                </a:solidFill>
              </a:rPr>
              <a:t># skip empty 'words'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for word, count in counter.most_common(num_words):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sys.stdout.write(str(count))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sys.stdout.write("\t")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sys.stdout.write(word)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sys.stdout.write("\n")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0350" y="1700925"/>
            <a:ext cx="2947650" cy="362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type sample.txt | python most_common_words.py 10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Try it yourself: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Print all words whose length is </a:t>
            </a:r>
            <a:r>
              <a:rPr lang="en-GB" b="1">
                <a:solidFill>
                  <a:schemeClr val="dk1"/>
                </a:solidFill>
              </a:rPr>
              <a:t>greater than or equal to a given number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xfrm>
            <a:off x="311700" y="594600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rgbClr val="0000FF"/>
                </a:solidFill>
              </a:rPr>
              <a:t># long_words.py</a:t>
            </a:r>
            <a:endParaRPr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import sys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rgbClr val="0000FF"/>
                </a:solidFill>
              </a:rPr>
              <a:t># get minimum word length from command line</a:t>
            </a:r>
            <a:endParaRPr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try: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    </a:t>
            </a:r>
            <a:r>
              <a:rPr lang="en-GB" dirty="0" err="1">
                <a:solidFill>
                  <a:schemeClr val="dk1"/>
                </a:solidFill>
              </a:rPr>
              <a:t>min_length</a:t>
            </a:r>
            <a:r>
              <a:rPr lang="en-GB" dirty="0">
                <a:solidFill>
                  <a:schemeClr val="dk1"/>
                </a:solidFill>
              </a:rPr>
              <a:t> = int(</a:t>
            </a:r>
            <a:r>
              <a:rPr lang="en-GB" dirty="0" err="1">
                <a:solidFill>
                  <a:schemeClr val="dk1"/>
                </a:solidFill>
              </a:rPr>
              <a:t>sys.argv</a:t>
            </a:r>
            <a:r>
              <a:rPr lang="en-GB" dirty="0">
                <a:solidFill>
                  <a:schemeClr val="dk1"/>
                </a:solidFill>
              </a:rPr>
              <a:t>[1])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except: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    print("Usage: long_words.py </a:t>
            </a:r>
            <a:r>
              <a:rPr lang="en-GB" dirty="0" err="1">
                <a:solidFill>
                  <a:schemeClr val="dk1"/>
                </a:solidFill>
              </a:rPr>
              <a:t>min_length</a:t>
            </a:r>
            <a:r>
              <a:rPr lang="en-GB" dirty="0">
                <a:solidFill>
                  <a:schemeClr val="dk1"/>
                </a:solidFill>
              </a:rPr>
              <a:t>")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    </a:t>
            </a:r>
            <a:r>
              <a:rPr lang="en-GB" dirty="0" err="1">
                <a:solidFill>
                  <a:schemeClr val="dk1"/>
                </a:solidFill>
              </a:rPr>
              <a:t>sys.exit</a:t>
            </a:r>
            <a:r>
              <a:rPr lang="en-GB" dirty="0">
                <a:solidFill>
                  <a:schemeClr val="dk1"/>
                </a:solidFill>
              </a:rPr>
              <a:t>(1)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rgbClr val="0000FF"/>
                </a:solidFill>
              </a:rPr>
              <a:t># read input line by line</a:t>
            </a:r>
            <a:endParaRPr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for line in </a:t>
            </a:r>
            <a:r>
              <a:rPr lang="en-GB" dirty="0" err="1">
                <a:solidFill>
                  <a:schemeClr val="dk1"/>
                </a:solidFill>
              </a:rPr>
              <a:t>sys.stdin</a:t>
            </a:r>
            <a:r>
              <a:rPr lang="en-GB" dirty="0">
                <a:solidFill>
                  <a:schemeClr val="dk1"/>
                </a:solidFill>
              </a:rPr>
              <a:t>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    words = </a:t>
            </a:r>
            <a:r>
              <a:rPr lang="en-GB" dirty="0" err="1">
                <a:solidFill>
                  <a:schemeClr val="dk1"/>
                </a:solidFill>
              </a:rPr>
              <a:t>line.strip</a:t>
            </a:r>
            <a:r>
              <a:rPr lang="en-GB" dirty="0">
                <a:solidFill>
                  <a:schemeClr val="dk1"/>
                </a:solidFill>
              </a:rPr>
              <a:t>().split()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    for word in words: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        if </a:t>
            </a:r>
            <a:r>
              <a:rPr lang="en-GB" dirty="0" err="1">
                <a:solidFill>
                  <a:schemeClr val="dk1"/>
                </a:solidFill>
              </a:rPr>
              <a:t>len</a:t>
            </a:r>
            <a:r>
              <a:rPr lang="en-GB" dirty="0">
                <a:solidFill>
                  <a:schemeClr val="dk1"/>
                </a:solidFill>
              </a:rPr>
              <a:t>(word) &gt;= </a:t>
            </a:r>
            <a:r>
              <a:rPr lang="en-GB" dirty="0" err="1">
                <a:solidFill>
                  <a:schemeClr val="dk1"/>
                </a:solidFill>
              </a:rPr>
              <a:t>min_length</a:t>
            </a:r>
            <a:r>
              <a:rPr lang="en-GB" dirty="0">
                <a:solidFill>
                  <a:schemeClr val="dk1"/>
                </a:solidFill>
              </a:rPr>
              <a:t>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            </a:t>
            </a:r>
            <a:r>
              <a:rPr lang="en-GB" dirty="0" err="1">
                <a:solidFill>
                  <a:schemeClr val="dk1"/>
                </a:solidFill>
              </a:rPr>
              <a:t>sys.stdout.write</a:t>
            </a:r>
            <a:r>
              <a:rPr lang="en-GB" dirty="0">
                <a:solidFill>
                  <a:schemeClr val="dk1"/>
                </a:solidFill>
              </a:rPr>
              <a:t>(word)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            </a:t>
            </a:r>
            <a:r>
              <a:rPr lang="en-GB" dirty="0" err="1">
                <a:solidFill>
                  <a:schemeClr val="dk1"/>
                </a:solidFill>
              </a:rPr>
              <a:t>sys.stdout.write</a:t>
            </a:r>
            <a:r>
              <a:rPr lang="en-GB" dirty="0">
                <a:solidFill>
                  <a:schemeClr val="dk1"/>
                </a:solidFill>
              </a:rPr>
              <a:t>("\n")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>
            <a:off x="311700" y="57467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Basics of Text Files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first step to working with a text file is to obtain a file object using open: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FF0000"/>
                </a:solidFill>
              </a:rPr>
              <a:t>file = open('reading_file.txt', 'r') </a:t>
            </a:r>
            <a:r>
              <a:rPr lang="en-GB">
                <a:solidFill>
                  <a:schemeClr val="dk1"/>
                </a:solidFill>
              </a:rPr>
              <a:t>           </a:t>
            </a:r>
            <a:r>
              <a:rPr lang="en-GB">
                <a:solidFill>
                  <a:srgbClr val="0000FF"/>
                </a:solidFill>
              </a:rPr>
              <a:t>  # Options: 'r',’w’,’a’ 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FF0000"/>
                </a:solidFill>
              </a:rPr>
              <a:t>file.close()  </a:t>
            </a:r>
            <a:r>
              <a:rPr lang="en-GB">
                <a:solidFill>
                  <a:schemeClr val="dk1"/>
                </a:solidFill>
              </a:rPr>
              <a:t>                       </a:t>
            </a:r>
            <a:r>
              <a:rPr lang="en-GB">
                <a:solidFill>
                  <a:srgbClr val="0000FF"/>
                </a:solidFill>
              </a:rPr>
              <a:t> # don't forget to close your files when you're done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Because it is easy to forget to close your files, you should always use them in a with block, at the end of which they will be closed automatically: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open(filename,'r') as f: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data = function_that_gets_data_from(f)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process(data)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5775" y="3339300"/>
            <a:ext cx="4524275" cy="11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311700" y="57467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</a:rPr>
              <a:t>Using Files</a:t>
            </a:r>
            <a:endParaRPr sz="16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dirty="0">
                <a:solidFill>
                  <a:schemeClr val="dk1"/>
                </a:solidFill>
              </a:rPr>
              <a:t> Data can be stored in files (CSV, TXT, Excel) and read into a Python program for processing.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dk1"/>
                </a:solidFill>
              </a:rPr>
              <a:t>Example (Reading a CSV file):</a:t>
            </a:r>
            <a:endParaRPr sz="14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4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75" y="2392504"/>
            <a:ext cx="3642842" cy="144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6150" y="2160450"/>
            <a:ext cx="2269475" cy="168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Reading a file line by line and counting lines starting with </a:t>
            </a:r>
            <a:r>
              <a:rPr lang="en-GB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</a:t>
            </a:r>
            <a:endParaRPr sz="2400"/>
          </a:p>
        </p:txBody>
      </p:sp>
      <p:sp>
        <p:nvSpPr>
          <p:cNvPr id="127" name="Google Shape;12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03250"/>
            <a:ext cx="6476526" cy="336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120"/>
              <a:t>Extracting domains from email addresses &amp; counting domain address</a:t>
            </a:r>
            <a:endParaRPr sz="2120"/>
          </a:p>
        </p:txBody>
      </p:sp>
      <p:sp>
        <p:nvSpPr>
          <p:cNvPr id="134" name="Google Shape;134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756" y="1292025"/>
            <a:ext cx="4582600" cy="127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6700" y="2432200"/>
            <a:ext cx="4915600" cy="213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Try it yourself</a:t>
            </a:r>
            <a:endParaRPr/>
          </a:p>
        </p:txBody>
      </p:sp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7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Count File Extensions in a File List</a:t>
            </a:r>
            <a:endParaRPr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Sample Input File: </a:t>
            </a:r>
            <a:r>
              <a:rPr lang="en-GB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files.txt</a:t>
            </a:r>
            <a:endParaRPr>
              <a:solidFill>
                <a:srgbClr val="FF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Report.pdf           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image.jpg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notes.txt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photo.jpg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summary.pdf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data.csv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script.py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from collections import Counter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def get_extension(filename):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</a:t>
            </a:r>
            <a:r>
              <a:rPr lang="en-GB">
                <a:solidFill>
                  <a:srgbClr val="0000FF"/>
                </a:solidFill>
              </a:rPr>
              <a:t>#Return the file extension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if "." in filename: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   return filename.lower().split(".")[-1]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return "no_extension"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open("files.txt", "r") as f: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extension_counts = Counter(get_extension(line.strip())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   for line in 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   if line.strip()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for ext, count in extension_counts.items():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print(ext, count)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- Basics</a:t>
            </a:r>
            <a:endParaRPr/>
          </a:p>
        </p:txBody>
      </p:sp>
      <p:sp>
        <p:nvSpPr>
          <p:cNvPr id="154" name="Google Shape;154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FF0000"/>
                </a:solidFill>
              </a:rPr>
              <a:t>with open("sample.txt", "r") as f: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for line in f: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    print(line.strip())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- Basics</a:t>
            </a:r>
            <a:endParaRPr/>
          </a:p>
        </p:txBody>
      </p:sp>
      <p:sp>
        <p:nvSpPr>
          <p:cNvPr id="160" name="Google Shape;16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count = 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FF0000"/>
                </a:solidFill>
              </a:rPr>
              <a:t>with open("sample.txt", "r") as f: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FF0000"/>
                </a:solidFill>
              </a:rPr>
              <a:t>   </a:t>
            </a:r>
            <a:r>
              <a:rPr lang="en-GB">
                <a:solidFill>
                  <a:schemeClr val="dk1"/>
                </a:solidFill>
              </a:rPr>
              <a:t> for line in f: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   count += 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print("Number of lines:", count)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- Basics</a:t>
            </a:r>
            <a:endParaRPr/>
          </a:p>
        </p:txBody>
      </p:sp>
      <p:sp>
        <p:nvSpPr>
          <p:cNvPr id="166" name="Google Shape;166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 err="1">
                <a:solidFill>
                  <a:schemeClr val="dk1"/>
                </a:solidFill>
              </a:rPr>
              <a:t>word_count</a:t>
            </a:r>
            <a:r>
              <a:rPr lang="en-GB" dirty="0">
                <a:solidFill>
                  <a:schemeClr val="dk1"/>
                </a:solidFill>
              </a:rPr>
              <a:t> = 0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with open("sample.txt", "r") as f: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    for line in f: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        words = </a:t>
            </a:r>
            <a:r>
              <a:rPr lang="en-GB" dirty="0" err="1">
                <a:solidFill>
                  <a:schemeClr val="dk1"/>
                </a:solidFill>
              </a:rPr>
              <a:t>line.split</a:t>
            </a:r>
            <a:r>
              <a:rPr lang="en-GB" dirty="0">
                <a:solidFill>
                  <a:schemeClr val="dk1"/>
                </a:solidFill>
              </a:rPr>
              <a:t>()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        </a:t>
            </a:r>
            <a:r>
              <a:rPr lang="en-GB" dirty="0" err="1">
                <a:solidFill>
                  <a:schemeClr val="dk1"/>
                </a:solidFill>
              </a:rPr>
              <a:t>word_count</a:t>
            </a:r>
            <a:r>
              <a:rPr lang="en-GB" dirty="0">
                <a:solidFill>
                  <a:schemeClr val="dk1"/>
                </a:solidFill>
              </a:rPr>
              <a:t> += </a:t>
            </a:r>
            <a:r>
              <a:rPr lang="en-GB" dirty="0" err="1">
                <a:solidFill>
                  <a:schemeClr val="dk1"/>
                </a:solidFill>
              </a:rPr>
              <a:t>len</a:t>
            </a:r>
            <a:r>
              <a:rPr lang="en-GB" dirty="0">
                <a:solidFill>
                  <a:schemeClr val="dk1"/>
                </a:solidFill>
              </a:rPr>
              <a:t>(words)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print("Total words:", </a:t>
            </a:r>
            <a:r>
              <a:rPr lang="en-GB" dirty="0" err="1">
                <a:solidFill>
                  <a:schemeClr val="dk1"/>
                </a:solidFill>
              </a:rPr>
              <a:t>word_count</a:t>
            </a:r>
            <a:r>
              <a:rPr lang="en-GB" dirty="0">
                <a:solidFill>
                  <a:schemeClr val="dk1"/>
                </a:solidFill>
              </a:rPr>
              <a:t>)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- Basics - Display lines containing a word</a:t>
            </a:r>
            <a:endParaRPr/>
          </a:p>
        </p:txBody>
      </p:sp>
      <p:sp>
        <p:nvSpPr>
          <p:cNvPr id="172" name="Google Shape;172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keyword = "python"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open("sample.txt", "r") as f: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for line in f: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   if keyword in line.lower():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        print(line.strip())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- Basics - Read entire file at once</a:t>
            </a:r>
            <a:endParaRPr/>
          </a:p>
        </p:txBody>
      </p:sp>
      <p:sp>
        <p:nvSpPr>
          <p:cNvPr id="178" name="Google Shape;178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with open("sample.txt", "r") as f: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data = f.read()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print(data)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- Basics - Count blank lines in a file</a:t>
            </a:r>
            <a:endParaRPr/>
          </a:p>
        </p:txBody>
      </p:sp>
      <p:sp>
        <p:nvSpPr>
          <p:cNvPr id="184" name="Google Shape;184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>
                <a:solidFill>
                  <a:schemeClr val="dk1"/>
                </a:solidFill>
              </a:rPr>
              <a:t>blank_lines</a:t>
            </a:r>
            <a:r>
              <a:rPr lang="en-GB" dirty="0">
                <a:solidFill>
                  <a:schemeClr val="dk1"/>
                </a:solidFill>
              </a:rPr>
              <a:t> = 0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with open("sample.txt", "r") as f: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    for line in f: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        if </a:t>
            </a:r>
            <a:r>
              <a:rPr lang="en-GB" dirty="0" err="1">
                <a:solidFill>
                  <a:schemeClr val="dk1"/>
                </a:solidFill>
              </a:rPr>
              <a:t>line.strip</a:t>
            </a:r>
            <a:r>
              <a:rPr lang="en-GB" dirty="0">
                <a:solidFill>
                  <a:schemeClr val="dk1"/>
                </a:solidFill>
              </a:rPr>
              <a:t>() == "":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            </a:t>
            </a:r>
            <a:r>
              <a:rPr lang="en-GB" dirty="0" err="1">
                <a:solidFill>
                  <a:schemeClr val="dk1"/>
                </a:solidFill>
              </a:rPr>
              <a:t>blank_lines</a:t>
            </a:r>
            <a:r>
              <a:rPr lang="en-GB" dirty="0">
                <a:solidFill>
                  <a:schemeClr val="dk1"/>
                </a:solidFill>
              </a:rPr>
              <a:t> += 1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print("Blank lines:", </a:t>
            </a:r>
            <a:r>
              <a:rPr lang="en-GB" dirty="0" err="1">
                <a:solidFill>
                  <a:schemeClr val="dk1"/>
                </a:solidFill>
              </a:rPr>
              <a:t>blank_lines</a:t>
            </a:r>
            <a:r>
              <a:rPr lang="en-GB" dirty="0">
                <a:solidFill>
                  <a:schemeClr val="dk1"/>
                </a:solidFill>
              </a:rPr>
              <a:t>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Count vowels in a file</a:t>
            </a:r>
            <a:endParaRPr/>
          </a:p>
        </p:txBody>
      </p:sp>
      <p:sp>
        <p:nvSpPr>
          <p:cNvPr id="190" name="Google Shape;190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vowel_count = 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vowels = "aeiouAEIOU"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open("sample.txt", "r") as f: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for line in f: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   for ch in line: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       if ch in vowels: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           vowel_count += 1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print("Total number of vowels:", vowel_count)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Print only lines starting with a capital letter</a:t>
            </a:r>
            <a:endParaRPr/>
          </a:p>
        </p:txBody>
      </p:sp>
      <p:sp>
        <p:nvSpPr>
          <p:cNvPr id="196" name="Google Shape;196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# Program to print lines starting with a capital letter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open("sample.txt", "r") as f: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for line in f: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   stripped_line = line.strip()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   if stripped_line and stripped_line[0].isupper():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       print(stripped_line)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the longest line in a file</a:t>
            </a:r>
            <a:endParaRPr/>
          </a:p>
        </p:txBody>
      </p:sp>
      <p:sp>
        <p:nvSpPr>
          <p:cNvPr id="202" name="Google Shape;202;p36"/>
          <p:cNvSpPr txBox="1">
            <a:spLocks noGrp="1"/>
          </p:cNvSpPr>
          <p:nvPr>
            <p:ph type="body" idx="1"/>
          </p:nvPr>
        </p:nvSpPr>
        <p:spPr>
          <a:xfrm>
            <a:off x="311700" y="887150"/>
            <a:ext cx="8520600" cy="39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longest_line = ""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max_length = 0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open("sample.txt", "r") as f: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for line in f: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   stripped_line = line.strip()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   if len(stripped_line) &gt; max_length: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       max_length = len(stripped_line)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       longest_line = stripped_line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print("Longest line:")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print(longest_line)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print("Length:", max_length)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Copy content from one file to another</a:t>
            </a:r>
            <a:endParaRPr/>
          </a:p>
        </p:txBody>
      </p:sp>
      <p:sp>
        <p:nvSpPr>
          <p:cNvPr id="208" name="Google Shape;208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with open("source.txt", "r") as source: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with open("destination.txt", "w") as destination: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   for line in source: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           destination.write(line)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print("Content copied successfully.")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8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</a:rPr>
              <a:t>Scraping Data from the Web</a:t>
            </a:r>
            <a:br>
              <a:rPr lang="en-GB" sz="1600" b="1" dirty="0">
                <a:solidFill>
                  <a:schemeClr val="dk1"/>
                </a:solidFill>
              </a:rPr>
            </a:br>
            <a:r>
              <a:rPr lang="en-GB" sz="1600" dirty="0">
                <a:solidFill>
                  <a:schemeClr val="dk1"/>
                </a:solidFill>
              </a:rPr>
              <a:t> </a:t>
            </a:r>
            <a:r>
              <a:rPr lang="en-GB" sz="1600" dirty="0" err="1">
                <a:solidFill>
                  <a:schemeClr val="dk1"/>
                </a:solidFill>
              </a:rPr>
              <a:t>Web</a:t>
            </a:r>
            <a:r>
              <a:rPr lang="en-GB" sz="1600" dirty="0">
                <a:solidFill>
                  <a:schemeClr val="dk1"/>
                </a:solidFill>
              </a:rPr>
              <a:t> scraping is the process of automatically extracting data from websites using Python libraries.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dk1"/>
                </a:solidFill>
              </a:rPr>
              <a:t>Example (Simple web scraping):</a:t>
            </a:r>
            <a:endParaRPr sz="14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15" name="Google Shape;21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800" y="2114431"/>
            <a:ext cx="4316450" cy="269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2950" y="1718375"/>
            <a:ext cx="2160475" cy="50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7450" y="2301875"/>
            <a:ext cx="4159050" cy="4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- Basics</a:t>
            </a:r>
            <a:endParaRPr/>
          </a:p>
        </p:txBody>
      </p:sp>
      <p:sp>
        <p:nvSpPr>
          <p:cNvPr id="223" name="Google Shape;223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import requests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url = "https://example.com"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response = requests.get(url)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print(response.text)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- Basics - Extract page title</a:t>
            </a:r>
            <a:endParaRPr/>
          </a:p>
        </p:txBody>
      </p:sp>
      <p:sp>
        <p:nvSpPr>
          <p:cNvPr id="229" name="Google Shape;229;p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import requests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from bs4 import BeautifulSoup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url = "https://example.com"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html = requests.get(url).text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soup = BeautifulSoup(html, "html.parser")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print("Page Title:", soup.title.text)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- Basics - Extract all links from a webpage</a:t>
            </a:r>
            <a:endParaRPr/>
          </a:p>
        </p:txBody>
      </p:sp>
      <p:sp>
        <p:nvSpPr>
          <p:cNvPr id="235" name="Google Shape;235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import requests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from bs4 import BeautifulSoup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url = "https://example.com"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html = requests.get(url).text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soup = BeautifulSoup(html, "html.parser")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for link in soup.find_all("a"):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print(link.get("href"))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Try it yourself </a:t>
            </a:r>
            <a:endParaRPr/>
          </a:p>
        </p:txBody>
      </p:sp>
      <p:sp>
        <p:nvSpPr>
          <p:cNvPr id="241" name="Google Shape;241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Write a Python program to </a:t>
            </a:r>
            <a:r>
              <a:rPr lang="en-GB">
                <a:solidFill>
                  <a:srgbClr val="FF0000"/>
                </a:solidFill>
              </a:rPr>
              <a:t>Extract headings (</a:t>
            </a:r>
            <a:r>
              <a:rPr lang="en-GB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&lt;h1&gt;</a:t>
            </a:r>
            <a:r>
              <a:rPr lang="en-GB">
                <a:solidFill>
                  <a:srgbClr val="FF0000"/>
                </a:solidFill>
              </a:rPr>
              <a:t>) from a webpage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Write a Python program to </a:t>
            </a:r>
            <a:r>
              <a:rPr lang="en-GB">
                <a:solidFill>
                  <a:srgbClr val="FF0000"/>
                </a:solidFill>
              </a:rPr>
              <a:t>Save scraped data to a file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import requests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from bs4 import BeautifulSoup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url = "</a:t>
            </a:r>
            <a:r>
              <a:rPr lang="en-GB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https://example.com</a:t>
            </a:r>
            <a:r>
              <a:rPr lang="en-GB">
                <a:solidFill>
                  <a:schemeClr val="dk1"/>
                </a:solidFill>
              </a:rPr>
              <a:t>"			</a:t>
            </a:r>
            <a:r>
              <a:rPr lang="en-GB">
                <a:solidFill>
                  <a:srgbClr val="0000FF"/>
                </a:solidFill>
              </a:rPr>
              <a:t># URL of the webpage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response = requests.get(url)		</a:t>
            </a:r>
            <a:r>
              <a:rPr lang="en-GB">
                <a:solidFill>
                  <a:srgbClr val="0000FF"/>
                </a:solidFill>
              </a:rPr>
              <a:t># Fetch the webpage content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soup = BeautifulSoup(response.text, "html.parser")		</a:t>
            </a:r>
            <a:r>
              <a:rPr lang="en-GB">
                <a:solidFill>
                  <a:srgbClr val="0000FF"/>
                </a:solidFill>
              </a:rPr>
              <a:t># Parse HTML content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headings = soup.find_all("h1")		</a:t>
            </a:r>
            <a:r>
              <a:rPr lang="en-GB">
                <a:solidFill>
                  <a:srgbClr val="0000FF"/>
                </a:solidFill>
              </a:rPr>
              <a:t># Find all &lt;h1&gt; tags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print("H1 Headings in the webpage:")		</a:t>
            </a:r>
            <a:r>
              <a:rPr lang="en-GB">
                <a:solidFill>
                  <a:srgbClr val="0000FF"/>
                </a:solidFill>
              </a:rPr>
              <a:t># Print the headings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for h in headings: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print(h.text.strip())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import requests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from bs4 import BeautifulSoup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url = "</a:t>
            </a:r>
            <a:r>
              <a:rPr lang="en-GB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https://example.com</a:t>
            </a:r>
            <a:r>
              <a:rPr lang="en-GB">
                <a:solidFill>
                  <a:schemeClr val="dk1"/>
                </a:solidFill>
              </a:rPr>
              <a:t>"			</a:t>
            </a:r>
            <a:r>
              <a:rPr lang="en-GB">
                <a:solidFill>
                  <a:srgbClr val="0000FF"/>
                </a:solidFill>
              </a:rPr>
              <a:t># URL of the webpage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response = requests.get(url)		</a:t>
            </a:r>
            <a:r>
              <a:rPr lang="en-GB">
                <a:solidFill>
                  <a:srgbClr val="0000FF"/>
                </a:solidFill>
              </a:rPr>
              <a:t># Fetch webpage content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soup = BeautifulSoup(response.text, "html.parser")</a:t>
            </a:r>
            <a:r>
              <a:rPr lang="en-GB">
                <a:solidFill>
                  <a:schemeClr val="dk1"/>
                </a:solidFill>
              </a:rPr>
              <a:t>		</a:t>
            </a:r>
            <a:r>
              <a:rPr lang="en-GB">
                <a:solidFill>
                  <a:srgbClr val="0000FF"/>
                </a:solidFill>
              </a:rPr>
              <a:t># Parse HTML content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headings = soup.find_all("h1")</a:t>
            </a:r>
            <a:r>
              <a:rPr lang="en-GB">
                <a:solidFill>
                  <a:schemeClr val="dk1"/>
                </a:solidFill>
              </a:rPr>
              <a:t>		</a:t>
            </a:r>
            <a:r>
              <a:rPr lang="en-GB">
                <a:solidFill>
                  <a:srgbClr val="0000FF"/>
                </a:solidFill>
              </a:rPr>
              <a:t># Extract all &lt;h1&gt; headings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with open("headings.txt", "w") as f:		</a:t>
            </a:r>
            <a:r>
              <a:rPr lang="en-GB">
                <a:solidFill>
                  <a:srgbClr val="0000FF"/>
                </a:solidFill>
              </a:rPr>
              <a:t># Save headings to a file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for h in headings: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    f.write(h.text.strip())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    f.write("\n")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print("Scraped data saved to headings.txt")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5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5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Using APIs</a:t>
            </a:r>
            <a:endParaRPr b="1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Many websites and web services provide application programming interfaces (APIs),which allow you to </a:t>
            </a:r>
            <a:r>
              <a:rPr lang="en-GB">
                <a:solidFill>
                  <a:srgbClr val="FF0000"/>
                </a:solidFill>
              </a:rPr>
              <a:t>explicitly request data in a structured format</a:t>
            </a:r>
            <a:r>
              <a:rPr lang="en-GB">
                <a:solidFill>
                  <a:schemeClr val="dk1"/>
                </a:solidFill>
              </a:rPr>
              <a:t>. This saves you the trouble of having to scrape them!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Because </a:t>
            </a:r>
            <a:r>
              <a:rPr lang="en-GB">
                <a:solidFill>
                  <a:srgbClr val="FF0000"/>
                </a:solidFill>
              </a:rPr>
              <a:t>HTTP</a:t>
            </a:r>
            <a:r>
              <a:rPr lang="en-GB">
                <a:solidFill>
                  <a:schemeClr val="dk1"/>
                </a:solidFill>
              </a:rPr>
              <a:t> is a protocol for transferring text, the </a:t>
            </a:r>
            <a:r>
              <a:rPr lang="en-GB">
                <a:solidFill>
                  <a:srgbClr val="FF0000"/>
                </a:solidFill>
              </a:rPr>
              <a:t>data you request through a web API needs to be serialized into a string format</a:t>
            </a:r>
            <a:r>
              <a:rPr lang="en-GB">
                <a:solidFill>
                  <a:schemeClr val="dk1"/>
                </a:solidFill>
              </a:rPr>
              <a:t>. Often this serialization uses </a:t>
            </a:r>
            <a:r>
              <a:rPr lang="en-GB">
                <a:solidFill>
                  <a:srgbClr val="FF0000"/>
                </a:solidFill>
              </a:rPr>
              <a:t>JavaScriptObject Notation (JSON).</a:t>
            </a:r>
            <a:r>
              <a:rPr lang="en-GB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JavaScript objects look quite similar to Python dicts, which makes their string representations easy to interpret: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{ "title" : "Data Science Book",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"author" : "Joel Grus",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"publicationYear" : 2014,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"topics" : [ "data", "science", "data science"] 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6"/>
          <p:cNvSpPr txBox="1">
            <a:spLocks noGrp="1"/>
          </p:cNvSpPr>
          <p:nvPr>
            <p:ph type="title"/>
          </p:nvPr>
        </p:nvSpPr>
        <p:spPr>
          <a:xfrm>
            <a:off x="311700" y="159500"/>
            <a:ext cx="8520600" cy="4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</p:txBody>
      </p:sp>
      <p:sp>
        <p:nvSpPr>
          <p:cNvPr id="265" name="Google Shape;265;p46"/>
          <p:cNvSpPr txBox="1">
            <a:spLocks noGrp="1"/>
          </p:cNvSpPr>
          <p:nvPr>
            <p:ph type="body" idx="1"/>
          </p:nvPr>
        </p:nvSpPr>
        <p:spPr>
          <a:xfrm>
            <a:off x="311700" y="578300"/>
            <a:ext cx="8520600" cy="42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rgbClr val="FF0000"/>
                </a:solidFill>
              </a:rPr>
              <a:t>import </a:t>
            </a:r>
            <a:r>
              <a:rPr lang="en-GB" dirty="0" err="1">
                <a:solidFill>
                  <a:srgbClr val="FF0000"/>
                </a:solidFill>
              </a:rPr>
              <a:t>json</a:t>
            </a:r>
            <a:r>
              <a:rPr lang="en-GB" dirty="0">
                <a:solidFill>
                  <a:schemeClr val="dk1"/>
                </a:solidFill>
              </a:rPr>
              <a:t>	   				 </a:t>
            </a:r>
            <a:r>
              <a:rPr lang="en-GB" dirty="0">
                <a:solidFill>
                  <a:srgbClr val="0000FF"/>
                </a:solidFill>
              </a:rPr>
              <a:t># imports </a:t>
            </a:r>
            <a:r>
              <a:rPr lang="en-GB" dirty="0" err="1">
                <a:solidFill>
                  <a:srgbClr val="0000FF"/>
                </a:solidFill>
              </a:rPr>
              <a:t>json</a:t>
            </a:r>
            <a:r>
              <a:rPr lang="en-GB" dirty="0">
                <a:solidFill>
                  <a:srgbClr val="0000FF"/>
                </a:solidFill>
              </a:rPr>
              <a:t> (Python’s Built-in module)	</a:t>
            </a:r>
            <a:r>
              <a:rPr lang="en-GB" dirty="0">
                <a:solidFill>
                  <a:schemeClr val="dk1"/>
                </a:solidFill>
              </a:rPr>
              <a:t>			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1092"/>
              <a:buFont typeface="Arial"/>
              <a:buNone/>
            </a:pPr>
            <a:r>
              <a:rPr lang="en-GB" dirty="0">
                <a:solidFill>
                  <a:srgbClr val="FF0000"/>
                </a:solidFill>
              </a:rPr>
              <a:t>serialized </a:t>
            </a:r>
            <a:r>
              <a:rPr lang="en-GB" dirty="0">
                <a:solidFill>
                  <a:schemeClr val="dk1"/>
                </a:solidFill>
              </a:rPr>
              <a:t>= """{					</a:t>
            </a:r>
            <a:r>
              <a:rPr lang="en-GB" dirty="0">
                <a:solidFill>
                  <a:srgbClr val="0000FF"/>
                </a:solidFill>
              </a:rPr>
              <a:t># </a:t>
            </a:r>
            <a:r>
              <a:rPr lang="en-GB" sz="1452" dirty="0">
                <a:solidFill>
                  <a:srgbClr val="0000FF"/>
                </a:solidFill>
              </a:rPr>
              <a:t>A </a:t>
            </a:r>
            <a:r>
              <a:rPr lang="en-GB" sz="1452" b="1" dirty="0">
                <a:solidFill>
                  <a:srgbClr val="0000FF"/>
                </a:solidFill>
              </a:rPr>
              <a:t>multi-line string</a:t>
            </a:r>
            <a:r>
              <a:rPr lang="en-GB" sz="1452" dirty="0">
                <a:solidFill>
                  <a:srgbClr val="0000FF"/>
                </a:solidFill>
              </a:rPr>
              <a:t> (triple quotes).</a:t>
            </a:r>
            <a:endParaRPr sz="2152"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1092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    "title": "Data Science Book",		</a:t>
            </a:r>
            <a:r>
              <a:rPr lang="en-GB" dirty="0">
                <a:solidFill>
                  <a:srgbClr val="0000FF"/>
                </a:solidFill>
              </a:rPr>
              <a:t># </a:t>
            </a:r>
            <a:r>
              <a:rPr lang="en-GB" sz="1452" dirty="0">
                <a:solidFill>
                  <a:srgbClr val="0000FF"/>
                </a:solidFill>
              </a:rPr>
              <a:t>It contains data in </a:t>
            </a:r>
            <a:r>
              <a:rPr lang="en-GB" sz="1452" b="1" dirty="0">
                <a:solidFill>
                  <a:srgbClr val="0000FF"/>
                </a:solidFill>
              </a:rPr>
              <a:t>JSON format</a:t>
            </a:r>
            <a:r>
              <a:rPr lang="en-GB" sz="1452" dirty="0">
                <a:solidFill>
                  <a:srgbClr val="0000FF"/>
                </a:solidFill>
              </a:rPr>
              <a:t>.</a:t>
            </a:r>
            <a:endParaRPr sz="2152"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    "author": "Joel Grus",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    "</a:t>
            </a:r>
            <a:r>
              <a:rPr lang="en-GB" dirty="0" err="1">
                <a:solidFill>
                  <a:schemeClr val="dk1"/>
                </a:solidFill>
              </a:rPr>
              <a:t>publicationYear</a:t>
            </a:r>
            <a:r>
              <a:rPr lang="en-GB" dirty="0">
                <a:solidFill>
                  <a:schemeClr val="dk1"/>
                </a:solidFill>
              </a:rPr>
              <a:t>": 2014,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    "topics": ["data", "science", "data science"]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}"""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# Parse JSON to Python dictionary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8445"/>
              <a:buFont typeface="Arial"/>
              <a:buNone/>
            </a:pPr>
            <a:r>
              <a:rPr lang="en-GB" dirty="0">
                <a:solidFill>
                  <a:srgbClr val="FF0000"/>
                </a:solidFill>
              </a:rPr>
              <a:t>deserialized = </a:t>
            </a:r>
            <a:r>
              <a:rPr lang="en-GB" dirty="0" err="1">
                <a:solidFill>
                  <a:srgbClr val="FF0000"/>
                </a:solidFill>
              </a:rPr>
              <a:t>json.loads</a:t>
            </a:r>
            <a:r>
              <a:rPr lang="en-GB" dirty="0">
                <a:solidFill>
                  <a:srgbClr val="FF0000"/>
                </a:solidFill>
              </a:rPr>
              <a:t>(serialized)</a:t>
            </a:r>
            <a:r>
              <a:rPr lang="en-GB" dirty="0">
                <a:solidFill>
                  <a:schemeClr val="dk1"/>
                </a:solidFill>
              </a:rPr>
              <a:t>	</a:t>
            </a:r>
            <a:r>
              <a:rPr lang="en-GB" dirty="0">
                <a:solidFill>
                  <a:srgbClr val="0000FF"/>
                </a:solidFill>
              </a:rPr>
              <a:t># </a:t>
            </a:r>
            <a:r>
              <a:rPr lang="en-GB" sz="1570" dirty="0" err="1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json.loads</a:t>
            </a:r>
            <a:r>
              <a:rPr lang="en-GB" sz="1570" dirty="0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lang="en-GB" sz="1570" dirty="0">
                <a:solidFill>
                  <a:srgbClr val="0000FF"/>
                </a:solidFill>
              </a:rPr>
              <a:t> converts JSON string → Python dictionary.</a:t>
            </a:r>
            <a:endParaRPr sz="2270" dirty="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if "data science" in deserialized["topics"]: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dirty="0">
                <a:solidFill>
                  <a:schemeClr val="dk1"/>
                </a:solidFill>
              </a:rPr>
              <a:t>    print(deserialized)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266" name="Google Shape;26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38867" y="4991100"/>
            <a:ext cx="291267" cy="2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7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5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 dirty="0">
                <a:solidFill>
                  <a:schemeClr val="dk1"/>
                </a:solidFill>
              </a:rPr>
              <a:t>Using APIs</a:t>
            </a:r>
            <a:endParaRPr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chemeClr val="dk1"/>
                </a:solidFill>
              </a:rPr>
              <a:t>APIs (Application Programming Interfaces) allow programs to request data from external services in a structured format like JSON.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 b="1" dirty="0">
                <a:solidFill>
                  <a:schemeClr val="dk1"/>
                </a:solidFill>
              </a:rPr>
              <a:t>Example (Using a public API):</a:t>
            </a:r>
            <a:endParaRPr sz="16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273" name="Google Shape;27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0049" y="1769938"/>
            <a:ext cx="4044000" cy="204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600" y="4122725"/>
            <a:ext cx="3993900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8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Most APIs (like: GitHub, Twitter, Google) require you to </a:t>
            </a:r>
            <a:r>
              <a:rPr lang="en-GB" b="1">
                <a:solidFill>
                  <a:schemeClr val="dk1"/>
                </a:solidFill>
              </a:rPr>
              <a:t>prove who you are</a:t>
            </a:r>
            <a:r>
              <a:rPr lang="en-GB">
                <a:solidFill>
                  <a:schemeClr val="dk1"/>
                </a:solidFill>
              </a:rPr>
              <a:t> before using them.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is called </a:t>
            </a:r>
            <a:r>
              <a:rPr lang="en-GB" b="1">
                <a:solidFill>
                  <a:schemeClr val="dk1"/>
                </a:solidFill>
              </a:rPr>
              <a:t>authentication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You usually authenticate using: API key, Access token, OAuth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But the example uses the </a:t>
            </a:r>
            <a:r>
              <a:rPr lang="en-GB" b="1">
                <a:solidFill>
                  <a:schemeClr val="dk1"/>
                </a:solidFill>
              </a:rPr>
              <a:t>GitHub public API</a:t>
            </a:r>
            <a:r>
              <a:rPr lang="en-GB">
                <a:solidFill>
                  <a:schemeClr val="dk1"/>
                </a:solidFill>
              </a:rPr>
              <a:t>, which allows some data </a:t>
            </a:r>
            <a:r>
              <a:rPr lang="en-GB" b="1">
                <a:solidFill>
                  <a:schemeClr val="dk1"/>
                </a:solidFill>
              </a:rPr>
              <a:t>without authentication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9"/>
          <p:cNvSpPr txBox="1">
            <a:spLocks noGrp="1"/>
          </p:cNvSpPr>
          <p:nvPr>
            <p:ph type="body" idx="1"/>
          </p:nvPr>
        </p:nvSpPr>
        <p:spPr>
          <a:xfrm>
            <a:off x="311700" y="375250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50">
                <a:solidFill>
                  <a:srgbClr val="FF0000"/>
                </a:solidFill>
              </a:rPr>
              <a:t>import requests</a:t>
            </a:r>
            <a:endParaRPr sz="285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50">
                <a:solidFill>
                  <a:srgbClr val="0000FF"/>
                </a:solidFill>
              </a:rPr>
              <a:t># GitHub username</a:t>
            </a:r>
            <a:endParaRPr sz="285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50">
                <a:solidFill>
                  <a:schemeClr val="dk1"/>
                </a:solidFill>
              </a:rPr>
              <a:t>username = "h123"   # You can change this</a:t>
            </a:r>
            <a:endParaRPr sz="2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50">
                <a:solidFill>
                  <a:srgbClr val="0000FF"/>
                </a:solidFill>
              </a:rPr>
              <a:t># API URL</a:t>
            </a:r>
            <a:endParaRPr sz="285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50">
                <a:solidFill>
                  <a:srgbClr val="188038"/>
                </a:solidFill>
              </a:rPr>
              <a:t>url = f"</a:t>
            </a:r>
            <a:r>
              <a:rPr lang="en-GB" sz="2850" u="sng">
                <a:solidFill>
                  <a:srgbClr val="18803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https://api.github.com/users/{username}/repos</a:t>
            </a:r>
            <a:r>
              <a:rPr lang="en-GB" sz="2850">
                <a:solidFill>
                  <a:srgbClr val="188038"/>
                </a:solidFill>
              </a:rPr>
              <a:t>" </a:t>
            </a:r>
            <a:r>
              <a:rPr lang="en-GB" sz="2850">
                <a:solidFill>
                  <a:schemeClr val="dk1"/>
                </a:solidFill>
              </a:rPr>
              <a:t>   	       </a:t>
            </a:r>
            <a:r>
              <a:rPr lang="en-GB" sz="2850">
                <a:solidFill>
                  <a:srgbClr val="0000FF"/>
                </a:solidFill>
              </a:rPr>
              <a:t>#Give me all public repositories of this user</a:t>
            </a:r>
            <a:r>
              <a:rPr lang="en-GB" sz="2850">
                <a:solidFill>
                  <a:schemeClr val="dk1"/>
                </a:solidFill>
              </a:rPr>
              <a:t>.</a:t>
            </a:r>
            <a:endParaRPr sz="2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50">
                <a:solidFill>
                  <a:srgbClr val="0000FF"/>
                </a:solidFill>
              </a:rPr>
              <a:t># Send request to GitHub API</a:t>
            </a:r>
            <a:endParaRPr sz="285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50">
                <a:solidFill>
                  <a:schemeClr val="dk1"/>
                </a:solidFill>
              </a:rPr>
              <a:t>response = requests.get(url)</a:t>
            </a:r>
            <a:endParaRPr sz="2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50">
                <a:solidFill>
                  <a:srgbClr val="0000FF"/>
                </a:solidFill>
              </a:rPr>
              <a:t># Convert JSON response to Python list</a:t>
            </a:r>
            <a:endParaRPr sz="285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50">
                <a:solidFill>
                  <a:schemeClr val="dk1"/>
                </a:solidFill>
              </a:rPr>
              <a:t>repos = response.json()			</a:t>
            </a:r>
            <a:r>
              <a:rPr lang="en-GB" sz="2850">
                <a:solidFill>
                  <a:srgbClr val="0000FF"/>
                </a:solidFill>
              </a:rPr>
              <a:t># Converts JSON data → Python object,</a:t>
            </a:r>
            <a:r>
              <a:rPr lang="en-GB" sz="4113">
                <a:solidFill>
                  <a:srgbClr val="0000FF"/>
                </a:solidFill>
              </a:rPr>
              <a:t> </a:t>
            </a:r>
            <a:r>
              <a:rPr lang="en-GB" sz="2363" b="1">
                <a:solidFill>
                  <a:srgbClr val="0000FF"/>
                </a:solidFill>
              </a:rPr>
              <a:t>list of dictionaries</a:t>
            </a:r>
            <a:r>
              <a:rPr lang="en-GB" sz="2363">
                <a:solidFill>
                  <a:schemeClr val="dk1"/>
                </a:solidFill>
              </a:rPr>
              <a:t>.</a:t>
            </a:r>
            <a:endParaRPr sz="4113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50">
                <a:solidFill>
                  <a:srgbClr val="0000FF"/>
                </a:solidFill>
              </a:rPr>
              <a:t># Print repository names</a:t>
            </a:r>
            <a:endParaRPr sz="2850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50">
                <a:solidFill>
                  <a:schemeClr val="dk1"/>
                </a:solidFill>
              </a:rPr>
              <a:t>for repo in repos:				</a:t>
            </a:r>
            <a:r>
              <a:rPr lang="en-GB" sz="2850">
                <a:solidFill>
                  <a:srgbClr val="0000FF"/>
                </a:solidFill>
              </a:rPr>
              <a:t># </a:t>
            </a:r>
            <a:r>
              <a:rPr lang="en-GB" sz="2573">
                <a:solidFill>
                  <a:srgbClr val="0000FF"/>
                </a:solidFill>
                <a:latin typeface="Roboto Mono"/>
                <a:ea typeface="Roboto Mono"/>
                <a:cs typeface="Roboto Mono"/>
                <a:sym typeface="Roboto Mono"/>
              </a:rPr>
              <a:t>repo</a:t>
            </a:r>
            <a:r>
              <a:rPr lang="en-GB" sz="2573">
                <a:solidFill>
                  <a:srgbClr val="0000FF"/>
                </a:solidFill>
              </a:rPr>
              <a:t> represents one dictionary at a time.</a:t>
            </a:r>
            <a:endParaRPr sz="4323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50">
                <a:solidFill>
                  <a:schemeClr val="dk1"/>
                </a:solidFill>
              </a:rPr>
              <a:t>    print(repo["name"])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With loads()</a:t>
            </a:r>
            <a:endParaRPr/>
          </a:p>
        </p:txBody>
      </p:sp>
      <p:sp>
        <p:nvSpPr>
          <p:cNvPr id="292" name="Google Shape;292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json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text = '{"name": "John", "age": 25}'   # This is a JSON string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data = json.loads(text)                # Convert string → Python dictionary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print(data["name"])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If You Wanted to Use </a:t>
            </a:r>
            <a:r>
              <a:rPr lang="en-GB" sz="2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json.loads()</a:t>
            </a:r>
            <a:r>
              <a:rPr lang="en-GB" sz="2400"/>
              <a:t> Manually</a:t>
            </a:r>
            <a:endParaRPr sz="2400"/>
          </a:p>
        </p:txBody>
      </p:sp>
      <p:sp>
        <p:nvSpPr>
          <p:cNvPr id="298" name="Google Shape;298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requests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json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response = requests.get(url)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text_data = response.text      # JSON string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repos = json.loads(text_data)  # Convert to Python object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2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48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GB" sz="1525">
                <a:solidFill>
                  <a:srgbClr val="FF0000"/>
                </a:solidFill>
              </a:rPr>
              <a:t>import requests</a:t>
            </a:r>
            <a:endParaRPr sz="1525">
              <a:solidFill>
                <a:srgbClr val="FF0000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endParaRPr sz="152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GB" sz="1525">
                <a:solidFill>
                  <a:srgbClr val="0000FF"/>
                </a:solidFill>
              </a:rPr>
              <a:t># GitHub username</a:t>
            </a:r>
            <a:endParaRPr sz="1525"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GB" sz="1525">
                <a:solidFill>
                  <a:schemeClr val="dk1"/>
                </a:solidFill>
              </a:rPr>
              <a:t>username = "joelgrus"   </a:t>
            </a:r>
            <a:endParaRPr sz="152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GB" sz="1525">
                <a:solidFill>
                  <a:srgbClr val="0000FF"/>
                </a:solidFill>
              </a:rPr>
              <a:t># API URL for user details</a:t>
            </a:r>
            <a:endParaRPr sz="1525"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GB" sz="1525">
                <a:solidFill>
                  <a:schemeClr val="dk1"/>
                </a:solidFill>
              </a:rPr>
              <a:t>url = f"</a:t>
            </a:r>
            <a:r>
              <a:rPr lang="en-GB" sz="1525">
                <a:solidFill>
                  <a:srgbClr val="188038"/>
                </a:solidFill>
              </a:rPr>
              <a:t>https://api.github.com/users/{username}</a:t>
            </a:r>
            <a:r>
              <a:rPr lang="en-GB" sz="1525">
                <a:solidFill>
                  <a:schemeClr val="dk1"/>
                </a:solidFill>
              </a:rPr>
              <a:t>"</a:t>
            </a:r>
            <a:endParaRPr sz="152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endParaRPr sz="152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GB" sz="1525">
                <a:solidFill>
                  <a:srgbClr val="0000FF"/>
                </a:solidFill>
              </a:rPr>
              <a:t># Send GET request</a:t>
            </a:r>
            <a:endParaRPr sz="1525"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GB" sz="1525">
                <a:solidFill>
                  <a:schemeClr val="dk1"/>
                </a:solidFill>
              </a:rPr>
              <a:t>response = requests.get(url)</a:t>
            </a:r>
            <a:endParaRPr sz="152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endParaRPr sz="152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GB" sz="1525">
                <a:solidFill>
                  <a:srgbClr val="0000FF"/>
                </a:solidFill>
              </a:rPr>
              <a:t># Convert JSON response to Python dictionary</a:t>
            </a:r>
            <a:endParaRPr sz="1525"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GB" sz="1525">
                <a:solidFill>
                  <a:schemeClr val="dk1"/>
                </a:solidFill>
              </a:rPr>
              <a:t>user_data = response.json()</a:t>
            </a:r>
            <a:endParaRPr sz="152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endParaRPr sz="152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GB" sz="1525">
                <a:solidFill>
                  <a:srgbClr val="0000FF"/>
                </a:solidFill>
              </a:rPr>
              <a:t># Print selected details</a:t>
            </a:r>
            <a:endParaRPr sz="1525">
              <a:solidFill>
                <a:srgbClr val="0000FF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GB" sz="1525">
                <a:solidFill>
                  <a:schemeClr val="dk1"/>
                </a:solidFill>
              </a:rPr>
              <a:t>print("Username:", user_data["login"])</a:t>
            </a:r>
            <a:endParaRPr sz="152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GB" sz="1525">
                <a:solidFill>
                  <a:schemeClr val="dk1"/>
                </a:solidFill>
              </a:rPr>
              <a:t>print("Name:", user_data["name"])</a:t>
            </a:r>
            <a:endParaRPr sz="152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GB" sz="1525">
                <a:solidFill>
                  <a:schemeClr val="dk1"/>
                </a:solidFill>
              </a:rPr>
              <a:t>print("Public Repositories:", user_data["public_repos"])</a:t>
            </a:r>
            <a:endParaRPr sz="152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lang="en-GB" sz="1525">
                <a:solidFill>
                  <a:schemeClr val="dk1"/>
                </a:solidFill>
              </a:rPr>
              <a:t>print("Followers:", user_data["followers"])</a:t>
            </a:r>
            <a:endParaRPr sz="152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-GB" sz="1525">
                <a:solidFill>
                  <a:schemeClr val="dk1"/>
                </a:solidFill>
              </a:rPr>
              <a:t>print("Following:", user_data["following"])</a:t>
            </a:r>
            <a:endParaRPr sz="1525">
              <a:solidFill>
                <a:schemeClr val="dk1"/>
              </a:solidFill>
            </a:endParaRPr>
          </a:p>
        </p:txBody>
      </p:sp>
      <p:pic>
        <p:nvPicPr>
          <p:cNvPr id="305" name="Google Shape;30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0825" y="1017725"/>
            <a:ext cx="2851475" cy="211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3"/>
          <p:cNvSpPr txBox="1">
            <a:spLocks noGrp="1"/>
          </p:cNvSpPr>
          <p:nvPr>
            <p:ph type="body" idx="1"/>
          </p:nvPr>
        </p:nvSpPr>
        <p:spPr>
          <a:xfrm>
            <a:off x="351575" y="445025"/>
            <a:ext cx="8520600" cy="46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3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import requests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from dateutil.parser import parse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from collections import Counter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# Step 1: Define API endpoint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username = "joelgrus"   # You can replace with your GitHub username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endpoint = f"https://api.github.com/users/{username}/repos"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# Step 2: Send GET request to GitHub API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response = requests.get(endpoint)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# Step 3: Convert JSON response to Python list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repos = response.json()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# Step 4: Extract creation dates and convert to datetime objects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dates = [parse(repo["created_at"]) for repo in repos]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# Step 5: Count repositories by month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month_counts = Counter(date.month for date in dates)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# Step 6: Count repositories by weekday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weekday_counts = Counter(date.weekday() for date in dates)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# Step 7: Sort repositories by creation date (latest first)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last_5_repositories = sorted(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    repos,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    key=lambda r: r["created_at"],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    reverse=True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)[:5]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# Step 8: Extract languages of last 5 repositories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last_5_languages = [repo["language"] for repo in last_5_repositories]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# Step 9: Print Results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print("Total repositories:", len(repos))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print("Repositories per month:", month_counts)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print("Repositories per weekday (0=Mon, 6=Sun):", weekday_counts)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3658"/>
              <a:buFont typeface="Arial"/>
              <a:buNone/>
            </a:pPr>
            <a:r>
              <a:rPr lang="en-GB" sz="2050"/>
              <a:t>print("Languages of last 5 repositories:", last_5_languages)</a:t>
            </a:r>
            <a:endParaRPr sz="205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4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</a:rPr>
              <a:t>When you need data from a website: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Go to the website.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GB" sz="1700">
                <a:solidFill>
                  <a:schemeClr val="dk1"/>
                </a:solidFill>
              </a:rPr>
              <a:t>Look for sections like:</a:t>
            </a:r>
            <a:br>
              <a:rPr lang="en-GB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 b="1">
                <a:solidFill>
                  <a:schemeClr val="dk1"/>
                </a:solidFill>
              </a:rPr>
              <a:t>Developers</a:t>
            </a:r>
            <a:endParaRPr sz="1700" b="1">
              <a:solidFill>
                <a:schemeClr val="dk1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 b="1">
                <a:solidFill>
                  <a:schemeClr val="dk1"/>
                </a:solidFill>
              </a:rPr>
              <a:t>API</a:t>
            </a:r>
            <a:endParaRPr sz="1700" b="1">
              <a:solidFill>
                <a:schemeClr val="dk1"/>
              </a:solidFill>
            </a:endParaRPr>
          </a:p>
          <a:p>
            <a:pPr marL="914400" lvl="1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GB" sz="1700" b="1">
                <a:solidFill>
                  <a:schemeClr val="dk1"/>
                </a:solidFill>
              </a:rPr>
              <a:t>Documentation</a:t>
            </a:r>
            <a:endParaRPr sz="17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3. Search online:  </a:t>
            </a:r>
            <a:r>
              <a:rPr lang="en-GB" sz="1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python &lt;website name&gt; api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</a:rPr>
              <a:t>Often, someone has already created a </a:t>
            </a:r>
            <a:r>
              <a:rPr lang="en-GB" sz="1700" b="1">
                <a:solidFill>
                  <a:schemeClr val="dk1"/>
                </a:solidFill>
              </a:rPr>
              <a:t>Python library (wrapper)</a:t>
            </a:r>
            <a:r>
              <a:rPr lang="en-GB" sz="1700">
                <a:solidFill>
                  <a:schemeClr val="dk1"/>
                </a:solidFill>
              </a:rPr>
              <a:t> for that API.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chemeClr val="dk1"/>
                </a:solidFill>
              </a:rPr>
              <a:t>For example: Movie APIs (like Rotten Tomatoes), Restaurant APIs (like Yelp), Social influence APIs (like Klout), Movie database APIs (like IMDB).</a:t>
            </a:r>
            <a:endParaRPr sz="24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Twitter API</a:t>
            </a:r>
            <a:endParaRPr/>
          </a:p>
        </p:txBody>
      </p:sp>
      <p:sp>
        <p:nvSpPr>
          <p:cNvPr id="323" name="Google Shape;323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</a:rPr>
              <a:t>Twitter does not allow anonymous access.You must create: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Consumer Key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Consumer Secret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Access Token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Access Token Secret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</a:rPr>
              <a:t>These act like </a:t>
            </a:r>
            <a:r>
              <a:rPr lang="en-GB" sz="1700" b="1">
                <a:solidFill>
                  <a:schemeClr val="dk1"/>
                </a:solidFill>
              </a:rPr>
              <a:t>passwords</a:t>
            </a:r>
            <a:r>
              <a:rPr lang="en-GB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</a:rPr>
              <a:t>They tell Twitter: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Which application is accessing data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Which user is accessing data</a:t>
            </a:r>
            <a:endParaRPr sz="24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Twitter Search API</a:t>
            </a:r>
            <a:endParaRPr/>
          </a:p>
        </p:txBody>
      </p:sp>
      <p:sp>
        <p:nvSpPr>
          <p:cNvPr id="329" name="Google Shape;329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</a:rPr>
              <a:t>#Twython is a Python wrapper for the Twitter API.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</a:rPr>
              <a:t># It allows us to interact with Twitter easily.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from twython import Twython 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</a:rPr>
              <a:t># This creates a connection to Twitter.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twitter = Twython(CONSER_KEY, CONSUMER_SECRET)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rgbClr val="0000FF"/>
                </a:solidFill>
              </a:rPr>
              <a:t># This sends a search request to Twitter. q= query; findall tweets having “data science”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for status in twitter.search(q='"data science"')["statuses"]: 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print(status["text"])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57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0000FF"/>
                </a:solidFill>
              </a:rPr>
              <a:t># A string containing emoji and non-English text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tweet = "I love Data Science 😊🔥 नमस्ते"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0000FF"/>
                </a:solidFill>
              </a:rPr>
              <a:t># Printing normally (Python 3 handles Unicode well)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print("Normal print:")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print(tweet)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0000FF"/>
                </a:solidFill>
              </a:rPr>
              <a:t># Encoding into UTF-8 format</a:t>
            </a:r>
            <a:endParaRPr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encoded_tweet = tweet.encode("utf-8")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print("\nAfter encoding:")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print(encoded_tweet)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decoded_tweet = encoded_tweet.decode("utf-8")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print("\nAfter decoding:")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print(decoded_tweet)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Output</a:t>
            </a:r>
            <a:endParaRPr/>
          </a:p>
        </p:txBody>
      </p:sp>
      <p:sp>
        <p:nvSpPr>
          <p:cNvPr id="341" name="Google Shape;341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0000FF"/>
                </a:solidFill>
              </a:rPr>
              <a:t>b = </a:t>
            </a:r>
            <a:r>
              <a:rPr lang="en-GB" sz="1700">
                <a:solidFill>
                  <a:srgbClr val="0000FF"/>
                </a:solidFill>
              </a:rPr>
              <a:t>bytes object</a:t>
            </a:r>
            <a:endParaRPr sz="2400">
              <a:solidFill>
                <a:srgbClr val="0000FF"/>
              </a:solidFill>
            </a:endParaRPr>
          </a:p>
        </p:txBody>
      </p:sp>
      <p:pic>
        <p:nvPicPr>
          <p:cNvPr id="342" name="Google Shape;34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18211"/>
            <a:ext cx="7432125" cy="2367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One-Dimensional Data</a:t>
            </a:r>
            <a:endParaRPr/>
          </a:p>
        </p:txBody>
      </p:sp>
      <p:sp>
        <p:nvSpPr>
          <p:cNvPr id="348" name="Google Shape;348;p5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simplest case is when you have a one-dimensional data set, which is just a collection of numbers.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For example, these could be the daily </a:t>
            </a:r>
            <a:r>
              <a:rPr lang="en-GB">
                <a:solidFill>
                  <a:srgbClr val="FF0000"/>
                </a:solidFill>
              </a:rPr>
              <a:t>average number of minutes each user spends on using their phone</a:t>
            </a:r>
            <a:r>
              <a:rPr lang="en-GB">
                <a:solidFill>
                  <a:schemeClr val="dk1"/>
                </a:solidFill>
              </a:rPr>
              <a:t>, t</a:t>
            </a:r>
            <a:r>
              <a:rPr lang="en-GB">
                <a:solidFill>
                  <a:srgbClr val="FF0000"/>
                </a:solidFill>
              </a:rPr>
              <a:t>he number of times a collection of data science tutorial videos was watched </a:t>
            </a:r>
            <a:r>
              <a:rPr lang="en-GB">
                <a:solidFill>
                  <a:schemeClr val="dk1"/>
                </a:solidFill>
              </a:rPr>
              <a:t>etc. 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An obvious first step is to compute a few </a:t>
            </a:r>
            <a:r>
              <a:rPr lang="en-GB">
                <a:solidFill>
                  <a:srgbClr val="FF0000"/>
                </a:solidFill>
              </a:rPr>
              <a:t>summary statistics</a:t>
            </a:r>
            <a:r>
              <a:rPr lang="en-GB">
                <a:solidFill>
                  <a:schemeClr val="dk1"/>
                </a:solidFill>
              </a:rPr>
              <a:t>. You’d like to know how many data points you have, the </a:t>
            </a:r>
            <a:r>
              <a:rPr lang="en-GB">
                <a:solidFill>
                  <a:srgbClr val="FF0000"/>
                </a:solidFill>
              </a:rPr>
              <a:t>smallest</a:t>
            </a:r>
            <a:r>
              <a:rPr lang="en-GB">
                <a:solidFill>
                  <a:schemeClr val="dk1"/>
                </a:solidFill>
              </a:rPr>
              <a:t>, the </a:t>
            </a:r>
            <a:r>
              <a:rPr lang="en-GB">
                <a:solidFill>
                  <a:srgbClr val="FF0000"/>
                </a:solidFill>
              </a:rPr>
              <a:t>largest</a:t>
            </a:r>
            <a:r>
              <a:rPr lang="en-GB">
                <a:solidFill>
                  <a:schemeClr val="dk1"/>
                </a:solidFill>
              </a:rPr>
              <a:t>, the </a:t>
            </a:r>
            <a:r>
              <a:rPr lang="en-GB">
                <a:solidFill>
                  <a:srgbClr val="FF0000"/>
                </a:solidFill>
              </a:rPr>
              <a:t>mean</a:t>
            </a:r>
            <a:r>
              <a:rPr lang="en-GB">
                <a:solidFill>
                  <a:schemeClr val="dk1"/>
                </a:solidFill>
              </a:rPr>
              <a:t>, and the </a:t>
            </a:r>
            <a:r>
              <a:rPr lang="en-GB">
                <a:solidFill>
                  <a:srgbClr val="FF0000"/>
                </a:solidFill>
              </a:rPr>
              <a:t>standard deviation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But even these don’t necessarily give you a great understanding. A good next step is to create a </a:t>
            </a:r>
            <a:r>
              <a:rPr lang="en-GB">
                <a:solidFill>
                  <a:srgbClr val="FF0000"/>
                </a:solidFill>
              </a:rPr>
              <a:t>histogram</a:t>
            </a:r>
            <a:r>
              <a:rPr lang="en-GB">
                <a:solidFill>
                  <a:schemeClr val="dk1"/>
                </a:solidFill>
              </a:rPr>
              <a:t>, in which you </a:t>
            </a:r>
            <a:r>
              <a:rPr lang="en-GB">
                <a:solidFill>
                  <a:srgbClr val="FF0000"/>
                </a:solidFill>
              </a:rPr>
              <a:t>group your data into discrete buckets and count how many points fall into each bucket</a:t>
            </a:r>
            <a:r>
              <a:rPr lang="en-GB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0"/>
          <p:cNvSpPr txBox="1">
            <a:spLocks noGrp="1"/>
          </p:cNvSpPr>
          <p:nvPr>
            <p:ph type="body" idx="1"/>
          </p:nvPr>
        </p:nvSpPr>
        <p:spPr>
          <a:xfrm>
            <a:off x="311699" y="585233"/>
            <a:ext cx="8520600" cy="46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 dirty="0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 b="1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numpy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 b="1" dirty="0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np</a:t>
            </a:r>
            <a:endParaRPr sz="1250" b="1" dirty="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 dirty="0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 b="1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matplotlib.pyplot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 b="1" dirty="0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50" b="1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</a:t>
            </a:r>
            <a:endParaRPr sz="1250" b="1" dirty="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Create one-dimensional data (marks of students)</a:t>
            </a:r>
            <a:endParaRPr sz="1250" b="1" dirty="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 = </a:t>
            </a:r>
            <a:r>
              <a:rPr lang="en-GB" sz="1250" b="1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np.array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45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55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60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65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70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75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80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85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90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250" b="1" dirty="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52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58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63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67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72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78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82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88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91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95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250" b="1" dirty="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 dirty="0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(data)</a:t>
            </a:r>
            <a:endParaRPr sz="1250" b="1" dirty="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Calculate frequencies and bins</a:t>
            </a:r>
            <a:endParaRPr sz="1250" b="1" dirty="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frequency, bins = </a:t>
            </a:r>
            <a:r>
              <a:rPr lang="en-GB" sz="1250" b="1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np.histogram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(data, bins=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50" b="1" dirty="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 dirty="0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(bins)</a:t>
            </a:r>
            <a:endParaRPr sz="1250" b="1" dirty="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 dirty="0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50" b="1" dirty="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"Frequencies:"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50" b="1" dirty="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 dirty="0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(frequency)</a:t>
            </a:r>
            <a:endParaRPr sz="1250" b="1" dirty="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Plot histogram</a:t>
            </a:r>
            <a:endParaRPr sz="1250" b="1" dirty="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plt.hist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(data, bins=</a:t>
            </a:r>
            <a:r>
              <a:rPr lang="en-GB" sz="1250" b="1" dirty="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250" b="1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edgecolor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250" b="1" dirty="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'black'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 </a:t>
            </a:r>
            <a:r>
              <a:rPr lang="en-GB" sz="125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added </a:t>
            </a:r>
            <a:r>
              <a:rPr lang="en-GB" sz="1250" b="1" dirty="0" err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edgecolor</a:t>
            </a:r>
            <a:r>
              <a:rPr lang="en-GB" sz="1250" b="1" dirty="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for clarity</a:t>
            </a:r>
            <a:endParaRPr sz="1250" b="1" dirty="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plt.title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50" b="1" dirty="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"Histogram of Student Marks"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50" b="1" dirty="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plt.xlabel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50" b="1" dirty="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"Marks"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50" b="1" dirty="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plt.ylabel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250" b="1" dirty="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"Frequency"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250" b="1" dirty="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50" b="1" dirty="0" err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plt.show</a:t>
            </a:r>
            <a:r>
              <a:rPr lang="en-GB" sz="1250" b="1" dirty="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endParaRPr sz="2000" b="1" dirty="0"/>
          </a:p>
        </p:txBody>
      </p:sp>
      <p:pic>
        <p:nvPicPr>
          <p:cNvPr id="355" name="Google Shape;35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1525" y="445025"/>
            <a:ext cx="3070774" cy="276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Contd..</a:t>
            </a:r>
            <a:endParaRPr/>
          </a:p>
        </p:txBody>
      </p:sp>
      <p:sp>
        <p:nvSpPr>
          <p:cNvPr id="361" name="Google Shape;361;p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62" name="Google Shape;36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5998050" cy="275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Two dimensional array</a:t>
            </a:r>
            <a:endParaRPr/>
          </a:p>
        </p:txBody>
      </p:sp>
      <p:sp>
        <p:nvSpPr>
          <p:cNvPr id="368" name="Google Shape;368;p62"/>
          <p:cNvSpPr txBox="1">
            <a:spLocks noGrp="1"/>
          </p:cNvSpPr>
          <p:nvPr>
            <p:ph type="body" idx="1"/>
          </p:nvPr>
        </p:nvSpPr>
        <p:spPr>
          <a:xfrm>
            <a:off x="311700" y="927025"/>
            <a:ext cx="8520600" cy="407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numpy </a:t>
            </a:r>
            <a:r>
              <a:rPr lang="en-GB" sz="1350" b="1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np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matplotlib.pyplot </a:t>
            </a:r>
            <a:r>
              <a:rPr lang="en-GB" sz="1350" b="1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plt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Create 2D array (10 × 10 = 100 values)</a:t>
            </a:r>
            <a:endParaRPr sz="1350"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 = np.random.randint(</a:t>
            </a:r>
            <a:r>
              <a:rPr lang="en-GB" sz="13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3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(</a:t>
            </a:r>
            <a:r>
              <a:rPr lang="en-GB" sz="13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3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"Two-Dimensional Array:"</a:t>
            </a: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(data)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Convert 2D → 1D</a:t>
            </a:r>
            <a:endParaRPr sz="1350"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flat_data = data.flatten()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Plot histogram</a:t>
            </a:r>
            <a:endParaRPr sz="1350"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plt.hist(flat_data, bins=</a:t>
            </a:r>
            <a:r>
              <a:rPr lang="en-GB" sz="13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edgecolor=</a:t>
            </a:r>
            <a:r>
              <a:rPr lang="en-GB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'black'</a:t>
            </a: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plt.title(</a:t>
            </a:r>
            <a:r>
              <a:rPr lang="en-GB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"Histogram of 2D Array (100 Values)"</a:t>
            </a: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plt.xlabel(</a:t>
            </a:r>
            <a:r>
              <a:rPr lang="en-GB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"Value Range"</a:t>
            </a: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plt.ylabel(</a:t>
            </a:r>
            <a:r>
              <a:rPr lang="en-GB" sz="13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"Frequency"</a:t>
            </a: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plt.show()</a:t>
            </a:r>
            <a:endParaRPr sz="2100" b="1"/>
          </a:p>
        </p:txBody>
      </p:sp>
      <p:pic>
        <p:nvPicPr>
          <p:cNvPr id="369" name="Google Shape;36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725" y="123950"/>
            <a:ext cx="4211275" cy="321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63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50" b="1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matplotlib.pyplot </a:t>
            </a:r>
            <a:r>
              <a:rPr lang="en-GB" sz="1550" b="1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plt</a:t>
            </a:r>
            <a:endParaRPr sz="15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50" b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Sample data</a:t>
            </a:r>
            <a:endParaRPr sz="1550"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 = [</a:t>
            </a:r>
            <a:r>
              <a:rPr lang="en-GB" sz="15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5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20</a:t>
            </a: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5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30</a:t>
            </a: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5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40</a:t>
            </a: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5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50</a:t>
            </a: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5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 = [</a:t>
            </a:r>
            <a:r>
              <a:rPr lang="en-GB" sz="15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15</a:t>
            </a: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5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25</a:t>
            </a: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5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35</a:t>
            </a: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5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45</a:t>
            </a: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5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55</a:t>
            </a: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5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50" b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Create scatter plot</a:t>
            </a:r>
            <a:endParaRPr sz="1550"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plt.scatter(x, y)</a:t>
            </a:r>
            <a:endParaRPr sz="15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50" b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Add labels and title</a:t>
            </a:r>
            <a:endParaRPr sz="1550"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plt.xlabel(</a:t>
            </a:r>
            <a:r>
              <a:rPr lang="en-GB" sz="15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"X Values"</a:t>
            </a: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plt.ylabel(</a:t>
            </a:r>
            <a:r>
              <a:rPr lang="en-GB" sz="15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"Y Values"</a:t>
            </a: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plt.title(</a:t>
            </a:r>
            <a:r>
              <a:rPr lang="en-GB" sz="15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"Simple Scatter Plot"</a:t>
            </a: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5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50" b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Display the plot</a:t>
            </a:r>
            <a:endParaRPr sz="1550"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plt.show()</a:t>
            </a:r>
            <a:endParaRPr sz="1850" b="1">
              <a:solidFill>
                <a:srgbClr val="9723B4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376" name="Google Shape;37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350" y="403050"/>
            <a:ext cx="4450950" cy="355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6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83" name="Google Shape;38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5950" y="442913"/>
            <a:ext cx="5372100" cy="425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65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4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matplotlib.pyplot </a:t>
            </a:r>
            <a:r>
              <a:rPr lang="en-GB" sz="1650" b="1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plt</a:t>
            </a:r>
            <a:endParaRPr sz="16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 = [</a:t>
            </a:r>
            <a:r>
              <a:rPr lang="en-GB" sz="16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6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 = [</a:t>
            </a:r>
            <a:r>
              <a:rPr lang="en-GB" sz="16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650"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x1 = [</a:t>
            </a:r>
            <a:r>
              <a:rPr lang="en-GB" sz="16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6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y1 = [</a:t>
            </a:r>
            <a:r>
              <a:rPr lang="en-GB" sz="16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1]</a:t>
            </a:r>
            <a:endParaRPr sz="1650"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plt.scatter(x, y, color=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'blue'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marker=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'o'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label=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'Set 1'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50"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plt.scatter(x1, y1, color=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'red'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marker=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's'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label=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'Set 2'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50"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plt.xlabel(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"X-axis"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plt.ylabel(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"Y-axis"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plt.title(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"Scatter Plot of Two Data Sets"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650"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plt.show()</a:t>
            </a:r>
            <a:endParaRPr sz="2100" b="1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Cleaning</a:t>
            </a:r>
            <a:endParaRPr/>
          </a:p>
        </p:txBody>
      </p:sp>
      <p:sp>
        <p:nvSpPr>
          <p:cNvPr id="395" name="Google Shape;395;p66"/>
          <p:cNvSpPr txBox="1">
            <a:spLocks noGrp="1"/>
          </p:cNvSpPr>
          <p:nvPr>
            <p:ph type="body" idx="1"/>
          </p:nvPr>
        </p:nvSpPr>
        <p:spPr>
          <a:xfrm>
            <a:off x="311700" y="927025"/>
            <a:ext cx="8520600" cy="36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 b="1">
                <a:solidFill>
                  <a:schemeClr val="dk1"/>
                </a:solidFill>
              </a:rPr>
              <a:t>Real-world data is messy (dirty). </a:t>
            </a:r>
            <a:r>
              <a:rPr lang="en-GB" sz="1500">
                <a:solidFill>
                  <a:schemeClr val="dk1"/>
                </a:solidFill>
              </a:rPr>
              <a:t>Before using it in a program, we must </a:t>
            </a:r>
            <a:r>
              <a:rPr lang="en-GB" sz="1500" b="1">
                <a:solidFill>
                  <a:schemeClr val="dk1"/>
                </a:solidFill>
              </a:rPr>
              <a:t>clean and fix it</a:t>
            </a:r>
            <a:r>
              <a:rPr lang="en-GB" sz="1500">
                <a:solidFill>
                  <a:schemeClr val="dk1"/>
                </a:solidFill>
              </a:rPr>
              <a:t>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 b="1">
                <a:solidFill>
                  <a:srgbClr val="FF0000"/>
                </a:solidFill>
              </a:rPr>
              <a:t>Data problems may include:</a:t>
            </a:r>
            <a:endParaRPr sz="1500" b="1">
              <a:solidFill>
                <a:srgbClr val="FF0000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500"/>
              <a:buChar char="●"/>
            </a:pPr>
            <a:r>
              <a:rPr lang="en-GB" sz="1500" b="1">
                <a:solidFill>
                  <a:srgbClr val="FF0000"/>
                </a:solidFill>
              </a:rPr>
              <a:t>Numbers stored as text (strings)</a:t>
            </a:r>
            <a:endParaRPr sz="1500" b="1">
              <a:solidFill>
                <a:srgbClr val="FF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Char char="●"/>
            </a:pPr>
            <a:r>
              <a:rPr lang="en-GB" sz="1500" b="1">
                <a:solidFill>
                  <a:srgbClr val="FF0000"/>
                </a:solidFill>
              </a:rPr>
              <a:t>Missing values</a:t>
            </a:r>
            <a:endParaRPr sz="1500" b="1">
              <a:solidFill>
                <a:srgbClr val="FF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Char char="●"/>
            </a:pPr>
            <a:r>
              <a:rPr lang="en-GB" sz="1500" b="1">
                <a:solidFill>
                  <a:srgbClr val="FF0000"/>
                </a:solidFill>
              </a:rPr>
              <a:t>Wrong values (like year 3014 instead of 2014)</a:t>
            </a:r>
            <a:endParaRPr sz="1500" b="1">
              <a:solidFill>
                <a:srgbClr val="FF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Char char="●"/>
            </a:pPr>
            <a:r>
              <a:rPr lang="en-GB" sz="1500" b="1">
                <a:solidFill>
                  <a:srgbClr val="FF0000"/>
                </a:solidFill>
              </a:rPr>
              <a:t>“n/a” instead of numbers</a:t>
            </a:r>
            <a:endParaRPr sz="1500" b="1">
              <a:solidFill>
                <a:srgbClr val="FF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Char char="●"/>
            </a:pPr>
            <a:r>
              <a:rPr lang="en-GB" sz="1500" b="1">
                <a:solidFill>
                  <a:srgbClr val="FF0000"/>
                </a:solidFill>
              </a:rPr>
              <a:t>Typing mistakes</a:t>
            </a:r>
            <a:endParaRPr sz="15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</a:rPr>
              <a:t>If we don’t clean the data, our program may: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Crash 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Give wrong results </a:t>
            </a:r>
            <a:endParaRPr sz="22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67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02" name="Google Shape;402;p67"/>
          <p:cNvPicPr preferRelativeResize="0"/>
          <p:nvPr/>
        </p:nvPicPr>
        <p:blipFill rotWithShape="1">
          <a:blip r:embed="rId3">
            <a:alphaModFix/>
          </a:blip>
          <a:srcRect b="-22970"/>
          <a:stretch/>
        </p:blipFill>
        <p:spPr>
          <a:xfrm>
            <a:off x="311700" y="445025"/>
            <a:ext cx="3815050" cy="219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860825"/>
            <a:ext cx="3745275" cy="17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0025" y="1594875"/>
            <a:ext cx="5681775" cy="154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4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920"/>
              <a:t>Write a Python program to detect outliers and perform string manipulation.</a:t>
            </a:r>
            <a:endParaRPr sz="1920"/>
          </a:p>
        </p:txBody>
      </p:sp>
      <p:sp>
        <p:nvSpPr>
          <p:cNvPr id="410" name="Google Shape;410;p68"/>
          <p:cNvSpPr txBox="1">
            <a:spLocks noGrp="1"/>
          </p:cNvSpPr>
          <p:nvPr>
            <p:ph type="body" idx="1"/>
          </p:nvPr>
        </p:nvSpPr>
        <p:spPr>
          <a:xfrm>
            <a:off x="311700" y="976875"/>
            <a:ext cx="8520600" cy="40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GB" sz="1795">
                <a:solidFill>
                  <a:schemeClr val="dk1"/>
                </a:solidFill>
              </a:rPr>
              <a:t>import pandas as pd</a:t>
            </a:r>
            <a:endParaRPr sz="17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endParaRPr sz="17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GB" sz="1795">
                <a:solidFill>
                  <a:schemeClr val="dk1"/>
                </a:solidFill>
              </a:rPr>
              <a:t># Sample data</a:t>
            </a:r>
            <a:endParaRPr sz="17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GB" sz="1795">
                <a:solidFill>
                  <a:schemeClr val="dk1"/>
                </a:solidFill>
              </a:rPr>
              <a:t>df = pd.DataFrame({</a:t>
            </a:r>
            <a:endParaRPr sz="17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GB" sz="1795">
                <a:solidFill>
                  <a:schemeClr val="dk1"/>
                </a:solidFill>
              </a:rPr>
              <a:t>    "Name": ["anita", "rahul", "kiran", "meena"],</a:t>
            </a:r>
            <a:endParaRPr sz="17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GB" sz="1795">
                <a:solidFill>
                  <a:schemeClr val="dk1"/>
                </a:solidFill>
              </a:rPr>
              <a:t>    "Marks": [80, 85, 200, 75]   # 200 is an outlier</a:t>
            </a:r>
            <a:endParaRPr sz="17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GB" sz="1795">
                <a:solidFill>
                  <a:schemeClr val="dk1"/>
                </a:solidFill>
              </a:rPr>
              <a:t>})</a:t>
            </a:r>
            <a:endParaRPr sz="17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endParaRPr sz="17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GB" sz="1795">
                <a:solidFill>
                  <a:schemeClr val="dk1"/>
                </a:solidFill>
              </a:rPr>
              <a:t># Detect and remove outliers using simple condition</a:t>
            </a:r>
            <a:endParaRPr sz="17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GB" sz="1795">
                <a:solidFill>
                  <a:schemeClr val="dk1"/>
                </a:solidFill>
              </a:rPr>
              <a:t>df = df[df["Marks"] &lt; 100]</a:t>
            </a:r>
            <a:endParaRPr sz="17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endParaRPr sz="17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GB" sz="1795">
                <a:solidFill>
                  <a:schemeClr val="dk1"/>
                </a:solidFill>
              </a:rPr>
              <a:t># String manipulation</a:t>
            </a:r>
            <a:endParaRPr sz="17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GB" sz="1795">
                <a:solidFill>
                  <a:schemeClr val="dk1"/>
                </a:solidFill>
              </a:rPr>
              <a:t>df["Name"] = df["Name"].str.capitalize()</a:t>
            </a:r>
            <a:endParaRPr sz="17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endParaRPr sz="17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-GB" sz="1795">
                <a:solidFill>
                  <a:schemeClr val="dk1"/>
                </a:solidFill>
              </a:rPr>
              <a:t>print(df)</a:t>
            </a:r>
            <a:endParaRPr sz="1795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endParaRPr sz="1795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endParaRPr sz="1395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Strings to Numbers</a:t>
            </a:r>
            <a:endParaRPr/>
          </a:p>
        </p:txBody>
      </p:sp>
      <p:sp>
        <p:nvSpPr>
          <p:cNvPr id="416" name="Google Shape;416;p6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When reading a CSV file, everything is read as </a:t>
            </a:r>
            <a:r>
              <a:rPr lang="en-GB" b="1">
                <a:solidFill>
                  <a:schemeClr val="dk1"/>
                </a:solidFill>
              </a:rPr>
              <a:t>text (string)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Example: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closing_price = float(row[2])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converts a string like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"90.91"</a:t>
            </a:r>
            <a:r>
              <a:rPr lang="en-GB">
                <a:solidFill>
                  <a:schemeClr val="dk1"/>
                </a:solidFill>
              </a:rPr>
              <a:t> into a number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90.91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But doing this manually every time can cause errors.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So instead, we create a </a:t>
            </a:r>
            <a:r>
              <a:rPr lang="en-GB" b="1">
                <a:solidFill>
                  <a:schemeClr val="dk1"/>
                </a:solidFill>
              </a:rPr>
              <a:t>system that automatically converts columns properly while reading the file.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0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656"/>
              <a:buFont typeface="Arial"/>
              <a:buNone/>
            </a:pPr>
            <a:r>
              <a:rPr lang="en-GB" sz="2089">
                <a:solidFill>
                  <a:schemeClr val="dk1"/>
                </a:solidFill>
              </a:rPr>
              <a:t># Open the file in read mode</a:t>
            </a:r>
            <a:endParaRPr sz="208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656"/>
              <a:buFont typeface="Arial"/>
              <a:buNone/>
            </a:pPr>
            <a:r>
              <a:rPr lang="en-GB" sz="2089">
                <a:solidFill>
                  <a:schemeClr val="dk1"/>
                </a:solidFill>
              </a:rPr>
              <a:t>file = open("numbers.txt", "r")</a:t>
            </a:r>
            <a:endParaRPr sz="208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656"/>
              <a:buFont typeface="Arial"/>
              <a:buNone/>
            </a:pPr>
            <a:endParaRPr sz="208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656"/>
              <a:buFont typeface="Arial"/>
              <a:buNone/>
            </a:pPr>
            <a:r>
              <a:rPr lang="en-GB" sz="2089">
                <a:solidFill>
                  <a:schemeClr val="dk1"/>
                </a:solidFill>
              </a:rPr>
              <a:t># Read all lines from file</a:t>
            </a:r>
            <a:endParaRPr sz="208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656"/>
              <a:buFont typeface="Arial"/>
              <a:buNone/>
            </a:pPr>
            <a:r>
              <a:rPr lang="en-GB" sz="2089">
                <a:solidFill>
                  <a:schemeClr val="dk1"/>
                </a:solidFill>
              </a:rPr>
              <a:t>lines = file.readlines()</a:t>
            </a:r>
            <a:endParaRPr sz="208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656"/>
              <a:buFont typeface="Arial"/>
              <a:buNone/>
            </a:pPr>
            <a:endParaRPr sz="208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656"/>
              <a:buFont typeface="Arial"/>
              <a:buNone/>
            </a:pPr>
            <a:r>
              <a:rPr lang="en-GB" sz="2089">
                <a:solidFill>
                  <a:schemeClr val="dk1"/>
                </a:solidFill>
              </a:rPr>
              <a:t># Convert each line (string) into integer</a:t>
            </a:r>
            <a:endParaRPr sz="208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656"/>
              <a:buFont typeface="Arial"/>
              <a:buNone/>
            </a:pPr>
            <a:r>
              <a:rPr lang="en-GB" sz="2089">
                <a:solidFill>
                  <a:schemeClr val="dk1"/>
                </a:solidFill>
              </a:rPr>
              <a:t>numbers = [int(line.strip()) for line in lines]</a:t>
            </a:r>
            <a:endParaRPr sz="208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656"/>
              <a:buFont typeface="Arial"/>
              <a:buNone/>
            </a:pPr>
            <a:endParaRPr sz="208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656"/>
              <a:buFont typeface="Arial"/>
              <a:buNone/>
            </a:pPr>
            <a:r>
              <a:rPr lang="en-GB" sz="2089">
                <a:solidFill>
                  <a:schemeClr val="dk1"/>
                </a:solidFill>
              </a:rPr>
              <a:t># Close the file</a:t>
            </a:r>
            <a:endParaRPr sz="208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656"/>
              <a:buFont typeface="Arial"/>
              <a:buNone/>
            </a:pPr>
            <a:r>
              <a:rPr lang="en-GB" sz="2089">
                <a:solidFill>
                  <a:schemeClr val="dk1"/>
                </a:solidFill>
              </a:rPr>
              <a:t>file.close()</a:t>
            </a:r>
            <a:endParaRPr sz="208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656"/>
              <a:buFont typeface="Arial"/>
              <a:buNone/>
            </a:pPr>
            <a:endParaRPr sz="208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656"/>
              <a:buFont typeface="Arial"/>
              <a:buNone/>
            </a:pPr>
            <a:r>
              <a:rPr lang="en-GB" sz="2089">
                <a:solidFill>
                  <a:schemeClr val="dk1"/>
                </a:solidFill>
              </a:rPr>
              <a:t># Display the integers</a:t>
            </a:r>
            <a:endParaRPr sz="208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656"/>
              <a:buFont typeface="Arial"/>
              <a:buNone/>
            </a:pPr>
            <a:r>
              <a:rPr lang="en-GB" sz="2089">
                <a:solidFill>
                  <a:schemeClr val="dk1"/>
                </a:solidFill>
              </a:rPr>
              <a:t>print("Numbers:", numbers)</a:t>
            </a:r>
            <a:endParaRPr sz="2089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89">
                <a:solidFill>
                  <a:schemeClr val="dk1"/>
                </a:solidFill>
              </a:rPr>
              <a:t>print("Sum:", sum(numbers))</a:t>
            </a:r>
            <a:endParaRPr/>
          </a:p>
        </p:txBody>
      </p:sp>
      <p:pic>
        <p:nvPicPr>
          <p:cNvPr id="423" name="Google Shape;42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0025" y="445025"/>
            <a:ext cx="2602275" cy="231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1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739"/>
              <a:buFont typeface="Arial"/>
              <a:buNone/>
            </a:pPr>
            <a:r>
              <a:rPr lang="en-GB" sz="2085">
                <a:solidFill>
                  <a:schemeClr val="dk1"/>
                </a:solidFill>
              </a:rPr>
              <a:t># Open the file</a:t>
            </a:r>
            <a:endParaRPr sz="208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739"/>
              <a:buFont typeface="Arial"/>
              <a:buNone/>
            </a:pPr>
            <a:r>
              <a:rPr lang="en-GB" sz="2085">
                <a:solidFill>
                  <a:schemeClr val="dk1"/>
                </a:solidFill>
              </a:rPr>
              <a:t>with open("data.txt", "r") as file:</a:t>
            </a:r>
            <a:endParaRPr sz="208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739"/>
              <a:buFont typeface="Arial"/>
              <a:buNone/>
            </a:pPr>
            <a:r>
              <a:rPr lang="en-GB" sz="2085">
                <a:solidFill>
                  <a:schemeClr val="dk1"/>
                </a:solidFill>
              </a:rPr>
              <a:t>    lines = file.readlines()</a:t>
            </a:r>
            <a:endParaRPr sz="208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739"/>
              <a:buFont typeface="Arial"/>
              <a:buNone/>
            </a:pPr>
            <a:endParaRPr sz="208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739"/>
              <a:buFont typeface="Arial"/>
              <a:buNone/>
            </a:pPr>
            <a:r>
              <a:rPr lang="en-GB" sz="2085">
                <a:solidFill>
                  <a:schemeClr val="dk1"/>
                </a:solidFill>
              </a:rPr>
              <a:t># Skip header</a:t>
            </a:r>
            <a:endParaRPr sz="208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739"/>
              <a:buFont typeface="Arial"/>
              <a:buNone/>
            </a:pPr>
            <a:r>
              <a:rPr lang="en-GB" sz="2085">
                <a:solidFill>
                  <a:schemeClr val="dk1"/>
                </a:solidFill>
              </a:rPr>
              <a:t>lines = lines[1:]</a:t>
            </a:r>
            <a:endParaRPr sz="208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739"/>
              <a:buFont typeface="Arial"/>
              <a:buNone/>
            </a:pPr>
            <a:endParaRPr sz="208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739"/>
              <a:buFont typeface="Arial"/>
              <a:buNone/>
            </a:pPr>
            <a:r>
              <a:rPr lang="en-GB" sz="2085">
                <a:solidFill>
                  <a:schemeClr val="dk1"/>
                </a:solidFill>
              </a:rPr>
              <a:t>marks = []</a:t>
            </a:r>
            <a:endParaRPr sz="208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739"/>
              <a:buFont typeface="Arial"/>
              <a:buNone/>
            </a:pPr>
            <a:endParaRPr sz="208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739"/>
              <a:buFont typeface="Arial"/>
              <a:buNone/>
            </a:pPr>
            <a:r>
              <a:rPr lang="en-GB" sz="2085">
                <a:solidFill>
                  <a:schemeClr val="dk1"/>
                </a:solidFill>
              </a:rPr>
              <a:t># Extract and convert second column to integer</a:t>
            </a:r>
            <a:endParaRPr sz="208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739"/>
              <a:buFont typeface="Arial"/>
              <a:buNone/>
            </a:pPr>
            <a:r>
              <a:rPr lang="en-GB" sz="2085">
                <a:solidFill>
                  <a:schemeClr val="dk1"/>
                </a:solidFill>
              </a:rPr>
              <a:t>for line in lines:</a:t>
            </a:r>
            <a:endParaRPr sz="208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739"/>
              <a:buFont typeface="Arial"/>
              <a:buNone/>
            </a:pPr>
            <a:r>
              <a:rPr lang="en-GB" sz="2085">
                <a:solidFill>
                  <a:schemeClr val="dk1"/>
                </a:solidFill>
              </a:rPr>
              <a:t>    parts = line.strip().split(",")</a:t>
            </a:r>
            <a:endParaRPr sz="208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739"/>
              <a:buFont typeface="Arial"/>
              <a:buNone/>
            </a:pPr>
            <a:r>
              <a:rPr lang="en-GB" sz="2085">
                <a:solidFill>
                  <a:schemeClr val="dk1"/>
                </a:solidFill>
              </a:rPr>
              <a:t>    mark = int(parts[1])   # Convert Marks column to integer</a:t>
            </a:r>
            <a:endParaRPr sz="208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739"/>
              <a:buFont typeface="Arial"/>
              <a:buNone/>
            </a:pPr>
            <a:r>
              <a:rPr lang="en-GB" sz="2085">
                <a:solidFill>
                  <a:schemeClr val="dk1"/>
                </a:solidFill>
              </a:rPr>
              <a:t>    marks.append(mark)</a:t>
            </a:r>
            <a:endParaRPr sz="208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739"/>
              <a:buFont typeface="Arial"/>
              <a:buNone/>
            </a:pPr>
            <a:endParaRPr sz="208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2739"/>
              <a:buFont typeface="Arial"/>
              <a:buNone/>
            </a:pPr>
            <a:r>
              <a:rPr lang="en-GB" sz="2085">
                <a:solidFill>
                  <a:schemeClr val="dk1"/>
                </a:solidFill>
              </a:rPr>
              <a:t>print("Marks as integers:", marks)</a:t>
            </a:r>
            <a:endParaRPr sz="208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85">
                <a:solidFill>
                  <a:schemeClr val="dk1"/>
                </a:solidFill>
              </a:rPr>
              <a:t>print("Total Marks:", sum(marks))</a:t>
            </a:r>
            <a:endParaRPr/>
          </a:p>
        </p:txBody>
      </p:sp>
      <p:pic>
        <p:nvPicPr>
          <p:cNvPr id="430" name="Google Shape;430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7275" y="445025"/>
            <a:ext cx="1688125" cy="161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0550" y="2767500"/>
            <a:ext cx="2630700" cy="84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Manipulation using Pandas</a:t>
            </a:r>
            <a:endParaRPr/>
          </a:p>
        </p:txBody>
      </p:sp>
      <p:sp>
        <p:nvSpPr>
          <p:cNvPr id="437" name="Google Shape;437;p7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students.csv</a:t>
            </a:r>
            <a:endParaRPr/>
          </a:p>
        </p:txBody>
      </p:sp>
      <p:pic>
        <p:nvPicPr>
          <p:cNvPr id="438" name="Google Shape;43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12825"/>
            <a:ext cx="2046975" cy="173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14275" y="1206250"/>
            <a:ext cx="3323850" cy="144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14275" y="2844525"/>
            <a:ext cx="2954875" cy="166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37200" y="1443000"/>
            <a:ext cx="28245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7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97813" y="2727913"/>
            <a:ext cx="2503275" cy="189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3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Filling Missing Data							Removing Duplicates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49" name="Google Shape;44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3500"/>
            <a:ext cx="4260300" cy="85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500" y="2201300"/>
            <a:ext cx="3121875" cy="15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2150" y="1222850"/>
            <a:ext cx="3540150" cy="78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95750" y="2216925"/>
            <a:ext cx="3191150" cy="174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4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Filtering Data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59" name="Google Shape;45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350" y="1074200"/>
            <a:ext cx="3454975" cy="48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900" y="1563075"/>
            <a:ext cx="3351875" cy="105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175" y="2616825"/>
            <a:ext cx="2067525" cy="38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175" y="2999600"/>
            <a:ext cx="3351875" cy="9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7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04500" y="445025"/>
            <a:ext cx="2650800" cy="121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7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23800" y="1797650"/>
            <a:ext cx="1889125" cy="38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7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23800" y="2223800"/>
            <a:ext cx="4237900" cy="77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7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363875" y="3042975"/>
            <a:ext cx="2791425" cy="13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5"/>
          <p:cNvSpPr txBox="1">
            <a:spLocks noGrp="1"/>
          </p:cNvSpPr>
          <p:nvPr>
            <p:ph type="body" idx="1"/>
          </p:nvPr>
        </p:nvSpPr>
        <p:spPr>
          <a:xfrm>
            <a:off x="311700" y="57467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String Manipulation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73" name="Google Shape;47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94025"/>
            <a:ext cx="3246125" cy="71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225" y="1832850"/>
            <a:ext cx="3002600" cy="136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8250" y="445025"/>
            <a:ext cx="2672075" cy="417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02228" y="925250"/>
            <a:ext cx="34413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02225" y="1588400"/>
            <a:ext cx="3679225" cy="13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7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76"/>
          <p:cNvSpPr txBox="1">
            <a:spLocks noGrp="1"/>
          </p:cNvSpPr>
          <p:nvPr>
            <p:ph type="body" idx="1"/>
          </p:nvPr>
        </p:nvSpPr>
        <p:spPr>
          <a:xfrm>
            <a:off x="311700" y="488425"/>
            <a:ext cx="8520600" cy="45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pandas </a:t>
            </a:r>
            <a:r>
              <a:rPr lang="en-GB" sz="1650" b="1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pd</a:t>
            </a:r>
            <a:endParaRPr sz="16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sklearn.preprocessing </a:t>
            </a:r>
            <a:r>
              <a:rPr lang="en-GB" sz="1650" b="1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LabelEncoder</a:t>
            </a:r>
            <a:endParaRPr sz="16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Sample Data</a:t>
            </a:r>
            <a:endParaRPr sz="1650"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 = pd.DataFrame({</a:t>
            </a:r>
            <a:endParaRPr sz="16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"Asha"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"Ravi"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"John"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"Asha"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6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"Department"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"HR"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"IT"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"Finance"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"IT"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6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16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"Original Data:"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  </a:t>
            </a:r>
            <a:r>
              <a:rPr lang="en-GB" sz="1650" b="1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(data)</a:t>
            </a:r>
            <a:endParaRPr sz="16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Label Encoding</a:t>
            </a:r>
            <a:endParaRPr sz="1650" b="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 = LabelEncoder()</a:t>
            </a:r>
            <a:endParaRPr sz="16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data[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"Dept_Label"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le.fit_transform(data[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"Department"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6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50" b="1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650" b="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"\nAfter Label Encoding:"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   </a:t>
            </a:r>
            <a:r>
              <a:rPr lang="en-GB" sz="1650" b="1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650" b="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(data)</a:t>
            </a:r>
            <a:endParaRPr sz="1650" b="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/>
          </a:p>
        </p:txBody>
      </p:sp>
      <p:pic>
        <p:nvPicPr>
          <p:cNvPr id="484" name="Google Shape;484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1800" y="445025"/>
            <a:ext cx="3160500" cy="282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7"/>
          <p:cNvSpPr txBox="1">
            <a:spLocks noGrp="1"/>
          </p:cNvSpPr>
          <p:nvPr>
            <p:ph type="body" idx="1"/>
          </p:nvPr>
        </p:nvSpPr>
        <p:spPr>
          <a:xfrm>
            <a:off x="311700" y="622531"/>
            <a:ext cx="8520600" cy="45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617"/>
              <a:buFont typeface="Arial"/>
              <a:buNone/>
            </a:pPr>
            <a:r>
              <a:rPr lang="en-GB" sz="1942" b="1">
                <a:solidFill>
                  <a:schemeClr val="dk1"/>
                </a:solidFill>
              </a:rPr>
              <a:t>from sklearn.model_selection import train_test_split</a:t>
            </a:r>
            <a:endParaRPr sz="194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617"/>
              <a:buFont typeface="Arial"/>
              <a:buNone/>
            </a:pPr>
            <a:r>
              <a:rPr lang="en-GB" sz="1942" b="1">
                <a:solidFill>
                  <a:schemeClr val="dk1"/>
                </a:solidFill>
              </a:rPr>
              <a:t>from sklearn.linear_model import LinearRegression</a:t>
            </a:r>
            <a:endParaRPr sz="194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617"/>
              <a:buFont typeface="Arial"/>
              <a:buNone/>
            </a:pPr>
            <a:r>
              <a:rPr lang="en-GB" sz="1942" b="1">
                <a:solidFill>
                  <a:schemeClr val="dk1"/>
                </a:solidFill>
              </a:rPr>
              <a:t>from sklearn.metrics import mean_squared_error</a:t>
            </a:r>
            <a:endParaRPr sz="194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617"/>
              <a:buFont typeface="Arial"/>
              <a:buNone/>
            </a:pPr>
            <a:endParaRPr sz="194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617"/>
              <a:buFont typeface="Arial"/>
              <a:buNone/>
            </a:pPr>
            <a:r>
              <a:rPr lang="en-GB" sz="1942" b="1">
                <a:solidFill>
                  <a:schemeClr val="dk1"/>
                </a:solidFill>
              </a:rPr>
              <a:t># Sample data</a:t>
            </a:r>
            <a:endParaRPr sz="194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617"/>
              <a:buFont typeface="Arial"/>
              <a:buNone/>
            </a:pPr>
            <a:r>
              <a:rPr lang="en-GB" sz="1942" b="1">
                <a:solidFill>
                  <a:schemeClr val="dk1"/>
                </a:solidFill>
              </a:rPr>
              <a:t>X = [[1], [2], [3], [4], [5]] # input</a:t>
            </a:r>
            <a:endParaRPr sz="194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617"/>
              <a:buFont typeface="Arial"/>
              <a:buNone/>
            </a:pPr>
            <a:r>
              <a:rPr lang="en-GB" sz="1942" b="1">
                <a:solidFill>
                  <a:schemeClr val="dk1"/>
                </a:solidFill>
              </a:rPr>
              <a:t>y = [2, 4, 1, 3, 5] # target</a:t>
            </a:r>
            <a:endParaRPr sz="194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617"/>
              <a:buFont typeface="Arial"/>
              <a:buNone/>
            </a:pPr>
            <a:endParaRPr sz="194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617"/>
              <a:buFont typeface="Arial"/>
              <a:buNone/>
            </a:pPr>
            <a:r>
              <a:rPr lang="en-GB" sz="1942" b="1">
                <a:solidFill>
                  <a:schemeClr val="dk1"/>
                </a:solidFill>
              </a:rPr>
              <a:t># Split into train and test</a:t>
            </a:r>
            <a:endParaRPr sz="194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617"/>
              <a:buFont typeface="Arial"/>
              <a:buNone/>
            </a:pPr>
            <a:r>
              <a:rPr lang="en-GB" sz="1942" b="1">
                <a:solidFill>
                  <a:schemeClr val="dk1"/>
                </a:solidFill>
              </a:rPr>
              <a:t>X_train, X_test, y_train, y_test = train_test_split(X, y, test_size=0.2, random_state=42)</a:t>
            </a:r>
            <a:endParaRPr sz="194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617"/>
              <a:buFont typeface="Arial"/>
              <a:buNone/>
            </a:pPr>
            <a:endParaRPr sz="194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617"/>
              <a:buFont typeface="Arial"/>
              <a:buNone/>
            </a:pPr>
            <a:r>
              <a:rPr lang="en-GB" sz="1942" b="1">
                <a:solidFill>
                  <a:schemeClr val="dk1"/>
                </a:solidFill>
              </a:rPr>
              <a:t># Create model</a:t>
            </a:r>
            <a:endParaRPr sz="194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617"/>
              <a:buFont typeface="Arial"/>
              <a:buNone/>
            </a:pPr>
            <a:r>
              <a:rPr lang="en-GB" sz="1942" b="1">
                <a:solidFill>
                  <a:schemeClr val="dk1"/>
                </a:solidFill>
              </a:rPr>
              <a:t>model = LinearRegression()</a:t>
            </a:r>
            <a:endParaRPr sz="194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617"/>
              <a:buFont typeface="Arial"/>
              <a:buNone/>
            </a:pPr>
            <a:r>
              <a:rPr lang="en-GB" sz="1942" b="1">
                <a:solidFill>
                  <a:schemeClr val="dk1"/>
                </a:solidFill>
              </a:rPr>
              <a:t>model.fit(X_train, y_train) # Train</a:t>
            </a:r>
            <a:endParaRPr sz="194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617"/>
              <a:buFont typeface="Arial"/>
              <a:buNone/>
            </a:pPr>
            <a:endParaRPr sz="194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617"/>
              <a:buFont typeface="Arial"/>
              <a:buNone/>
            </a:pPr>
            <a:r>
              <a:rPr lang="en-GB" sz="1942" b="1">
                <a:solidFill>
                  <a:schemeClr val="dk1"/>
                </a:solidFill>
              </a:rPr>
              <a:t># Predict</a:t>
            </a:r>
            <a:endParaRPr sz="194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617"/>
              <a:buFont typeface="Arial"/>
              <a:buNone/>
            </a:pPr>
            <a:r>
              <a:rPr lang="en-GB" sz="1942" b="1">
                <a:solidFill>
                  <a:schemeClr val="dk1"/>
                </a:solidFill>
              </a:rPr>
              <a:t>y_pred = model.predict(X_test)</a:t>
            </a:r>
            <a:endParaRPr sz="194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617"/>
              <a:buFont typeface="Arial"/>
              <a:buNone/>
            </a:pPr>
            <a:endParaRPr sz="194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6617"/>
              <a:buFont typeface="Arial"/>
              <a:buNone/>
            </a:pPr>
            <a:r>
              <a:rPr lang="en-GB" sz="1942" b="1">
                <a:solidFill>
                  <a:schemeClr val="dk1"/>
                </a:solidFill>
              </a:rPr>
              <a:t># Evaluate</a:t>
            </a:r>
            <a:endParaRPr sz="1942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42" b="1">
                <a:solidFill>
                  <a:schemeClr val="dk1"/>
                </a:solidFill>
              </a:rPr>
              <a:t>print("MSE:", mean_squared_error(y_test, y_pred))</a:t>
            </a:r>
            <a:endParaRPr sz="1942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78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071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pandas </a:t>
            </a:r>
            <a:r>
              <a:rPr lang="en-GB" sz="1071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pd</a:t>
            </a:r>
            <a:endParaRPr sz="107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071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sklearn.preprocessing </a:t>
            </a:r>
            <a:r>
              <a:rPr lang="en-GB" sz="1071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MinMaxScaler, StandardScaler</a:t>
            </a:r>
            <a:endParaRPr sz="107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endParaRPr sz="107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 = pd.DataFrame({</a:t>
            </a:r>
            <a:endParaRPr sz="107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07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"Salary"</a:t>
            </a: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en-GB" sz="107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25000</a:t>
            </a: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7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40000</a:t>
            </a: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7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50000</a:t>
            </a: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7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60000</a:t>
            </a: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071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80000</a:t>
            </a: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7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107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endParaRPr sz="107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071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7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"Original Data:"</a:t>
            </a: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7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071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(data)</a:t>
            </a:r>
            <a:endParaRPr sz="107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endParaRPr sz="107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07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Normalization (0 to 1)</a:t>
            </a:r>
            <a:endParaRPr sz="107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minmax = MinMaxScaler()</a:t>
            </a:r>
            <a:endParaRPr sz="107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data[</a:t>
            </a:r>
            <a:r>
              <a:rPr lang="en-GB" sz="107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"Normalized"</a:t>
            </a: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minmax.fit_transform(data[[</a:t>
            </a:r>
            <a:r>
              <a:rPr lang="en-GB" sz="107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"Salary"</a:t>
            </a: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]])</a:t>
            </a:r>
            <a:endParaRPr sz="107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endParaRPr sz="107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071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Standardization (Mean=0, Std=1)</a:t>
            </a:r>
            <a:endParaRPr sz="1071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standard = StandardScaler()</a:t>
            </a:r>
            <a:endParaRPr sz="107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data[</a:t>
            </a:r>
            <a:r>
              <a:rPr lang="en-GB" sz="107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"Standardized"</a:t>
            </a: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standard.fit_transform(data[[</a:t>
            </a:r>
            <a:r>
              <a:rPr lang="en-GB" sz="107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"Salary"</a:t>
            </a: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]])</a:t>
            </a:r>
            <a:endParaRPr sz="107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endParaRPr sz="107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071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071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"\nAfter Scaling:"</a:t>
            </a: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7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GB" sz="1071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071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(data)</a:t>
            </a:r>
            <a:endParaRPr sz="1071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endParaRPr sz="1665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79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36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50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pandas </a:t>
            </a:r>
            <a:r>
              <a:rPr lang="en-GB" sz="1850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pd</a:t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 = pd.DataFrame({</a:t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8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"Score"</a:t>
            </a: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en-GB" sz="185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90</a:t>
            </a: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85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85</a:t>
            </a: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85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85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78</a:t>
            </a: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85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50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8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"Original Data:"</a:t>
            </a: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50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(data)</a:t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Replace -1 with NaN</a:t>
            </a:r>
            <a:endParaRPr sz="18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data[</a:t>
            </a:r>
            <a:r>
              <a:rPr lang="en-GB" sz="18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"Score"</a:t>
            </a: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data[</a:t>
            </a:r>
            <a:r>
              <a:rPr lang="en-GB" sz="18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"Score"</a:t>
            </a: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].replace(</a:t>
            </a:r>
            <a:r>
              <a:rPr lang="en-GB" sz="1850">
                <a:solidFill>
                  <a:srgbClr val="11664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8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50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8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"\nAfter Replacing -1 with None:"</a:t>
            </a: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50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8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(data)</a:t>
            </a:r>
            <a:endParaRPr sz="18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03" name="Google Shape;50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1750" y="445025"/>
            <a:ext cx="3140550" cy="287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80"/>
          <p:cNvSpPr txBox="1">
            <a:spLocks noGrp="1"/>
          </p:cNvSpPr>
          <p:nvPr>
            <p:ph type="body" idx="1"/>
          </p:nvPr>
        </p:nvSpPr>
        <p:spPr>
          <a:xfrm>
            <a:off x="311700" y="445025"/>
            <a:ext cx="8520600" cy="41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pandas </a:t>
            </a:r>
            <a:r>
              <a:rPr lang="en-GB" sz="1450">
                <a:solidFill>
                  <a:srgbClr val="9723B4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pd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 = pd.DataFrame({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GB" sz="14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en-GB" sz="14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 asha "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4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"RAVI"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4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"john"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4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"Original Data:"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(data)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String operations</a:t>
            </a:r>
            <a:endParaRPr sz="14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data[</a:t>
            </a:r>
            <a:r>
              <a:rPr lang="en-GB" sz="14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data[</a:t>
            </a:r>
            <a:r>
              <a:rPr lang="en-GB" sz="14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en-GB" sz="1450">
                <a:solidFill>
                  <a:srgbClr val="25769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.strip()   </a:t>
            </a:r>
            <a:r>
              <a:rPr lang="en-GB" sz="14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remove spaces</a:t>
            </a:r>
            <a:endParaRPr sz="14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data[</a:t>
            </a:r>
            <a:r>
              <a:rPr lang="en-GB" sz="14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data[</a:t>
            </a:r>
            <a:r>
              <a:rPr lang="en-GB" sz="14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en-GB" sz="1450">
                <a:solidFill>
                  <a:srgbClr val="25769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.lower()   </a:t>
            </a:r>
            <a:r>
              <a:rPr lang="en-GB" sz="14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convert to lowercase</a:t>
            </a:r>
            <a:endParaRPr sz="145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data[</a:t>
            </a:r>
            <a:r>
              <a:rPr lang="en-GB" sz="14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= data[</a:t>
            </a:r>
            <a:r>
              <a:rPr lang="en-GB" sz="14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].</a:t>
            </a:r>
            <a:r>
              <a:rPr lang="en-GB" sz="1450">
                <a:solidFill>
                  <a:srgbClr val="257693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.capitalize()  </a:t>
            </a:r>
            <a:r>
              <a:rPr lang="en-GB" sz="145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# capitalize first letter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4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"\nAfter String Manipulation:"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50">
                <a:solidFill>
                  <a:srgbClr val="6A52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lang="en-GB" sz="145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(data)</a:t>
            </a:r>
            <a:endParaRPr sz="1450">
              <a:solidFill>
                <a:schemeClr val="dk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510" name="Google Shape;51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0100" y="445025"/>
            <a:ext cx="2632200" cy="24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4716</Words>
  <Application>Microsoft Office PowerPoint</Application>
  <PresentationFormat>On-screen Show (16:9)</PresentationFormat>
  <Paragraphs>610</Paragraphs>
  <Slides>68</Slides>
  <Notes>68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2" baseType="lpstr">
      <vt:lpstr>Courier New</vt:lpstr>
      <vt:lpstr>Roboto Mono</vt:lpstr>
      <vt:lpstr>Arial</vt:lpstr>
      <vt:lpstr>Simple Light</vt:lpstr>
      <vt:lpstr>Data Collection and Preprocessing</vt:lpstr>
      <vt:lpstr>Getting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Reading a file line by line and counting lines starting with #</vt:lpstr>
      <vt:lpstr>Extracting domains from email addresses &amp; counting domain address</vt:lpstr>
      <vt:lpstr>Try it yourself</vt:lpstr>
      <vt:lpstr>PowerPoint Presentation</vt:lpstr>
      <vt:lpstr>Example - Basics</vt:lpstr>
      <vt:lpstr>Example - Basics</vt:lpstr>
      <vt:lpstr>Example - Basics</vt:lpstr>
      <vt:lpstr>Example - Basics - Display lines containing a word</vt:lpstr>
      <vt:lpstr>Example - Basics - Read entire file at once</vt:lpstr>
      <vt:lpstr>Example - Basics - Count blank lines in a file</vt:lpstr>
      <vt:lpstr>Count vowels in a file</vt:lpstr>
      <vt:lpstr>Print only lines starting with a capital letter</vt:lpstr>
      <vt:lpstr>Find the longest line in a file</vt:lpstr>
      <vt:lpstr>Copy content from one file to another</vt:lpstr>
      <vt:lpstr>PowerPoint Presentation</vt:lpstr>
      <vt:lpstr>Example - Basics</vt:lpstr>
      <vt:lpstr>Example - Basics - Extract page title</vt:lpstr>
      <vt:lpstr>Example - Basics - Extract all links from a webpage</vt:lpstr>
      <vt:lpstr>Try it yourself </vt:lpstr>
      <vt:lpstr>PowerPoint Presentation</vt:lpstr>
      <vt:lpstr>PowerPoint Presentation</vt:lpstr>
      <vt:lpstr>PowerPoint Presentation</vt:lpstr>
      <vt:lpstr>Example</vt:lpstr>
      <vt:lpstr>PowerPoint Presentation</vt:lpstr>
      <vt:lpstr>PowerPoint Presentation</vt:lpstr>
      <vt:lpstr>PowerPoint Presentation</vt:lpstr>
      <vt:lpstr>With loads()</vt:lpstr>
      <vt:lpstr>If You Wanted to Use json.loads() Manually</vt:lpstr>
      <vt:lpstr>PowerPoint Presentation</vt:lpstr>
      <vt:lpstr>PowerPoint Presentation</vt:lpstr>
      <vt:lpstr>PowerPoint Presentation</vt:lpstr>
      <vt:lpstr>Using the Twitter API</vt:lpstr>
      <vt:lpstr>Using Twitter Search API</vt:lpstr>
      <vt:lpstr>PowerPoint Presentation</vt:lpstr>
      <vt:lpstr>Output</vt:lpstr>
      <vt:lpstr>Exploring One-Dimensional Data</vt:lpstr>
      <vt:lpstr>PowerPoint Presentation</vt:lpstr>
      <vt:lpstr>Contd..</vt:lpstr>
      <vt:lpstr>Two dimensional array</vt:lpstr>
      <vt:lpstr>PowerPoint Presentation</vt:lpstr>
      <vt:lpstr>PowerPoint Presentation</vt:lpstr>
      <vt:lpstr>PowerPoint Presentation</vt:lpstr>
      <vt:lpstr>Data Cleaning</vt:lpstr>
      <vt:lpstr>PowerPoint Presentation</vt:lpstr>
      <vt:lpstr>Write a Python program to detect outliers and perform string manipulation.</vt:lpstr>
      <vt:lpstr>Converting Strings to Numbers</vt:lpstr>
      <vt:lpstr>PowerPoint Presentation</vt:lpstr>
      <vt:lpstr>PowerPoint Presentation</vt:lpstr>
      <vt:lpstr>Data Manipulation using Pandas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TARUN KUMAR</cp:lastModifiedBy>
  <cp:revision>1</cp:revision>
  <dcterms:modified xsi:type="dcterms:W3CDTF">2026-03-04T08:01:02Z</dcterms:modified>
</cp:coreProperties>
</file>