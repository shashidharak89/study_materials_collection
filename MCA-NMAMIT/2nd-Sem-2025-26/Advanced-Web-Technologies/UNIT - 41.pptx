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 id="2147483768" r:id="rId10"/>
    <p:sldMasterId id="2147483780" r:id="rId11"/>
  </p:sldMasterIdLst>
  <p:notesMasterIdLst>
    <p:notesMasterId r:id="rId51"/>
  </p:notesMasterIdLst>
  <p:handoutMasterIdLst>
    <p:handoutMasterId r:id="rId52"/>
  </p:handoutMasterIdLst>
  <p:sldIdLst>
    <p:sldId id="296"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6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3280680" cy="534240"/>
          </a:xfrm>
          <a:prstGeom prst="rect">
            <a:avLst/>
          </a:prstGeom>
          <a:noFill/>
          <a:ln>
            <a:noFill/>
          </a:ln>
        </p:spPr>
        <p:txBody>
          <a:bodyPr vert="horz" wrap="squar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Microsoft YaHei" pitchFamily="2"/>
              <a:cs typeface="Lucida Sans" pitchFamily="2"/>
            </a:endParaRPr>
          </a:p>
        </p:txBody>
      </p:sp>
      <p:sp>
        <p:nvSpPr>
          <p:cNvPr id="3" name="Date Placeholder 2"/>
          <p:cNvSpPr txBox="1">
            <a:spLocks noGrp="1"/>
          </p:cNvSpPr>
          <p:nvPr>
            <p:ph type="dt" sz="quarter" idx="1"/>
          </p:nvPr>
        </p:nvSpPr>
        <p:spPr>
          <a:xfrm>
            <a:off x="4278960" y="0"/>
            <a:ext cx="3280680" cy="534240"/>
          </a:xfrm>
          <a:prstGeom prst="rect">
            <a:avLst/>
          </a:prstGeom>
          <a:noFill/>
          <a:ln>
            <a:noFill/>
          </a:ln>
        </p:spPr>
        <p:txBody>
          <a:bodyPr vert="horz" wrap="squar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Microsoft YaHei" pitchFamily="2"/>
              <a:cs typeface="Lucida Sans" pitchFamily="2"/>
            </a:endParaRPr>
          </a:p>
        </p:txBody>
      </p:sp>
      <p:sp>
        <p:nvSpPr>
          <p:cNvPr id="4" name="Footer Placeholder 3"/>
          <p:cNvSpPr txBox="1">
            <a:spLocks noGrp="1"/>
          </p:cNvSpPr>
          <p:nvPr>
            <p:ph type="ftr" sz="quarter" idx="2"/>
          </p:nvPr>
        </p:nvSpPr>
        <p:spPr>
          <a:xfrm>
            <a:off x="0" y="10157400"/>
            <a:ext cx="3280680" cy="534240"/>
          </a:xfrm>
          <a:prstGeom prst="rect">
            <a:avLst/>
          </a:prstGeom>
          <a:noFill/>
          <a:ln>
            <a:noFill/>
          </a:ln>
        </p:spPr>
        <p:txBody>
          <a:bodyPr vert="horz" wrap="squar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Microsoft YaHei" pitchFamily="2"/>
              <a:cs typeface="Lucida Sans" pitchFamily="2"/>
            </a:endParaRPr>
          </a:p>
        </p:txBody>
      </p:sp>
      <p:sp>
        <p:nvSpPr>
          <p:cNvPr id="5" name="Slide Number Placeholder 4"/>
          <p:cNvSpPr txBox="1">
            <a:spLocks noGrp="1"/>
          </p:cNvSpPr>
          <p:nvPr>
            <p:ph type="sldNum" sz="quarter" idx="3"/>
          </p:nvPr>
        </p:nvSpPr>
        <p:spPr>
          <a:xfrm>
            <a:off x="4278960" y="10157400"/>
            <a:ext cx="3280680" cy="534240"/>
          </a:xfrm>
          <a:prstGeom prst="rect">
            <a:avLst/>
          </a:prstGeom>
          <a:noFill/>
          <a:ln>
            <a:noFill/>
          </a:ln>
        </p:spPr>
        <p:txBody>
          <a:bodyPr vert="horz" wrap="squar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69B89E9B-E9FF-4105-BF4D-50DDF6E7AB71}" type="slidenum">
              <a:t>‹#›</a:t>
            </a:fld>
            <a:endParaRPr lang="en-IN" sz="1400" b="0" i="0" u="none" strike="noStrike" kern="1200" cap="none">
              <a:ln>
                <a:noFill/>
              </a:ln>
              <a:latin typeface="Liberation Sans" pitchFamily="18"/>
              <a:ea typeface="Microsoft YaHei" pitchFamily="2"/>
              <a:cs typeface="Lucida Sans" pitchFamily="2"/>
            </a:endParaRPr>
          </a:p>
        </p:txBody>
      </p:sp>
    </p:spTree>
    <p:extLst>
      <p:ext uri="{BB962C8B-B14F-4D97-AF65-F5344CB8AC3E}">
        <p14:creationId xmlns:p14="http://schemas.microsoft.com/office/powerpoint/2010/main" val="24831215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IN"/>
          </a:p>
        </p:txBody>
      </p:sp>
      <p:sp>
        <p:nvSpPr>
          <p:cNvPr id="4" name="Header Placeholder 3"/>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Segoe UI" pitchFamily="2"/>
                <a:cs typeface="Tahoma" pitchFamily="2"/>
              </a:defRPr>
            </a:lvl1pPr>
          </a:lstStyle>
          <a:p>
            <a:pPr lvl="0"/>
            <a:endParaRPr lang="en-IN"/>
          </a:p>
        </p:txBody>
      </p:sp>
      <p:sp>
        <p:nvSpPr>
          <p:cNvPr id="5" name="Date Placeholder 4"/>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Segoe UI" pitchFamily="2"/>
                <a:cs typeface="Tahoma" pitchFamily="2"/>
              </a:defRPr>
            </a:lvl1pPr>
          </a:lstStyle>
          <a:p>
            <a:pPr lvl="0"/>
            <a:endParaRPr lang="en-IN"/>
          </a:p>
        </p:txBody>
      </p:sp>
      <p:sp>
        <p:nvSpPr>
          <p:cNvPr id="6" name="Footer Placeholder 5"/>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IN" sz="1400" kern="1200">
                <a:latin typeface="Liberation Serif" pitchFamily="18"/>
                <a:ea typeface="Segoe UI" pitchFamily="2"/>
                <a:cs typeface="Tahoma" pitchFamily="2"/>
              </a:defRPr>
            </a:lvl1pPr>
          </a:lstStyle>
          <a:p>
            <a:pPr lvl="0"/>
            <a:endParaRPr lang="en-IN"/>
          </a:p>
        </p:txBody>
      </p:sp>
      <p:sp>
        <p:nvSpPr>
          <p:cNvPr id="7" name="Slide Number Placeholder 6"/>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IN" sz="1400" kern="1200">
                <a:latin typeface="Liberation Serif" pitchFamily="18"/>
                <a:ea typeface="Segoe UI" pitchFamily="2"/>
                <a:cs typeface="Tahoma" pitchFamily="2"/>
              </a:defRPr>
            </a:lvl1pPr>
          </a:lstStyle>
          <a:p>
            <a:pPr lvl="0"/>
            <a:fld id="{F306A536-DA35-44F6-BC96-FAAC6185FC4C}" type="slidenum">
              <a:t>‹#›</a:t>
            </a:fld>
            <a:endParaRPr lang="en-IN"/>
          </a:p>
        </p:txBody>
      </p:sp>
    </p:spTree>
    <p:extLst>
      <p:ext uri="{BB962C8B-B14F-4D97-AF65-F5344CB8AC3E}">
        <p14:creationId xmlns:p14="http://schemas.microsoft.com/office/powerpoint/2010/main" val="4154302932"/>
      </p:ext>
    </p:extLst>
  </p:cSld>
  <p:clrMap bg1="lt1" tx1="dk1" bg2="lt2" tx2="dk2" accent1="accent1" accent2="accent2" accent3="accent3" accent4="accent4" accent5="accent5" accent6="accent6" hlink="hlink" folHlink="folHlink"/>
  <p:notesStyle>
    <a:lvl1pPr marL="216000" marR="0" indent="-216000" rtl="0" hangingPunct="0">
      <a:tabLst/>
      <a:defRPr lang="en-IN" sz="2000" b="0" i="0" u="none" strike="noStrike" kern="1200" cap="none">
        <a:ln>
          <a:noFill/>
        </a:ln>
        <a:highlight>
          <a:scrgbClr r="0" g="0" b="0">
            <a:alpha val="0"/>
          </a:scrgbClr>
        </a:highlight>
        <a:latin typeface="Liberation Sans" pitchFamily="18"/>
        <a:ea typeface="Microsoft YaHei"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C97A770-F762-4C33-B200-05CFE47BB26D}" type="slidenum">
              <a:t>2</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4211105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AA46822D-20B5-476F-A00D-85DF66C71358}" type="slidenum">
              <a:t>3</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638952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207C106C-4C81-4077-B06B-A9897D6BA9A3}" type="slidenum">
              <a:t>4</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894076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D2A1268-8078-4296-803A-E92E9944099C}" type="slidenum">
              <a:t>5</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165914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1BD1193-488C-4E43-B08D-223C4E9E4D7D}" type="slidenum">
              <a:t>6</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198825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29D490FB-881A-478E-A676-4C967ED239AD}" type="slidenum">
              <a:t>7</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590994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0A555490-57B5-424C-9231-2E9D7ECF406F}" type="slidenum">
              <a:t>8</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696926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DD3FFC8F-F28A-481D-9C27-DC7508217F4C}" type="slidenum">
              <a:t>9</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4233746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D90B88A5-26C4-4F1D-8B73-E6D52C6838A9}" type="slidenum">
              <a:t>10</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2176939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E22123DF-E65F-456A-AAAF-57D9AA9FA470}" type="slidenum">
              <a:t>11</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506881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3743671-13DF-4D14-89F2-0B690A48CB2E}" type="slidenum">
              <a:t>12</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3471161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F8B7D5F1-984C-495D-946B-C16E36F398CD}" type="slidenum">
              <a:t>13</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924258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D0A71CB-F7FC-4497-AD7A-018F963A6108}" type="slidenum">
              <a:t>14</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084174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74621A38-3F54-48E9-94DF-1C954BC9C655}" type="slidenum">
              <a:t>15</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741736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01EA34DF-D211-4CE1-B8FB-A3385B887E35}" type="slidenum">
              <a:t>16</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698268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10BCCBC0-5C05-43CE-983C-9334DFA569A0}" type="slidenum">
              <a:t>17</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61722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F75DF814-671C-4B59-BD7E-4A3079DE627C}" type="slidenum">
              <a:t>18</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79276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E9370E34-97E6-4992-BD9F-82E28A034DC0}" type="slidenum">
              <a:t>19</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2372529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9E21D61A-3E2C-40EF-A072-93F686DBD004}" type="slidenum">
              <a:t>20</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21457230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91C5E3F-A1F6-4D28-948A-A5FE2388A67A}" type="slidenum">
              <a:t>21</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8641571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C88A9A5D-9C9A-401E-861D-BC5BB05D3344}" type="slidenum">
              <a:t>22</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132673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D8816F9D-613D-4BAC-98E8-F2AF7FECA192}" type="slidenum">
              <a:t>23</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4067776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EDAC251E-345A-420F-A891-A593D3086927}" type="slidenum">
              <a:t>24</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7019004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4CF26983-B7D5-4285-8A78-16C493834918}" type="slidenum">
              <a:t>25</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014814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17B38CA5-C69E-44AC-80A0-11B23818427E}" type="slidenum">
              <a:t>26</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40864987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C8F10FDE-15F2-4ABF-BC77-4ABFD452BCB7}" type="slidenum">
              <a:t>27</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3005209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35BF6E92-D8F6-428A-A9C7-55133897A6BC}" type="slidenum">
              <a:t>28</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355760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542C6158-25E7-4F23-B203-8E6126C1EBE1}" type="slidenum">
              <a:t>29</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055443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B7C2A484-A742-490B-A7CE-1AD38F87F3E7}" type="slidenum">
              <a:t>30</a:t>
            </a:fld>
            <a:endParaRPr lang="en-IN"/>
          </a:p>
        </p:txBody>
      </p:sp>
      <p:sp>
        <p:nvSpPr>
          <p:cNvPr id="2" name="Slide Image Placeholder 1"/>
          <p:cNvSpPr>
            <a:spLocks noGrp="1" noRot="1" noChangeAspect="1" noResize="1"/>
          </p:cNvSpPr>
          <p:nvPr>
            <p:ph type="sldImg"/>
          </p:nvPr>
        </p:nvSpPr>
        <p:spPr>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16397174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6C43D8FB-8101-4A23-860B-888823C8E164}" type="slidenum">
              <a:t>31</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26062632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vert="horz" lIns="0" tIns="0" rIns="0" bIns="0" anchor="b" anchorCtr="0">
            <a:noAutofit/>
          </a:bodyPr>
          <a:lstStyle/>
          <a:p>
            <a:pPr lvl="0"/>
            <a:fld id="{112665A2-8CFC-4728-B3BB-22180EA98E74}" type="slidenum">
              <a:t>32</a:t>
            </a:fld>
            <a:endParaRPr lang="en-IN"/>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vert="horz"/>
          <a:lstStyle/>
          <a:p>
            <a:endParaRPr lang="en-IN"/>
          </a:p>
        </p:txBody>
      </p:sp>
    </p:spTree>
    <p:extLst>
      <p:ext uri="{BB962C8B-B14F-4D97-AF65-F5344CB8AC3E}">
        <p14:creationId xmlns:p14="http://schemas.microsoft.com/office/powerpoint/2010/main" val="4074033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EDAC1D4-FCFD-43EF-809D-42B2CFFC8C2D}" type="slidenum">
              <a:t>‹#›</a:t>
            </a:fld>
            <a:endParaRPr lang="en-US"/>
          </a:p>
        </p:txBody>
      </p:sp>
    </p:spTree>
    <p:extLst>
      <p:ext uri="{BB962C8B-B14F-4D97-AF65-F5344CB8AC3E}">
        <p14:creationId xmlns:p14="http://schemas.microsoft.com/office/powerpoint/2010/main" val="1926701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8B75CC0-6165-4EBD-8F65-E0856B53CF8B}" type="slidenum">
              <a:t>‹#›</a:t>
            </a:fld>
            <a:endParaRPr lang="en-US"/>
          </a:p>
        </p:txBody>
      </p:sp>
    </p:spTree>
    <p:extLst>
      <p:ext uri="{BB962C8B-B14F-4D97-AF65-F5344CB8AC3E}">
        <p14:creationId xmlns:p14="http://schemas.microsoft.com/office/powerpoint/2010/main" val="18002241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48A1138-FB98-4D9E-808D-984AA692E647}" type="slidenum">
              <a:t>‹#›</a:t>
            </a:fld>
            <a:endParaRPr lang="en-US"/>
          </a:p>
        </p:txBody>
      </p:sp>
    </p:spTree>
    <p:extLst>
      <p:ext uri="{BB962C8B-B14F-4D97-AF65-F5344CB8AC3E}">
        <p14:creationId xmlns:p14="http://schemas.microsoft.com/office/powerpoint/2010/main" val="3123498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62AB7813-ACA8-4A26-B532-DF5B411D70E9}" type="slidenum">
              <a:t>‹#›</a:t>
            </a:fld>
            <a:endParaRPr lang="en-US"/>
          </a:p>
        </p:txBody>
      </p:sp>
    </p:spTree>
    <p:extLst>
      <p:ext uri="{BB962C8B-B14F-4D97-AF65-F5344CB8AC3E}">
        <p14:creationId xmlns:p14="http://schemas.microsoft.com/office/powerpoint/2010/main" val="2380209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A0AD805E-24BA-4498-A5F8-7B1362078EE2}" type="slidenum">
              <a:t>‹#›</a:t>
            </a:fld>
            <a:endParaRPr lang="en-US"/>
          </a:p>
        </p:txBody>
      </p:sp>
    </p:spTree>
    <p:extLst>
      <p:ext uri="{BB962C8B-B14F-4D97-AF65-F5344CB8AC3E}">
        <p14:creationId xmlns:p14="http://schemas.microsoft.com/office/powerpoint/2010/main" val="7387488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1B72D72A-523A-4FB1-B02D-1A138E343B6F}" type="slidenum">
              <a:t>‹#›</a:t>
            </a:fld>
            <a:endParaRPr lang="en-US"/>
          </a:p>
        </p:txBody>
      </p:sp>
    </p:spTree>
    <p:extLst>
      <p:ext uri="{BB962C8B-B14F-4D97-AF65-F5344CB8AC3E}">
        <p14:creationId xmlns:p14="http://schemas.microsoft.com/office/powerpoint/2010/main" val="1183011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483C46E-7BB0-460A-9505-628BF9C36981}" type="slidenum">
              <a:t>‹#›</a:t>
            </a:fld>
            <a:endParaRPr lang="en-US"/>
          </a:p>
        </p:txBody>
      </p:sp>
    </p:spTree>
    <p:extLst>
      <p:ext uri="{BB962C8B-B14F-4D97-AF65-F5344CB8AC3E}">
        <p14:creationId xmlns:p14="http://schemas.microsoft.com/office/powerpoint/2010/main" val="39300699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CBBC346F-87FD-4224-9C50-E74D55CFD4A7}" type="slidenum">
              <a:t>‹#›</a:t>
            </a:fld>
            <a:endParaRPr lang="en-US"/>
          </a:p>
        </p:txBody>
      </p:sp>
    </p:spTree>
    <p:extLst>
      <p:ext uri="{BB962C8B-B14F-4D97-AF65-F5344CB8AC3E}">
        <p14:creationId xmlns:p14="http://schemas.microsoft.com/office/powerpoint/2010/main" val="29833466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626F9A25-54EC-43F8-A386-05E6EDCAB59A}" type="slidenum">
              <a:t>‹#›</a:t>
            </a:fld>
            <a:endParaRPr lang="en-US"/>
          </a:p>
        </p:txBody>
      </p:sp>
    </p:spTree>
    <p:extLst>
      <p:ext uri="{BB962C8B-B14F-4D97-AF65-F5344CB8AC3E}">
        <p14:creationId xmlns:p14="http://schemas.microsoft.com/office/powerpoint/2010/main" val="2233805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59E08FF4-1953-4EF4-BF9F-0F15974E656A}" type="slidenum">
              <a:t>‹#›</a:t>
            </a:fld>
            <a:endParaRPr lang="en-US"/>
          </a:p>
        </p:txBody>
      </p:sp>
    </p:spTree>
    <p:extLst>
      <p:ext uri="{BB962C8B-B14F-4D97-AF65-F5344CB8AC3E}">
        <p14:creationId xmlns:p14="http://schemas.microsoft.com/office/powerpoint/2010/main" val="763625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041400"/>
            <a:ext cx="2628900" cy="5135563"/>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1041400"/>
            <a:ext cx="7734300" cy="51355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D86BE8D8-1795-4690-9CD0-FA6D306D8E96}" type="slidenum">
              <a:t>‹#›</a:t>
            </a:fld>
            <a:endParaRPr lang="en-US"/>
          </a:p>
        </p:txBody>
      </p:sp>
    </p:spTree>
    <p:extLst>
      <p:ext uri="{BB962C8B-B14F-4D97-AF65-F5344CB8AC3E}">
        <p14:creationId xmlns:p14="http://schemas.microsoft.com/office/powerpoint/2010/main" val="7239533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5833E4D8-FF07-453B-9E6F-FFAC0F179923}" type="slidenum">
              <a:t>‹#›</a:t>
            </a:fld>
            <a:endParaRPr lang="en-US"/>
          </a:p>
        </p:txBody>
      </p:sp>
    </p:spTree>
    <p:extLst>
      <p:ext uri="{BB962C8B-B14F-4D97-AF65-F5344CB8AC3E}">
        <p14:creationId xmlns:p14="http://schemas.microsoft.com/office/powerpoint/2010/main" val="18766973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7062BA30-7F2A-43DF-A7B2-0B423956CB3D}" type="slidenum">
              <a:t>‹#›</a:t>
            </a:fld>
            <a:endParaRPr lang="en-US"/>
          </a:p>
        </p:txBody>
      </p:sp>
    </p:spTree>
    <p:extLst>
      <p:ext uri="{BB962C8B-B14F-4D97-AF65-F5344CB8AC3E}">
        <p14:creationId xmlns:p14="http://schemas.microsoft.com/office/powerpoint/2010/main" val="1462597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34652A0-FA51-44F4-BE7B-9666B91D9424}" type="slidenum">
              <a:t>‹#›</a:t>
            </a:fld>
            <a:endParaRPr lang="en-US"/>
          </a:p>
        </p:txBody>
      </p:sp>
    </p:spTree>
    <p:extLst>
      <p:ext uri="{BB962C8B-B14F-4D97-AF65-F5344CB8AC3E}">
        <p14:creationId xmlns:p14="http://schemas.microsoft.com/office/powerpoint/2010/main" val="997949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562100" y="1825625"/>
            <a:ext cx="48196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534150" y="1825625"/>
            <a:ext cx="48196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03E6B8A3-7580-4917-AAF2-96B6CB78F046}" type="slidenum">
              <a:t>‹#›</a:t>
            </a:fld>
            <a:endParaRPr lang="en-US"/>
          </a:p>
        </p:txBody>
      </p:sp>
    </p:spTree>
    <p:extLst>
      <p:ext uri="{BB962C8B-B14F-4D97-AF65-F5344CB8AC3E}">
        <p14:creationId xmlns:p14="http://schemas.microsoft.com/office/powerpoint/2010/main" val="21034925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D1993A80-0D35-4011-9F67-DA59CD183C3A}" type="slidenum">
              <a:t>‹#›</a:t>
            </a:fld>
            <a:endParaRPr lang="en-US"/>
          </a:p>
        </p:txBody>
      </p:sp>
    </p:spTree>
    <p:extLst>
      <p:ext uri="{BB962C8B-B14F-4D97-AF65-F5344CB8AC3E}">
        <p14:creationId xmlns:p14="http://schemas.microsoft.com/office/powerpoint/2010/main" val="34226442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43D7091A-1652-44BB-B52D-22914581A3D7}" type="slidenum">
              <a:t>‹#›</a:t>
            </a:fld>
            <a:endParaRPr lang="en-US"/>
          </a:p>
        </p:txBody>
      </p:sp>
    </p:spTree>
    <p:extLst>
      <p:ext uri="{BB962C8B-B14F-4D97-AF65-F5344CB8AC3E}">
        <p14:creationId xmlns:p14="http://schemas.microsoft.com/office/powerpoint/2010/main" val="4132872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CCD0E1B2-3576-4AC3-8420-77A40F6FD1C2}" type="slidenum">
              <a:t>‹#›</a:t>
            </a:fld>
            <a:endParaRPr lang="en-US"/>
          </a:p>
        </p:txBody>
      </p:sp>
    </p:spTree>
    <p:extLst>
      <p:ext uri="{BB962C8B-B14F-4D97-AF65-F5344CB8AC3E}">
        <p14:creationId xmlns:p14="http://schemas.microsoft.com/office/powerpoint/2010/main" val="1018517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3F635ABF-9A4C-4468-8A79-81AD4A1FA019}" type="slidenum">
              <a:t>‹#›</a:t>
            </a:fld>
            <a:endParaRPr lang="en-US"/>
          </a:p>
        </p:txBody>
      </p:sp>
    </p:spTree>
    <p:extLst>
      <p:ext uri="{BB962C8B-B14F-4D97-AF65-F5344CB8AC3E}">
        <p14:creationId xmlns:p14="http://schemas.microsoft.com/office/powerpoint/2010/main" val="6211367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D0258FDC-1D6D-43BE-AC19-4D104E59B537}" type="slidenum">
              <a:t>‹#›</a:t>
            </a:fld>
            <a:endParaRPr lang="en-US"/>
          </a:p>
        </p:txBody>
      </p:sp>
    </p:spTree>
    <p:extLst>
      <p:ext uri="{BB962C8B-B14F-4D97-AF65-F5344CB8AC3E}">
        <p14:creationId xmlns:p14="http://schemas.microsoft.com/office/powerpoint/2010/main" val="4193694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0F50168F-1633-44A3-8835-E42E94444FCB}" type="slidenum">
              <a:t>‹#›</a:t>
            </a:fld>
            <a:endParaRPr lang="en-US"/>
          </a:p>
        </p:txBody>
      </p:sp>
    </p:spTree>
    <p:extLst>
      <p:ext uri="{BB962C8B-B14F-4D97-AF65-F5344CB8AC3E}">
        <p14:creationId xmlns:p14="http://schemas.microsoft.com/office/powerpoint/2010/main" val="2690607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5875" y="365125"/>
            <a:ext cx="2447925"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365125"/>
            <a:ext cx="7191375" cy="58118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B7F30B6-1348-468B-8155-6751CA49F020}" type="slidenum">
              <a:t>‹#›</a:t>
            </a:fld>
            <a:endParaRPr lang="en-US"/>
          </a:p>
        </p:txBody>
      </p:sp>
    </p:spTree>
    <p:extLst>
      <p:ext uri="{BB962C8B-B14F-4D97-AF65-F5344CB8AC3E}">
        <p14:creationId xmlns:p14="http://schemas.microsoft.com/office/powerpoint/2010/main" val="25318037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55C52B5A-8CCE-4D14-9806-C0734E55ABD1}" type="slidenum">
              <a:t>‹#›</a:t>
            </a:fld>
            <a:endParaRPr lang="en-US"/>
          </a:p>
        </p:txBody>
      </p:sp>
    </p:spTree>
    <p:extLst>
      <p:ext uri="{BB962C8B-B14F-4D97-AF65-F5344CB8AC3E}">
        <p14:creationId xmlns:p14="http://schemas.microsoft.com/office/powerpoint/2010/main" val="19258044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AFC47AB-B568-42C1-9788-D92ADAA2FB16}" type="slidenum">
              <a:t>‹#›</a:t>
            </a:fld>
            <a:endParaRPr lang="en-US"/>
          </a:p>
        </p:txBody>
      </p:sp>
    </p:spTree>
    <p:extLst>
      <p:ext uri="{BB962C8B-B14F-4D97-AF65-F5344CB8AC3E}">
        <p14:creationId xmlns:p14="http://schemas.microsoft.com/office/powerpoint/2010/main" val="425194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4D6330A-9D19-41E7-84B4-EB81F79261A5}" type="slidenum">
              <a:t>‹#›</a:t>
            </a:fld>
            <a:endParaRPr lang="en-US"/>
          </a:p>
        </p:txBody>
      </p:sp>
    </p:spTree>
    <p:extLst>
      <p:ext uri="{BB962C8B-B14F-4D97-AF65-F5344CB8AC3E}">
        <p14:creationId xmlns:p14="http://schemas.microsoft.com/office/powerpoint/2010/main" val="41215561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562100" y="365125"/>
            <a:ext cx="3429000" cy="58118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5143500" y="365125"/>
            <a:ext cx="3429000" cy="58118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A48CE064-8E24-40F9-8F07-174C7DC6C124}" type="slidenum">
              <a:t>‹#›</a:t>
            </a:fld>
            <a:endParaRPr lang="en-US"/>
          </a:p>
        </p:txBody>
      </p:sp>
    </p:spTree>
    <p:extLst>
      <p:ext uri="{BB962C8B-B14F-4D97-AF65-F5344CB8AC3E}">
        <p14:creationId xmlns:p14="http://schemas.microsoft.com/office/powerpoint/2010/main" val="15695536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F1978C2D-DDBF-4929-882A-967462703B53}" type="slidenum">
              <a:t>‹#›</a:t>
            </a:fld>
            <a:endParaRPr lang="en-US"/>
          </a:p>
        </p:txBody>
      </p:sp>
    </p:spTree>
    <p:extLst>
      <p:ext uri="{BB962C8B-B14F-4D97-AF65-F5344CB8AC3E}">
        <p14:creationId xmlns:p14="http://schemas.microsoft.com/office/powerpoint/2010/main" val="555762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BC84F4C3-A8DE-4905-94B7-8887C908C8CD}" type="slidenum">
              <a:t>‹#›</a:t>
            </a:fld>
            <a:endParaRPr lang="en-US"/>
          </a:p>
        </p:txBody>
      </p:sp>
    </p:spTree>
    <p:extLst>
      <p:ext uri="{BB962C8B-B14F-4D97-AF65-F5344CB8AC3E}">
        <p14:creationId xmlns:p14="http://schemas.microsoft.com/office/powerpoint/2010/main" val="23453216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7CFEAFE5-10A0-4313-9EA8-2F554DD35E0F}" type="slidenum">
              <a:t>‹#›</a:t>
            </a:fld>
            <a:endParaRPr lang="en-US"/>
          </a:p>
        </p:txBody>
      </p:sp>
    </p:spTree>
    <p:extLst>
      <p:ext uri="{BB962C8B-B14F-4D97-AF65-F5344CB8AC3E}">
        <p14:creationId xmlns:p14="http://schemas.microsoft.com/office/powerpoint/2010/main" val="3882824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1A4C37E1-8B84-4305-BA4D-883115C4DA7E}" type="slidenum">
              <a:t>‹#›</a:t>
            </a:fld>
            <a:endParaRPr lang="en-US"/>
          </a:p>
        </p:txBody>
      </p:sp>
    </p:spTree>
    <p:extLst>
      <p:ext uri="{BB962C8B-B14F-4D97-AF65-F5344CB8AC3E}">
        <p14:creationId xmlns:p14="http://schemas.microsoft.com/office/powerpoint/2010/main" val="257970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A68DDC78-66FF-413A-A57B-0EA297B52478}" type="slidenum">
              <a:t>‹#›</a:t>
            </a:fld>
            <a:endParaRPr lang="en-US"/>
          </a:p>
        </p:txBody>
      </p:sp>
    </p:spTree>
    <p:extLst>
      <p:ext uri="{BB962C8B-B14F-4D97-AF65-F5344CB8AC3E}">
        <p14:creationId xmlns:p14="http://schemas.microsoft.com/office/powerpoint/2010/main" val="23532907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6F2CFC68-8778-4ADA-B1E8-04621F78B978}" type="slidenum">
              <a:t>‹#›</a:t>
            </a:fld>
            <a:endParaRPr lang="en-US"/>
          </a:p>
        </p:txBody>
      </p:sp>
    </p:spTree>
    <p:extLst>
      <p:ext uri="{BB962C8B-B14F-4D97-AF65-F5344CB8AC3E}">
        <p14:creationId xmlns:p14="http://schemas.microsoft.com/office/powerpoint/2010/main" val="3654766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5875" y="365125"/>
            <a:ext cx="2447925" cy="5811838"/>
          </a:xfrm>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365125"/>
            <a:ext cx="7191375" cy="58118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52AA695C-9C05-4745-BDD7-3B047B4FECE4}" type="slidenum">
              <a:t>‹#›</a:t>
            </a:fld>
            <a:endParaRPr lang="en-US"/>
          </a:p>
        </p:txBody>
      </p:sp>
    </p:spTree>
    <p:extLst>
      <p:ext uri="{BB962C8B-B14F-4D97-AF65-F5344CB8AC3E}">
        <p14:creationId xmlns:p14="http://schemas.microsoft.com/office/powerpoint/2010/main" val="22767930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A5BB38B0-823E-4AA0-9B50-075F2BA023AD}" type="slidenum">
              <a:t>‹#›</a:t>
            </a:fld>
            <a:endParaRPr lang="en-US"/>
          </a:p>
        </p:txBody>
      </p:sp>
    </p:spTree>
    <p:extLst>
      <p:ext uri="{BB962C8B-B14F-4D97-AF65-F5344CB8AC3E}">
        <p14:creationId xmlns:p14="http://schemas.microsoft.com/office/powerpoint/2010/main" val="4277399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751AA6DA-6DB0-496F-A430-89652983D3DA}" type="slidenum">
              <a:t>‹#›</a:t>
            </a:fld>
            <a:endParaRPr lang="en-US"/>
          </a:p>
        </p:txBody>
      </p:sp>
    </p:spTree>
    <p:extLst>
      <p:ext uri="{BB962C8B-B14F-4D97-AF65-F5344CB8AC3E}">
        <p14:creationId xmlns:p14="http://schemas.microsoft.com/office/powerpoint/2010/main" val="2420627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D0C9AFAF-2164-4694-AFF4-FB39C15D7709}" type="slidenum">
              <a:t>‹#›</a:t>
            </a:fld>
            <a:endParaRPr lang="en-US"/>
          </a:p>
        </p:txBody>
      </p:sp>
    </p:spTree>
    <p:extLst>
      <p:ext uri="{BB962C8B-B14F-4D97-AF65-F5344CB8AC3E}">
        <p14:creationId xmlns:p14="http://schemas.microsoft.com/office/powerpoint/2010/main" val="2297617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5678488" y="987425"/>
            <a:ext cx="276225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8593138" y="987425"/>
            <a:ext cx="2763837"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395308E7-66A3-411D-97A9-640188A2376D}" type="slidenum">
              <a:t>‹#›</a:t>
            </a:fld>
            <a:endParaRPr lang="en-US"/>
          </a:p>
        </p:txBody>
      </p:sp>
    </p:spTree>
    <p:extLst>
      <p:ext uri="{BB962C8B-B14F-4D97-AF65-F5344CB8AC3E}">
        <p14:creationId xmlns:p14="http://schemas.microsoft.com/office/powerpoint/2010/main" val="18567908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6CF83288-3113-4192-9F75-B0BFB51D9DEE}" type="slidenum">
              <a:t>‹#›</a:t>
            </a:fld>
            <a:endParaRPr lang="en-US"/>
          </a:p>
        </p:txBody>
      </p:sp>
    </p:spTree>
    <p:extLst>
      <p:ext uri="{BB962C8B-B14F-4D97-AF65-F5344CB8AC3E}">
        <p14:creationId xmlns:p14="http://schemas.microsoft.com/office/powerpoint/2010/main" val="18022708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C73AE1AE-AB96-44BA-9C5B-85787E9D2B2F}" type="slidenum">
              <a:t>‹#›</a:t>
            </a:fld>
            <a:endParaRPr lang="en-US"/>
          </a:p>
        </p:txBody>
      </p:sp>
    </p:spTree>
    <p:extLst>
      <p:ext uri="{BB962C8B-B14F-4D97-AF65-F5344CB8AC3E}">
        <p14:creationId xmlns:p14="http://schemas.microsoft.com/office/powerpoint/2010/main" val="14105293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72DEE1C5-10A4-420D-B050-102E595C8AD6}" type="slidenum">
              <a:t>‹#›</a:t>
            </a:fld>
            <a:endParaRPr lang="en-US"/>
          </a:p>
        </p:txBody>
      </p:sp>
    </p:spTree>
    <p:extLst>
      <p:ext uri="{BB962C8B-B14F-4D97-AF65-F5344CB8AC3E}">
        <p14:creationId xmlns:p14="http://schemas.microsoft.com/office/powerpoint/2010/main" val="15446773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7C7ED164-30E6-4A71-BE81-FE4CEC264A4E}" type="slidenum">
              <a:t>‹#›</a:t>
            </a:fld>
            <a:endParaRPr lang="en-US"/>
          </a:p>
        </p:txBody>
      </p:sp>
    </p:spTree>
    <p:extLst>
      <p:ext uri="{BB962C8B-B14F-4D97-AF65-F5344CB8AC3E}">
        <p14:creationId xmlns:p14="http://schemas.microsoft.com/office/powerpoint/2010/main" val="14672733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CB2C4142-7CB0-4E4F-9C5F-FF2E0EDAE0D9}" type="slidenum">
              <a:t>‹#›</a:t>
            </a:fld>
            <a:endParaRPr lang="en-US"/>
          </a:p>
        </p:txBody>
      </p:sp>
    </p:spTree>
    <p:extLst>
      <p:ext uri="{BB962C8B-B14F-4D97-AF65-F5344CB8AC3E}">
        <p14:creationId xmlns:p14="http://schemas.microsoft.com/office/powerpoint/2010/main" val="3894398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5C11E5A-E0B4-4045-8087-8AB1EBD9A37B}" type="slidenum">
              <a:t>‹#›</a:t>
            </a:fld>
            <a:endParaRPr lang="en-US"/>
          </a:p>
        </p:txBody>
      </p:sp>
    </p:spTree>
    <p:extLst>
      <p:ext uri="{BB962C8B-B14F-4D97-AF65-F5344CB8AC3E}">
        <p14:creationId xmlns:p14="http://schemas.microsoft.com/office/powerpoint/2010/main" val="21309062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9050" y="457200"/>
            <a:ext cx="2447925" cy="540385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457200"/>
            <a:ext cx="7194550" cy="5403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A6CA6402-64A4-4BE7-9AD2-AB5AB90C8750}" type="slidenum">
              <a:t>‹#›</a:t>
            </a:fld>
            <a:endParaRPr lang="en-US"/>
          </a:p>
        </p:txBody>
      </p:sp>
    </p:spTree>
    <p:extLst>
      <p:ext uri="{BB962C8B-B14F-4D97-AF65-F5344CB8AC3E}">
        <p14:creationId xmlns:p14="http://schemas.microsoft.com/office/powerpoint/2010/main" val="22787333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16FA6EF-E08F-4A94-B128-CFF10C1E5A5A}" type="slidenum">
              <a:t>‹#›</a:t>
            </a:fld>
            <a:endParaRPr lang="en-US"/>
          </a:p>
        </p:txBody>
      </p:sp>
    </p:spTree>
    <p:extLst>
      <p:ext uri="{BB962C8B-B14F-4D97-AF65-F5344CB8AC3E}">
        <p14:creationId xmlns:p14="http://schemas.microsoft.com/office/powerpoint/2010/main" val="3140171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CB4E6A3-BFAD-4D60-A9F6-3E9BC69C6481}" type="slidenum">
              <a:t>‹#›</a:t>
            </a:fld>
            <a:endParaRPr lang="en-US"/>
          </a:p>
        </p:txBody>
      </p:sp>
    </p:spTree>
    <p:extLst>
      <p:ext uri="{BB962C8B-B14F-4D97-AF65-F5344CB8AC3E}">
        <p14:creationId xmlns:p14="http://schemas.microsoft.com/office/powerpoint/2010/main" val="16059775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32D6F9F2-ADF5-442F-BE21-DC05687FCCE6}" type="slidenum">
              <a:t>‹#›</a:t>
            </a:fld>
            <a:endParaRPr lang="en-US"/>
          </a:p>
        </p:txBody>
      </p:sp>
    </p:spTree>
    <p:extLst>
      <p:ext uri="{BB962C8B-B14F-4D97-AF65-F5344CB8AC3E}">
        <p14:creationId xmlns:p14="http://schemas.microsoft.com/office/powerpoint/2010/main" val="33658032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562100" y="1825625"/>
            <a:ext cx="48196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534150" y="1825625"/>
            <a:ext cx="481965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16ED9A63-1EB9-4650-B4AD-FDA478B1A3CD}" type="slidenum">
              <a:t>‹#›</a:t>
            </a:fld>
            <a:endParaRPr lang="en-US"/>
          </a:p>
        </p:txBody>
      </p:sp>
    </p:spTree>
    <p:extLst>
      <p:ext uri="{BB962C8B-B14F-4D97-AF65-F5344CB8AC3E}">
        <p14:creationId xmlns:p14="http://schemas.microsoft.com/office/powerpoint/2010/main" val="29662538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560B39B8-5A1D-415D-BCBF-8BB49F92C251}" type="slidenum">
              <a:t>‹#›</a:t>
            </a:fld>
            <a:endParaRPr lang="en-US"/>
          </a:p>
        </p:txBody>
      </p:sp>
    </p:spTree>
    <p:extLst>
      <p:ext uri="{BB962C8B-B14F-4D97-AF65-F5344CB8AC3E}">
        <p14:creationId xmlns:p14="http://schemas.microsoft.com/office/powerpoint/2010/main" val="29769376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85D4E488-B3A1-4FFF-BE8C-8A248F93D52C}" type="slidenum">
              <a:t>‹#›</a:t>
            </a:fld>
            <a:endParaRPr lang="en-US"/>
          </a:p>
        </p:txBody>
      </p:sp>
    </p:spTree>
    <p:extLst>
      <p:ext uri="{BB962C8B-B14F-4D97-AF65-F5344CB8AC3E}">
        <p14:creationId xmlns:p14="http://schemas.microsoft.com/office/powerpoint/2010/main" val="100272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858A6C6-FE4A-42C4-AC20-5AAEC2D68B4E}" type="slidenum">
              <a:t>‹#›</a:t>
            </a:fld>
            <a:endParaRPr lang="en-US"/>
          </a:p>
        </p:txBody>
      </p:sp>
    </p:spTree>
    <p:extLst>
      <p:ext uri="{BB962C8B-B14F-4D97-AF65-F5344CB8AC3E}">
        <p14:creationId xmlns:p14="http://schemas.microsoft.com/office/powerpoint/2010/main" val="33209531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F139BF20-AF18-4927-B361-D84129A25E07}" type="slidenum">
              <a:t>‹#›</a:t>
            </a:fld>
            <a:endParaRPr lang="en-US"/>
          </a:p>
        </p:txBody>
      </p:sp>
    </p:spTree>
    <p:extLst>
      <p:ext uri="{BB962C8B-B14F-4D97-AF65-F5344CB8AC3E}">
        <p14:creationId xmlns:p14="http://schemas.microsoft.com/office/powerpoint/2010/main" val="1442998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CF78A621-0470-45D2-92D0-01F9A87E2011}" type="slidenum">
              <a:t>‹#›</a:t>
            </a:fld>
            <a:endParaRPr lang="en-US"/>
          </a:p>
        </p:txBody>
      </p:sp>
    </p:spTree>
    <p:extLst>
      <p:ext uri="{BB962C8B-B14F-4D97-AF65-F5344CB8AC3E}">
        <p14:creationId xmlns:p14="http://schemas.microsoft.com/office/powerpoint/2010/main" val="4108448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D19C6B7-1827-4FF6-9098-343B1BDA4A43}" type="slidenum">
              <a:t>‹#›</a:t>
            </a:fld>
            <a:endParaRPr lang="en-US"/>
          </a:p>
        </p:txBody>
      </p:sp>
    </p:spTree>
    <p:extLst>
      <p:ext uri="{BB962C8B-B14F-4D97-AF65-F5344CB8AC3E}">
        <p14:creationId xmlns:p14="http://schemas.microsoft.com/office/powerpoint/2010/main" val="23432816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5875" y="365125"/>
            <a:ext cx="2447925"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365125"/>
            <a:ext cx="719137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D0C9570-2EA9-4679-B3CA-7FA72015ED23}" type="slidenum">
              <a:t>‹#›</a:t>
            </a:fld>
            <a:endParaRPr lang="en-US"/>
          </a:p>
        </p:txBody>
      </p:sp>
    </p:spTree>
    <p:extLst>
      <p:ext uri="{BB962C8B-B14F-4D97-AF65-F5344CB8AC3E}">
        <p14:creationId xmlns:p14="http://schemas.microsoft.com/office/powerpoint/2010/main" val="20971476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81A7D5BB-B425-4723-B28F-0EC469CEC60E}" type="slidenum">
              <a:t>‹#›</a:t>
            </a:fld>
            <a:endParaRPr lang="en-US"/>
          </a:p>
        </p:txBody>
      </p:sp>
    </p:spTree>
    <p:extLst>
      <p:ext uri="{BB962C8B-B14F-4D97-AF65-F5344CB8AC3E}">
        <p14:creationId xmlns:p14="http://schemas.microsoft.com/office/powerpoint/2010/main" val="3062404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F2FB3D4-653B-4A85-9C46-3CA22BD77A1E}" type="slidenum">
              <a:t>‹#›</a:t>
            </a:fld>
            <a:endParaRPr lang="en-US"/>
          </a:p>
        </p:txBody>
      </p:sp>
    </p:spTree>
    <p:extLst>
      <p:ext uri="{BB962C8B-B14F-4D97-AF65-F5344CB8AC3E}">
        <p14:creationId xmlns:p14="http://schemas.microsoft.com/office/powerpoint/2010/main" val="5092352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D24B55C-47F9-40AB-9FCE-939749D40442}" type="slidenum">
              <a:t>‹#›</a:t>
            </a:fld>
            <a:endParaRPr lang="en-US"/>
          </a:p>
        </p:txBody>
      </p:sp>
    </p:spTree>
    <p:extLst>
      <p:ext uri="{BB962C8B-B14F-4D97-AF65-F5344CB8AC3E}">
        <p14:creationId xmlns:p14="http://schemas.microsoft.com/office/powerpoint/2010/main" val="38496604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241425" y="4589463"/>
            <a:ext cx="4976813" cy="150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370638" y="4589463"/>
            <a:ext cx="4976812" cy="150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BE257E1B-3E20-4E63-91C4-7E20BCE56AC9}" type="slidenum">
              <a:t>‹#›</a:t>
            </a:fld>
            <a:endParaRPr lang="en-US"/>
          </a:p>
        </p:txBody>
      </p:sp>
    </p:spTree>
    <p:extLst>
      <p:ext uri="{BB962C8B-B14F-4D97-AF65-F5344CB8AC3E}">
        <p14:creationId xmlns:p14="http://schemas.microsoft.com/office/powerpoint/2010/main" val="4281004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7B76A999-EEF9-4CA8-9972-C2774420A9CA}" type="slidenum">
              <a:t>‹#›</a:t>
            </a:fld>
            <a:endParaRPr lang="en-US"/>
          </a:p>
        </p:txBody>
      </p:sp>
    </p:spTree>
    <p:extLst>
      <p:ext uri="{BB962C8B-B14F-4D97-AF65-F5344CB8AC3E}">
        <p14:creationId xmlns:p14="http://schemas.microsoft.com/office/powerpoint/2010/main" val="235552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1F16A522-6EC2-4E9F-A81E-21E80E520C5E}" type="slidenum">
              <a:t>‹#›</a:t>
            </a:fld>
            <a:endParaRPr lang="en-US"/>
          </a:p>
        </p:txBody>
      </p:sp>
    </p:spTree>
    <p:extLst>
      <p:ext uri="{BB962C8B-B14F-4D97-AF65-F5344CB8AC3E}">
        <p14:creationId xmlns:p14="http://schemas.microsoft.com/office/powerpoint/2010/main" val="2416537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93AA896F-0678-41D3-B0D7-6B7F25E19453}" type="slidenum">
              <a:t>‹#›</a:t>
            </a:fld>
            <a:endParaRPr lang="en-US"/>
          </a:p>
        </p:txBody>
      </p:sp>
    </p:spTree>
    <p:extLst>
      <p:ext uri="{BB962C8B-B14F-4D97-AF65-F5344CB8AC3E}">
        <p14:creationId xmlns:p14="http://schemas.microsoft.com/office/powerpoint/2010/main" val="1059456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18D6B2DB-309B-410A-8538-17C88BD7FFC1}" type="slidenum">
              <a:t>‹#›</a:t>
            </a:fld>
            <a:endParaRPr lang="en-US"/>
          </a:p>
        </p:txBody>
      </p:sp>
    </p:spTree>
    <p:extLst>
      <p:ext uri="{BB962C8B-B14F-4D97-AF65-F5344CB8AC3E}">
        <p14:creationId xmlns:p14="http://schemas.microsoft.com/office/powerpoint/2010/main" val="2831040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D604B024-F081-4804-B210-6F6CB89F1A33}" type="slidenum">
              <a:t>‹#›</a:t>
            </a:fld>
            <a:endParaRPr lang="en-US"/>
          </a:p>
        </p:txBody>
      </p:sp>
    </p:spTree>
    <p:extLst>
      <p:ext uri="{BB962C8B-B14F-4D97-AF65-F5344CB8AC3E}">
        <p14:creationId xmlns:p14="http://schemas.microsoft.com/office/powerpoint/2010/main" val="855854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30F6CA20-3ED0-4EED-9A2D-DD1A42BD73A9}" type="slidenum">
              <a:t>‹#›</a:t>
            </a:fld>
            <a:endParaRPr lang="en-US"/>
          </a:p>
        </p:txBody>
      </p:sp>
    </p:spTree>
    <p:extLst>
      <p:ext uri="{BB962C8B-B14F-4D97-AF65-F5344CB8AC3E}">
        <p14:creationId xmlns:p14="http://schemas.microsoft.com/office/powerpoint/2010/main" val="56568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21738" y="1709738"/>
            <a:ext cx="2525712" cy="4379912"/>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241425" y="1709738"/>
            <a:ext cx="7427913" cy="43799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CF34CEC4-11C8-45D0-AC20-8596948A9373}" type="slidenum">
              <a:t>‹#›</a:t>
            </a:fld>
            <a:endParaRPr lang="en-US"/>
          </a:p>
        </p:txBody>
      </p:sp>
    </p:spTree>
    <p:extLst>
      <p:ext uri="{BB962C8B-B14F-4D97-AF65-F5344CB8AC3E}">
        <p14:creationId xmlns:p14="http://schemas.microsoft.com/office/powerpoint/2010/main" val="5738663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EB88317E-D346-437C-BDBF-9701BFE35C65}" type="slidenum">
              <a:t>‹#›</a:t>
            </a:fld>
            <a:endParaRPr lang="en-US"/>
          </a:p>
        </p:txBody>
      </p:sp>
    </p:spTree>
    <p:extLst>
      <p:ext uri="{BB962C8B-B14F-4D97-AF65-F5344CB8AC3E}">
        <p14:creationId xmlns:p14="http://schemas.microsoft.com/office/powerpoint/2010/main" val="2550495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DA741097-1913-42FC-AF66-EB54B41B260A}" type="slidenum">
              <a:t>‹#›</a:t>
            </a:fld>
            <a:endParaRPr lang="en-US"/>
          </a:p>
        </p:txBody>
      </p:sp>
    </p:spTree>
    <p:extLst>
      <p:ext uri="{BB962C8B-B14F-4D97-AF65-F5344CB8AC3E}">
        <p14:creationId xmlns:p14="http://schemas.microsoft.com/office/powerpoint/2010/main" val="598706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8745A036-C677-44F7-8AEE-22E9355FDCB2}" type="slidenum">
              <a:t>‹#›</a:t>
            </a:fld>
            <a:endParaRPr lang="en-US"/>
          </a:p>
        </p:txBody>
      </p:sp>
    </p:spTree>
    <p:extLst>
      <p:ext uri="{BB962C8B-B14F-4D97-AF65-F5344CB8AC3E}">
        <p14:creationId xmlns:p14="http://schemas.microsoft.com/office/powerpoint/2010/main" val="2249271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570038" y="1825625"/>
            <a:ext cx="2300287"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022725" y="1825625"/>
            <a:ext cx="2301875"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19252EA9-063F-4EB3-B57B-4451413A582B}" type="slidenum">
              <a:t>‹#›</a:t>
            </a:fld>
            <a:endParaRPr lang="en-US"/>
          </a:p>
        </p:txBody>
      </p:sp>
    </p:spTree>
    <p:extLst>
      <p:ext uri="{BB962C8B-B14F-4D97-AF65-F5344CB8AC3E}">
        <p14:creationId xmlns:p14="http://schemas.microsoft.com/office/powerpoint/2010/main" val="31478973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B21BBC65-0AD1-46F0-8BFB-96AC0AB89268}" type="slidenum">
              <a:t>‹#›</a:t>
            </a:fld>
            <a:endParaRPr lang="en-US"/>
          </a:p>
        </p:txBody>
      </p:sp>
    </p:spTree>
    <p:extLst>
      <p:ext uri="{BB962C8B-B14F-4D97-AF65-F5344CB8AC3E}">
        <p14:creationId xmlns:p14="http://schemas.microsoft.com/office/powerpoint/2010/main" val="37485288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A2441159-F227-42A9-9BE5-4F71792FC3F3}" type="slidenum">
              <a:t>‹#›</a:t>
            </a:fld>
            <a:endParaRPr lang="en-US"/>
          </a:p>
        </p:txBody>
      </p:sp>
    </p:spTree>
    <p:extLst>
      <p:ext uri="{BB962C8B-B14F-4D97-AF65-F5344CB8AC3E}">
        <p14:creationId xmlns:p14="http://schemas.microsoft.com/office/powerpoint/2010/main" val="22440966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3486E549-0CBC-41CE-BEDD-732E26AA906C}" type="slidenum">
              <a:t>‹#›</a:t>
            </a:fld>
            <a:endParaRPr lang="en-US"/>
          </a:p>
        </p:txBody>
      </p:sp>
    </p:spTree>
    <p:extLst>
      <p:ext uri="{BB962C8B-B14F-4D97-AF65-F5344CB8AC3E}">
        <p14:creationId xmlns:p14="http://schemas.microsoft.com/office/powerpoint/2010/main" val="31496542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AE2E6A74-E61B-41D3-9E32-ACDE35118059}" type="slidenum">
              <a:t>‹#›</a:t>
            </a:fld>
            <a:endParaRPr lang="en-US"/>
          </a:p>
        </p:txBody>
      </p:sp>
    </p:spTree>
    <p:extLst>
      <p:ext uri="{BB962C8B-B14F-4D97-AF65-F5344CB8AC3E}">
        <p14:creationId xmlns:p14="http://schemas.microsoft.com/office/powerpoint/2010/main" val="29065834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3FF13F3A-1EE8-4108-BC12-9C317793B8C1}" type="slidenum">
              <a:t>‹#›</a:t>
            </a:fld>
            <a:endParaRPr lang="en-US"/>
          </a:p>
        </p:txBody>
      </p:sp>
    </p:spTree>
    <p:extLst>
      <p:ext uri="{BB962C8B-B14F-4D97-AF65-F5344CB8AC3E}">
        <p14:creationId xmlns:p14="http://schemas.microsoft.com/office/powerpoint/2010/main" val="1192221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B2251B95-5F88-4D70-85C9-3E9912288EB2}" type="slidenum">
              <a:t>‹#›</a:t>
            </a:fld>
            <a:endParaRPr lang="en-US"/>
          </a:p>
        </p:txBody>
      </p:sp>
    </p:spTree>
    <p:extLst>
      <p:ext uri="{BB962C8B-B14F-4D97-AF65-F5344CB8AC3E}">
        <p14:creationId xmlns:p14="http://schemas.microsoft.com/office/powerpoint/2010/main" val="33427596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9050" y="365125"/>
            <a:ext cx="244475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70038" y="365125"/>
            <a:ext cx="7186612"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6EF69ABF-1D01-488D-A014-9E262697AE65}" type="slidenum">
              <a:t>‹#›</a:t>
            </a:fld>
            <a:endParaRPr lang="en-US"/>
          </a:p>
        </p:txBody>
      </p:sp>
    </p:spTree>
    <p:extLst>
      <p:ext uri="{BB962C8B-B14F-4D97-AF65-F5344CB8AC3E}">
        <p14:creationId xmlns:p14="http://schemas.microsoft.com/office/powerpoint/2010/main" val="26305186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670D7B2A-FFEB-47BC-BE4F-689D312830C4}" type="slidenum">
              <a:t>‹#›</a:t>
            </a:fld>
            <a:endParaRPr lang="en-US"/>
          </a:p>
        </p:txBody>
      </p:sp>
    </p:spTree>
    <p:extLst>
      <p:ext uri="{BB962C8B-B14F-4D97-AF65-F5344CB8AC3E}">
        <p14:creationId xmlns:p14="http://schemas.microsoft.com/office/powerpoint/2010/main" val="51786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2D52B2FC-770A-4317-83A6-AFD229468A93}" type="slidenum">
              <a:t>‹#›</a:t>
            </a:fld>
            <a:endParaRPr lang="en-US"/>
          </a:p>
        </p:txBody>
      </p:sp>
    </p:spTree>
    <p:extLst>
      <p:ext uri="{BB962C8B-B14F-4D97-AF65-F5344CB8AC3E}">
        <p14:creationId xmlns:p14="http://schemas.microsoft.com/office/powerpoint/2010/main" val="42104421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2AB8CB2-5125-4C58-AE13-3757E15BA7F1}" type="slidenum">
              <a:t>‹#›</a:t>
            </a:fld>
            <a:endParaRPr lang="en-US"/>
          </a:p>
        </p:txBody>
      </p:sp>
    </p:spTree>
    <p:extLst>
      <p:ext uri="{BB962C8B-B14F-4D97-AF65-F5344CB8AC3E}">
        <p14:creationId xmlns:p14="http://schemas.microsoft.com/office/powerpoint/2010/main" val="140226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562100" y="1489075"/>
            <a:ext cx="2300288" cy="6413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014788" y="1489075"/>
            <a:ext cx="2301875" cy="6413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F485A26E-4C19-47E7-ABA3-F3A3B02F4A68}" type="slidenum">
              <a:t>‹#›</a:t>
            </a:fld>
            <a:endParaRPr lang="en-US"/>
          </a:p>
        </p:txBody>
      </p:sp>
    </p:spTree>
    <p:extLst>
      <p:ext uri="{BB962C8B-B14F-4D97-AF65-F5344CB8AC3E}">
        <p14:creationId xmlns:p14="http://schemas.microsoft.com/office/powerpoint/2010/main" val="9478145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A719E25F-433F-4137-A73A-018540C8577D}" type="slidenum">
              <a:t>‹#›</a:t>
            </a:fld>
            <a:endParaRPr lang="en-US"/>
          </a:p>
        </p:txBody>
      </p:sp>
    </p:spTree>
    <p:extLst>
      <p:ext uri="{BB962C8B-B14F-4D97-AF65-F5344CB8AC3E}">
        <p14:creationId xmlns:p14="http://schemas.microsoft.com/office/powerpoint/2010/main" val="8093813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C78D355C-B6E2-4236-A385-9FC1E58048B6}" type="slidenum">
              <a:t>‹#›</a:t>
            </a:fld>
            <a:endParaRPr lang="en-US"/>
          </a:p>
        </p:txBody>
      </p:sp>
    </p:spTree>
    <p:extLst>
      <p:ext uri="{BB962C8B-B14F-4D97-AF65-F5344CB8AC3E}">
        <p14:creationId xmlns:p14="http://schemas.microsoft.com/office/powerpoint/2010/main" val="8077666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DDD529C2-A50E-4649-8B3C-30367FB553A2}" type="slidenum">
              <a:t>‹#›</a:t>
            </a:fld>
            <a:endParaRPr lang="en-US"/>
          </a:p>
        </p:txBody>
      </p:sp>
    </p:spTree>
    <p:extLst>
      <p:ext uri="{BB962C8B-B14F-4D97-AF65-F5344CB8AC3E}">
        <p14:creationId xmlns:p14="http://schemas.microsoft.com/office/powerpoint/2010/main" val="17418320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E35B54D5-7B57-4182-B765-7776C98EF079}" type="slidenum">
              <a:t>‹#›</a:t>
            </a:fld>
            <a:endParaRPr lang="en-US"/>
          </a:p>
        </p:txBody>
      </p:sp>
    </p:spTree>
    <p:extLst>
      <p:ext uri="{BB962C8B-B14F-4D97-AF65-F5344CB8AC3E}">
        <p14:creationId xmlns:p14="http://schemas.microsoft.com/office/powerpoint/2010/main" val="2378250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35799F35-D1AF-4D9B-8690-ADE9BCDB9D42}" type="slidenum">
              <a:t>‹#›</a:t>
            </a:fld>
            <a:endParaRPr lang="en-US"/>
          </a:p>
        </p:txBody>
      </p:sp>
    </p:spTree>
    <p:extLst>
      <p:ext uri="{BB962C8B-B14F-4D97-AF65-F5344CB8AC3E}">
        <p14:creationId xmlns:p14="http://schemas.microsoft.com/office/powerpoint/2010/main" val="30532752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05FF137-676C-4B7B-ADCA-53835C2A92C8}" type="slidenum">
              <a:t>‹#›</a:t>
            </a:fld>
            <a:endParaRPr lang="en-US"/>
          </a:p>
        </p:txBody>
      </p:sp>
    </p:spTree>
    <p:extLst>
      <p:ext uri="{BB962C8B-B14F-4D97-AF65-F5344CB8AC3E}">
        <p14:creationId xmlns:p14="http://schemas.microsoft.com/office/powerpoint/2010/main" val="1661057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1113" y="274638"/>
            <a:ext cx="2446337" cy="1855787"/>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274638"/>
            <a:ext cx="7186613" cy="18557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A0ADD878-BB77-4272-9F3B-18DB681B41E7}" type="slidenum">
              <a:t>‹#›</a:t>
            </a:fld>
            <a:endParaRPr lang="en-US"/>
          </a:p>
        </p:txBody>
      </p:sp>
    </p:spTree>
    <p:extLst>
      <p:ext uri="{BB962C8B-B14F-4D97-AF65-F5344CB8AC3E}">
        <p14:creationId xmlns:p14="http://schemas.microsoft.com/office/powerpoint/2010/main" val="2438906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21D16D83-7ADE-41AD-A6CC-B79FBA478320}" type="slidenum">
              <a:t>‹#›</a:t>
            </a:fld>
            <a:endParaRPr lang="en-US"/>
          </a:p>
        </p:txBody>
      </p:sp>
    </p:spTree>
    <p:extLst>
      <p:ext uri="{BB962C8B-B14F-4D97-AF65-F5344CB8AC3E}">
        <p14:creationId xmlns:p14="http://schemas.microsoft.com/office/powerpoint/2010/main" val="23939474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CC98EEA-05F2-4DF8-9A7F-A9AB8341331A}" type="slidenum">
              <a:t>‹#›</a:t>
            </a:fld>
            <a:endParaRPr lang="en-US"/>
          </a:p>
        </p:txBody>
      </p:sp>
    </p:spTree>
    <p:extLst>
      <p:ext uri="{BB962C8B-B14F-4D97-AF65-F5344CB8AC3E}">
        <p14:creationId xmlns:p14="http://schemas.microsoft.com/office/powerpoint/2010/main" val="27428663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E35F7A3E-163C-4243-88A1-4363A1CB87A1}" type="slidenum">
              <a:t>‹#›</a:t>
            </a:fld>
            <a:endParaRPr lang="en-US"/>
          </a:p>
        </p:txBody>
      </p:sp>
    </p:spTree>
    <p:extLst>
      <p:ext uri="{BB962C8B-B14F-4D97-AF65-F5344CB8AC3E}">
        <p14:creationId xmlns:p14="http://schemas.microsoft.com/office/powerpoint/2010/main" val="3257334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9A83A0F-504B-4C55-A0B6-223FC36DDFB2}" type="slidenum">
              <a:t>‹#›</a:t>
            </a:fld>
            <a:endParaRPr lang="en-US"/>
          </a:p>
        </p:txBody>
      </p:sp>
    </p:spTree>
    <p:extLst>
      <p:ext uri="{BB962C8B-B14F-4D97-AF65-F5344CB8AC3E}">
        <p14:creationId xmlns:p14="http://schemas.microsoft.com/office/powerpoint/2010/main" val="354122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DC658C1A-B78B-42FD-9AA9-49519743C28A}" type="slidenum">
              <a:t>‹#›</a:t>
            </a:fld>
            <a:endParaRPr lang="en-US"/>
          </a:p>
        </p:txBody>
      </p:sp>
    </p:spTree>
    <p:extLst>
      <p:ext uri="{BB962C8B-B14F-4D97-AF65-F5344CB8AC3E}">
        <p14:creationId xmlns:p14="http://schemas.microsoft.com/office/powerpoint/2010/main" val="32862875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923C266A-081A-44B9-BC02-8B1AF6B95FC4}" type="slidenum">
              <a:t>‹#›</a:t>
            </a:fld>
            <a:endParaRPr lang="en-US"/>
          </a:p>
        </p:txBody>
      </p:sp>
    </p:spTree>
    <p:extLst>
      <p:ext uri="{BB962C8B-B14F-4D97-AF65-F5344CB8AC3E}">
        <p14:creationId xmlns:p14="http://schemas.microsoft.com/office/powerpoint/2010/main" val="1440566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1B1126C0-4B5D-4B0D-BDEB-A093C7457894}" type="slidenum">
              <a:t>‹#›</a:t>
            </a:fld>
            <a:endParaRPr lang="en-US"/>
          </a:p>
        </p:txBody>
      </p:sp>
    </p:spTree>
    <p:extLst>
      <p:ext uri="{BB962C8B-B14F-4D97-AF65-F5344CB8AC3E}">
        <p14:creationId xmlns:p14="http://schemas.microsoft.com/office/powerpoint/2010/main" val="891206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38136E0E-D93A-4851-A0A1-80942AE1E2A5}" type="slidenum">
              <a:t>‹#›</a:t>
            </a:fld>
            <a:endParaRPr lang="en-US"/>
          </a:p>
        </p:txBody>
      </p:sp>
    </p:spTree>
    <p:extLst>
      <p:ext uri="{BB962C8B-B14F-4D97-AF65-F5344CB8AC3E}">
        <p14:creationId xmlns:p14="http://schemas.microsoft.com/office/powerpoint/2010/main" val="13837041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A374B61A-9602-4599-A3A4-0D7251A49BF5}" type="slidenum">
              <a:t>‹#›</a:t>
            </a:fld>
            <a:endParaRPr lang="en-US"/>
          </a:p>
        </p:txBody>
      </p:sp>
    </p:spTree>
    <p:extLst>
      <p:ext uri="{BB962C8B-B14F-4D97-AF65-F5344CB8AC3E}">
        <p14:creationId xmlns:p14="http://schemas.microsoft.com/office/powerpoint/2010/main" val="4059975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29FFC86-2B23-45CE-BD90-98717FB4944F}" type="slidenum">
              <a:t>‹#›</a:t>
            </a:fld>
            <a:endParaRPr lang="en-US"/>
          </a:p>
        </p:txBody>
      </p:sp>
    </p:spTree>
    <p:extLst>
      <p:ext uri="{BB962C8B-B14F-4D97-AF65-F5344CB8AC3E}">
        <p14:creationId xmlns:p14="http://schemas.microsoft.com/office/powerpoint/2010/main" val="80612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E83D442C-6AA5-4DC6-A318-CD4DA583D730}" type="slidenum">
              <a:t>‹#›</a:t>
            </a:fld>
            <a:endParaRPr lang="en-US"/>
          </a:p>
        </p:txBody>
      </p:sp>
    </p:spTree>
    <p:extLst>
      <p:ext uri="{BB962C8B-B14F-4D97-AF65-F5344CB8AC3E}">
        <p14:creationId xmlns:p14="http://schemas.microsoft.com/office/powerpoint/2010/main" val="702250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4214137-0D4E-4873-9EF9-716D074AFD5C}" type="slidenum">
              <a:t>‹#›</a:t>
            </a:fld>
            <a:endParaRPr lang="en-US"/>
          </a:p>
        </p:txBody>
      </p:sp>
    </p:spTree>
    <p:extLst>
      <p:ext uri="{BB962C8B-B14F-4D97-AF65-F5344CB8AC3E}">
        <p14:creationId xmlns:p14="http://schemas.microsoft.com/office/powerpoint/2010/main" val="5665600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820D3DBA-73AA-42BD-8E7B-9A73769A3F44}" type="slidenum">
              <a:t>‹#›</a:t>
            </a:fld>
            <a:endParaRPr lang="en-US"/>
          </a:p>
        </p:txBody>
      </p:sp>
    </p:spTree>
    <p:extLst>
      <p:ext uri="{BB962C8B-B14F-4D97-AF65-F5344CB8AC3E}">
        <p14:creationId xmlns:p14="http://schemas.microsoft.com/office/powerpoint/2010/main" val="3138884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E10A3EA-07DF-4FE6-91FC-8AD600633A49}" type="slidenum">
              <a:t>‹#›</a:t>
            </a:fld>
            <a:endParaRPr lang="en-US"/>
          </a:p>
        </p:txBody>
      </p:sp>
    </p:spTree>
    <p:extLst>
      <p:ext uri="{BB962C8B-B14F-4D97-AF65-F5344CB8AC3E}">
        <p14:creationId xmlns:p14="http://schemas.microsoft.com/office/powerpoint/2010/main" val="1299406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5678488" y="987425"/>
            <a:ext cx="276225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8593138" y="987425"/>
            <a:ext cx="276225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57C68A76-0192-4493-85A9-4966099B9182}" type="slidenum">
              <a:t>‹#›</a:t>
            </a:fld>
            <a:endParaRPr lang="en-US"/>
          </a:p>
        </p:txBody>
      </p:sp>
    </p:spTree>
    <p:extLst>
      <p:ext uri="{BB962C8B-B14F-4D97-AF65-F5344CB8AC3E}">
        <p14:creationId xmlns:p14="http://schemas.microsoft.com/office/powerpoint/2010/main" val="28590181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CE217B63-CBE2-4C41-B8FB-C4AD353FE4E7}" type="slidenum">
              <a:t>‹#›</a:t>
            </a:fld>
            <a:endParaRPr lang="en-US"/>
          </a:p>
        </p:txBody>
      </p:sp>
    </p:spTree>
    <p:extLst>
      <p:ext uri="{BB962C8B-B14F-4D97-AF65-F5344CB8AC3E}">
        <p14:creationId xmlns:p14="http://schemas.microsoft.com/office/powerpoint/2010/main" val="35336647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48CC8D9F-3527-46AD-A31E-D44EE772D07B}" type="slidenum">
              <a:t>‹#›</a:t>
            </a:fld>
            <a:endParaRPr lang="en-US"/>
          </a:p>
        </p:txBody>
      </p:sp>
    </p:spTree>
    <p:extLst>
      <p:ext uri="{BB962C8B-B14F-4D97-AF65-F5344CB8AC3E}">
        <p14:creationId xmlns:p14="http://schemas.microsoft.com/office/powerpoint/2010/main" val="14811184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FA9B8511-FE7B-40C7-9E2A-ECBC67210049}" type="slidenum">
              <a:t>‹#›</a:t>
            </a:fld>
            <a:endParaRPr lang="en-US"/>
          </a:p>
        </p:txBody>
      </p:sp>
    </p:spTree>
    <p:extLst>
      <p:ext uri="{BB962C8B-B14F-4D97-AF65-F5344CB8AC3E}">
        <p14:creationId xmlns:p14="http://schemas.microsoft.com/office/powerpoint/2010/main" val="3287504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F4D9F001-D734-4E60-87A4-F24C9305E548}" type="slidenum">
              <a:t>‹#›</a:t>
            </a:fld>
            <a:endParaRPr lang="en-US"/>
          </a:p>
        </p:txBody>
      </p:sp>
    </p:spTree>
    <p:extLst>
      <p:ext uri="{BB962C8B-B14F-4D97-AF65-F5344CB8AC3E}">
        <p14:creationId xmlns:p14="http://schemas.microsoft.com/office/powerpoint/2010/main" val="146807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E6B68463-8855-4217-9048-4EFECC509030}" type="slidenum">
              <a:t>‹#›</a:t>
            </a:fld>
            <a:endParaRPr lang="en-US"/>
          </a:p>
        </p:txBody>
      </p:sp>
    </p:spTree>
    <p:extLst>
      <p:ext uri="{BB962C8B-B14F-4D97-AF65-F5344CB8AC3E}">
        <p14:creationId xmlns:p14="http://schemas.microsoft.com/office/powerpoint/2010/main" val="14672367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DB4C94A0-4048-423D-B237-2DD10A61CA70}" type="slidenum">
              <a:t>‹#›</a:t>
            </a:fld>
            <a:endParaRPr lang="en-US"/>
          </a:p>
        </p:txBody>
      </p:sp>
    </p:spTree>
    <p:extLst>
      <p:ext uri="{BB962C8B-B14F-4D97-AF65-F5344CB8AC3E}">
        <p14:creationId xmlns:p14="http://schemas.microsoft.com/office/powerpoint/2010/main" val="3651167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7463" y="457200"/>
            <a:ext cx="2447925" cy="540385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457200"/>
            <a:ext cx="7192963" cy="5403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AFEF9CE1-0319-4D49-A99E-9D85DA5C080C}" type="slidenum">
              <a:t>‹#›</a:t>
            </a:fld>
            <a:endParaRPr lang="en-US"/>
          </a:p>
        </p:txBody>
      </p:sp>
    </p:spTree>
    <p:extLst>
      <p:ext uri="{BB962C8B-B14F-4D97-AF65-F5344CB8AC3E}">
        <p14:creationId xmlns:p14="http://schemas.microsoft.com/office/powerpoint/2010/main" val="14375304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A90B57E-0065-4C1E-9B6F-D50CEB95672B}" type="slidenum">
              <a:t>‹#›</a:t>
            </a:fld>
            <a:endParaRPr lang="en-US"/>
          </a:p>
        </p:txBody>
      </p:sp>
    </p:spTree>
    <p:extLst>
      <p:ext uri="{BB962C8B-B14F-4D97-AF65-F5344CB8AC3E}">
        <p14:creationId xmlns:p14="http://schemas.microsoft.com/office/powerpoint/2010/main" val="9598743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FF41B45B-52FF-483D-A49A-9EA7DB8ED2E6}" type="slidenum">
              <a:t>‹#›</a:t>
            </a:fld>
            <a:endParaRPr lang="en-US"/>
          </a:p>
        </p:txBody>
      </p:sp>
    </p:spTree>
    <p:extLst>
      <p:ext uri="{BB962C8B-B14F-4D97-AF65-F5344CB8AC3E}">
        <p14:creationId xmlns:p14="http://schemas.microsoft.com/office/powerpoint/2010/main" val="37825924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BF5B8442-EA69-4E64-9236-EB656D9D3471}" type="slidenum">
              <a:t>‹#›</a:t>
            </a:fld>
            <a:endParaRPr lang="en-US"/>
          </a:p>
        </p:txBody>
      </p:sp>
    </p:spTree>
    <p:extLst>
      <p:ext uri="{BB962C8B-B14F-4D97-AF65-F5344CB8AC3E}">
        <p14:creationId xmlns:p14="http://schemas.microsoft.com/office/powerpoint/2010/main" val="3416345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5678488" y="987425"/>
            <a:ext cx="2762250"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8593138" y="987425"/>
            <a:ext cx="2763837" cy="48736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7E5C1238-CD91-41BB-A9B6-458DF94D8ABE}" type="slidenum">
              <a:t>‹#›</a:t>
            </a:fld>
            <a:endParaRPr lang="en-US"/>
          </a:p>
        </p:txBody>
      </p:sp>
    </p:spTree>
    <p:extLst>
      <p:ext uri="{BB962C8B-B14F-4D97-AF65-F5344CB8AC3E}">
        <p14:creationId xmlns:p14="http://schemas.microsoft.com/office/powerpoint/2010/main" val="1569715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70A757B6-2385-490A-9832-5345B1944F4B}" type="slidenum">
              <a:t>‹#›</a:t>
            </a:fld>
            <a:endParaRPr lang="en-US"/>
          </a:p>
        </p:txBody>
      </p:sp>
    </p:spTree>
    <p:extLst>
      <p:ext uri="{BB962C8B-B14F-4D97-AF65-F5344CB8AC3E}">
        <p14:creationId xmlns:p14="http://schemas.microsoft.com/office/powerpoint/2010/main" val="983191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pPr lvl="0"/>
            <a:endParaRPr lang="en-US"/>
          </a:p>
        </p:txBody>
      </p:sp>
      <p:sp>
        <p:nvSpPr>
          <p:cNvPr id="4" name="Footer Placeholder 3"/>
          <p:cNvSpPr>
            <a:spLocks noGrp="1"/>
          </p:cNvSpPr>
          <p:nvPr>
            <p:ph type="ftr" sz="quarter" idx="11"/>
          </p:nvPr>
        </p:nvSpPr>
        <p:spPr/>
        <p:txBody>
          <a:bodyPr/>
          <a:lstStyle/>
          <a:p>
            <a:pPr lvl="0"/>
            <a:endParaRPr lang="en-US"/>
          </a:p>
        </p:txBody>
      </p:sp>
      <p:sp>
        <p:nvSpPr>
          <p:cNvPr id="5" name="Slide Number Placeholder 4"/>
          <p:cNvSpPr>
            <a:spLocks noGrp="1"/>
          </p:cNvSpPr>
          <p:nvPr>
            <p:ph type="sldNum" sz="quarter" idx="12"/>
          </p:nvPr>
        </p:nvSpPr>
        <p:spPr/>
        <p:txBody>
          <a:bodyPr/>
          <a:lstStyle/>
          <a:p>
            <a:pPr lvl="0"/>
            <a:fld id="{AADA0F79-8A55-4329-9A44-17DA031624CE}" type="slidenum">
              <a:t>‹#›</a:t>
            </a:fld>
            <a:endParaRPr lang="en-US"/>
          </a:p>
        </p:txBody>
      </p:sp>
    </p:spTree>
    <p:extLst>
      <p:ext uri="{BB962C8B-B14F-4D97-AF65-F5344CB8AC3E}">
        <p14:creationId xmlns:p14="http://schemas.microsoft.com/office/powerpoint/2010/main" val="22670708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B8B5F1E6-433F-492D-99EC-D320E3EA3B5C}" type="slidenum">
              <a:t>‹#›</a:t>
            </a:fld>
            <a:endParaRPr lang="en-US"/>
          </a:p>
        </p:txBody>
      </p:sp>
    </p:spTree>
    <p:extLst>
      <p:ext uri="{BB962C8B-B14F-4D97-AF65-F5344CB8AC3E}">
        <p14:creationId xmlns:p14="http://schemas.microsoft.com/office/powerpoint/2010/main" val="22076445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42910AAE-A270-4944-8078-51E71EB2767A}" type="slidenum">
              <a:t>‹#›</a:t>
            </a:fld>
            <a:endParaRPr lang="en-US"/>
          </a:p>
        </p:txBody>
      </p:sp>
    </p:spTree>
    <p:extLst>
      <p:ext uri="{BB962C8B-B14F-4D97-AF65-F5344CB8AC3E}">
        <p14:creationId xmlns:p14="http://schemas.microsoft.com/office/powerpoint/2010/main" val="60376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B772DB0C-443A-4B9D-9C90-FDB97EF05713}" type="slidenum">
              <a:t>‹#›</a:t>
            </a:fld>
            <a:endParaRPr lang="en-US"/>
          </a:p>
        </p:txBody>
      </p:sp>
    </p:spTree>
    <p:extLst>
      <p:ext uri="{BB962C8B-B14F-4D97-AF65-F5344CB8AC3E}">
        <p14:creationId xmlns:p14="http://schemas.microsoft.com/office/powerpoint/2010/main" val="38052226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4956D4A0-FDE7-44A4-BFA0-9C2852C7F888}" type="slidenum">
              <a:t>‹#›</a:t>
            </a:fld>
            <a:endParaRPr lang="en-US"/>
          </a:p>
        </p:txBody>
      </p:sp>
    </p:spTree>
    <p:extLst>
      <p:ext uri="{BB962C8B-B14F-4D97-AF65-F5344CB8AC3E}">
        <p14:creationId xmlns:p14="http://schemas.microsoft.com/office/powerpoint/2010/main" val="8592718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9050" y="457200"/>
            <a:ext cx="2447925" cy="540385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562100" y="457200"/>
            <a:ext cx="7194550" cy="5403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8F5DB0F-DA22-47C7-9D96-3D7481313EC8}" type="slidenum">
              <a:t>‹#›</a:t>
            </a:fld>
            <a:endParaRPr lang="en-US"/>
          </a:p>
        </p:txBody>
      </p:sp>
    </p:spTree>
    <p:extLst>
      <p:ext uri="{BB962C8B-B14F-4D97-AF65-F5344CB8AC3E}">
        <p14:creationId xmlns:p14="http://schemas.microsoft.com/office/powerpoint/2010/main" val="17618711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jp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jp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jp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jp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jp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jp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jp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1523880" y="1041479"/>
            <a:ext cx="9143640" cy="2387160"/>
          </a:xfrm>
          <a:prstGeom prst="rect">
            <a:avLst/>
          </a:prstGeom>
          <a:noFill/>
          <a:ln>
            <a:noFill/>
          </a:ln>
        </p:spPr>
        <p:txBody>
          <a:bodyPr vert="horz" wrap="square" lIns="91440" tIns="45720" rIns="91440" bIns="45720" anchor="b" anchorCtr="0">
            <a:noAutofit/>
          </a:bodyPr>
          <a:lstStyle/>
          <a:p>
            <a:pPr lvl="0"/>
            <a:r>
              <a:rPr lang="en-US"/>
              <a:t>Click to edit Master title style</a:t>
            </a:r>
          </a:p>
        </p:txBody>
      </p:sp>
      <p:sp>
        <p:nvSpPr>
          <p:cNvPr id="3" name="Date Placeholder 3"/>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4" name="Footer Placeholder 4"/>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5" name="Slide Number Placeholder 5"/>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4D216FC2-3C56-4DC7-9F93-4D92F0A15518}"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ctr" rtl="0" hangingPunct="1">
        <a:lnSpc>
          <a:spcPct val="100000"/>
        </a:lnSpc>
        <a:spcBef>
          <a:spcPts val="0"/>
        </a:spcBef>
        <a:spcAft>
          <a:spcPts val="0"/>
        </a:spcAft>
        <a:buNone/>
        <a:tabLst/>
        <a:defRPr lang="en-US" sz="60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2324160" y="365040"/>
            <a:ext cx="9029519" cy="1325160"/>
          </a:xfrm>
          <a:prstGeom prst="rect">
            <a:avLst/>
          </a:prstGeom>
          <a:noFill/>
          <a:ln>
            <a:noFill/>
          </a:ln>
        </p:spPr>
        <p:txBody>
          <a:bodyPr vert="horz" wrap="square" lIns="91440" tIns="45720" rIns="91440" bIns="45720" anchor="ctr" anchorCtr="0">
            <a:noAutofit/>
          </a:bodyPr>
          <a:lstStyle/>
          <a:p>
            <a:pPr lvl="0"/>
            <a:r>
              <a:rPr lang="en-US"/>
              <a:t>Click to edit Master title style</a:t>
            </a:r>
          </a:p>
        </p:txBody>
      </p:sp>
      <p:sp>
        <p:nvSpPr>
          <p:cNvPr id="3" name="Vertical Text Placeholder 2"/>
          <p:cNvSpPr txBox="1">
            <a:spLocks noGrp="1"/>
          </p:cNvSpPr>
          <p:nvPr>
            <p:ph type="body" idx="1"/>
          </p:nvPr>
        </p:nvSpPr>
        <p:spPr>
          <a:xfrm>
            <a:off x="1562040" y="1825560"/>
            <a:ext cx="9791280" cy="4350960"/>
          </a:xfrm>
          <a:prstGeom prst="rect">
            <a:avLst/>
          </a:prstGeom>
          <a:noFill/>
          <a:ln>
            <a:noFill/>
          </a:ln>
        </p:spPr>
        <p:txBody>
          <a:bodyPr vert="eaVert" wrap="square" lIns="45720" tIns="91440" rIns="45720" bIns="9144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5" name="Footer Placeholder 4"/>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Slide Number Placeholder 5"/>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6B89AE4C-C3E5-4D13-9937-F6CD4CFC16DF}" type="slidenum">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44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839"/>
        </a:spcBef>
        <a:spcAft>
          <a:spcPts val="0"/>
        </a:spcAft>
        <a:buClr>
          <a:srgbClr val="A5A5A5"/>
        </a:buClr>
        <a:buSzPct val="100000"/>
        <a:buFont typeface="Arial" pitchFamily="34"/>
        <a:buChar char="•"/>
        <a:tabLst/>
        <a:defRPr lang="en-US" sz="2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0" marR="0" lvl="1" indent="0" algn="l" rtl="0" hangingPunct="1">
        <a:lnSpc>
          <a:spcPct val="90000"/>
        </a:lnSpc>
        <a:spcBef>
          <a:spcPts val="720"/>
        </a:spcBef>
        <a:spcAft>
          <a:spcPts val="0"/>
        </a:spcAft>
        <a:buClr>
          <a:srgbClr val="A5A5A5"/>
        </a:buClr>
        <a:buSzPct val="100000"/>
        <a:buFont typeface="Arial" pitchFamily="34"/>
        <a:buChar char="•"/>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2pPr>
      <a:lvl3pPr marL="0" marR="0" lvl="2"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3pPr>
      <a:lvl4pPr marL="0" marR="0" lvl="3"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4pPr>
      <a:lvl5pPr marL="0" marR="0" lvl="4"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Vertical Title 1"/>
          <p:cNvSpPr txBox="1">
            <a:spLocks noGrp="1"/>
          </p:cNvSpPr>
          <p:nvPr>
            <p:ph type="title"/>
          </p:nvPr>
        </p:nvSpPr>
        <p:spPr>
          <a:xfrm>
            <a:off x="8724960" y="365040"/>
            <a:ext cx="2628720" cy="5811480"/>
          </a:xfrm>
          <a:prstGeom prst="rect">
            <a:avLst/>
          </a:prstGeom>
          <a:noFill/>
          <a:ln>
            <a:noFill/>
          </a:ln>
        </p:spPr>
        <p:txBody>
          <a:bodyPr vert="eaVert" wrap="square" lIns="45720" tIns="91440" rIns="45720" bIns="91440" anchor="ctr" anchorCtr="0">
            <a:noAutofit/>
          </a:bodyPr>
          <a:lstStyle/>
          <a:p>
            <a:pPr lvl="0"/>
            <a:r>
              <a:rPr lang="en-US"/>
              <a:t>Click to edit Master title style</a:t>
            </a:r>
          </a:p>
        </p:txBody>
      </p:sp>
      <p:sp>
        <p:nvSpPr>
          <p:cNvPr id="3" name="Vertical Text Placeholder 2"/>
          <p:cNvSpPr txBox="1">
            <a:spLocks noGrp="1"/>
          </p:cNvSpPr>
          <p:nvPr>
            <p:ph type="body" idx="1"/>
          </p:nvPr>
        </p:nvSpPr>
        <p:spPr>
          <a:xfrm>
            <a:off x="1562040" y="365040"/>
            <a:ext cx="7009919" cy="5811480"/>
          </a:xfrm>
          <a:prstGeom prst="rect">
            <a:avLst/>
          </a:prstGeom>
          <a:noFill/>
          <a:ln>
            <a:noFill/>
          </a:ln>
        </p:spPr>
        <p:txBody>
          <a:bodyPr vert="eaVert" wrap="square" lIns="45720" tIns="91440" rIns="45720" bIns="9144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5" name="Footer Placeholder 4"/>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Slide Number Placeholder 5"/>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873887BB-7875-4355-97B4-597F7B22FB52}" type="slidenum">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44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839"/>
        </a:spcBef>
        <a:spcAft>
          <a:spcPts val="0"/>
        </a:spcAft>
        <a:buClr>
          <a:srgbClr val="A5A5A5"/>
        </a:buClr>
        <a:buSzPct val="100000"/>
        <a:buFont typeface="Arial" pitchFamily="34"/>
        <a:buChar char="•"/>
        <a:tabLst/>
        <a:defRPr lang="en-US" sz="2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0" marR="0" lvl="1" indent="0" algn="l" rtl="0" hangingPunct="1">
        <a:lnSpc>
          <a:spcPct val="90000"/>
        </a:lnSpc>
        <a:spcBef>
          <a:spcPts val="720"/>
        </a:spcBef>
        <a:spcAft>
          <a:spcPts val="0"/>
        </a:spcAft>
        <a:buClr>
          <a:srgbClr val="A5A5A5"/>
        </a:buClr>
        <a:buSzPct val="100000"/>
        <a:buFont typeface="Arial" pitchFamily="34"/>
        <a:buChar char="•"/>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2pPr>
      <a:lvl3pPr marL="0" marR="0" lvl="2"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3pPr>
      <a:lvl4pPr marL="0" marR="0" lvl="3"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4pPr>
      <a:lvl5pPr marL="0" marR="0" lvl="4"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1562040" y="457200"/>
            <a:ext cx="3931920" cy="1599840"/>
          </a:xfrm>
          <a:prstGeom prst="rect">
            <a:avLst/>
          </a:prstGeom>
          <a:noFill/>
          <a:ln>
            <a:noFill/>
          </a:ln>
        </p:spPr>
        <p:txBody>
          <a:bodyPr vert="horz" wrap="square" lIns="91440" tIns="45720" rIns="91440" bIns="45720" anchor="b" anchorCtr="0">
            <a:noAutofit/>
          </a:bodyPr>
          <a:lstStyle/>
          <a:p>
            <a:pPr lvl="0"/>
            <a:r>
              <a:rPr lang="en-US"/>
              <a:t>Click to edit Master title style</a:t>
            </a:r>
          </a:p>
        </p:txBody>
      </p:sp>
      <p:sp>
        <p:nvSpPr>
          <p:cNvPr id="3" name="Picture Placeholder 2" descr="An empty placeholder to add an image. Click on the placeholder and select the image that you wish to add"/>
          <p:cNvSpPr txBox="1">
            <a:spLocks noGrp="1"/>
          </p:cNvSpPr>
          <p:nvPr>
            <p:ph type="body" idx="1"/>
          </p:nvPr>
        </p:nvSpPr>
        <p:spPr>
          <a:xfrm>
            <a:off x="5679000" y="987480"/>
            <a:ext cx="5677920" cy="4873320"/>
          </a:xfrm>
          <a:prstGeom prst="rect">
            <a:avLst/>
          </a:prstGeom>
          <a:noFill/>
          <a:ln>
            <a:noFill/>
          </a:ln>
        </p:spPr>
        <p:txBody>
          <a:bodyPr vert="horz" wrap="square" lIns="90000" tIns="45000" rIns="90000" bIns="45000" anchor="t" anchorCtr="0">
            <a:noAutofit/>
          </a:bodyPr>
          <a:lstStyle/>
          <a:p>
            <a:pPr lvl="0"/>
            <a:r>
              <a:rPr lang="en-US"/>
              <a:t>Click icon to add picture</a:t>
            </a:r>
          </a:p>
        </p:txBody>
      </p:sp>
      <p:sp>
        <p:nvSpPr>
          <p:cNvPr id="4" name="Text Placeholder 3"/>
          <p:cNvSpPr txBox="1">
            <a:spLocks noGrp="1"/>
          </p:cNvSpPr>
          <p:nvPr>
            <p:ph type="body" sz="quarter" idx="4294967295"/>
          </p:nvPr>
        </p:nvSpPr>
        <p:spPr>
          <a:xfrm>
            <a:off x="1562040" y="2101680"/>
            <a:ext cx="3931920" cy="3758759"/>
          </a:xfrm>
          <a:prstGeom prst="rect">
            <a:avLst/>
          </a:prstGeom>
          <a:noFill/>
          <a:ln>
            <a:noFill/>
          </a:ln>
        </p:spPr>
        <p:txBody>
          <a:bodyPr vert="horz" wrap="square" lIns="91440" tIns="45720" rIns="91440" bIns="45720" anchor="t" anchorCtr="0">
            <a:noAutofit/>
          </a:bodyPr>
          <a:lstStyle/>
          <a:p>
            <a:pPr lvl="0"/>
            <a:r>
              <a:rPr lang="en-US"/>
              <a:t>Click to edit Master text styles</a:t>
            </a:r>
          </a:p>
        </p:txBody>
      </p:sp>
      <p:sp>
        <p:nvSpPr>
          <p:cNvPr id="5" name="Date Placeholder 4"/>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Footer Placeholder 5"/>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7" name="Slide Number Placeholder 6"/>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AA1811D3-6728-4C50-9BBA-007F9B9EBC6A}" type="slidenum">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32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479"/>
        </a:spcBef>
        <a:spcAft>
          <a:spcPts val="0"/>
        </a:spcAft>
        <a:buNone/>
        <a:tabLst>
          <a:tab pos="0" algn="l"/>
        </a:tabLst>
        <a:defRPr lang="en-US" sz="16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2324160" y="365040"/>
            <a:ext cx="9029519" cy="1325160"/>
          </a:xfrm>
          <a:prstGeom prst="rect">
            <a:avLst/>
          </a:prstGeom>
          <a:noFill/>
          <a:ln>
            <a:noFill/>
          </a:ln>
        </p:spPr>
        <p:txBody>
          <a:bodyPr vert="horz" wrap="square" lIns="91440" tIns="45720" rIns="91440" bIns="45720" anchor="ctr" anchorCtr="0">
            <a:noAutofit/>
          </a:bodyPr>
          <a:lstStyle/>
          <a:p>
            <a:pPr lvl="0"/>
            <a:r>
              <a:rPr lang="en-US"/>
              <a:t>Click to edit Master title style</a:t>
            </a:r>
          </a:p>
        </p:txBody>
      </p:sp>
      <p:sp>
        <p:nvSpPr>
          <p:cNvPr id="3" name="Content Placeholder 2"/>
          <p:cNvSpPr txBox="1">
            <a:spLocks noGrp="1"/>
          </p:cNvSpPr>
          <p:nvPr>
            <p:ph type="body" idx="1"/>
          </p:nvPr>
        </p:nvSpPr>
        <p:spPr>
          <a:xfrm>
            <a:off x="1562040" y="1825560"/>
            <a:ext cx="9791280" cy="4350960"/>
          </a:xfrm>
          <a:prstGeom prst="rect">
            <a:avLst/>
          </a:prstGeom>
          <a:noFill/>
          <a:ln>
            <a:noFill/>
          </a:ln>
        </p:spPr>
        <p:txBody>
          <a:bodyPr vert="horz" wrap="square" lIns="91440" tIns="45720" rIns="91440" bIns="4572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5" name="Footer Placeholder 4"/>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Slide Number Placeholder 5"/>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865A4765-47C6-4A20-9B52-0CC17470C8E5}" type="slidenum">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44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839"/>
        </a:spcBef>
        <a:spcAft>
          <a:spcPts val="0"/>
        </a:spcAft>
        <a:buClr>
          <a:srgbClr val="A5A5A5"/>
        </a:buClr>
        <a:buSzPct val="100000"/>
        <a:buFont typeface="Arial" pitchFamily="34"/>
        <a:buChar char="•"/>
        <a:tabLst/>
        <a:defRPr lang="en-US" sz="2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0" marR="0" lvl="1" indent="0" algn="l" rtl="0" hangingPunct="1">
        <a:lnSpc>
          <a:spcPct val="90000"/>
        </a:lnSpc>
        <a:spcBef>
          <a:spcPts val="720"/>
        </a:spcBef>
        <a:spcAft>
          <a:spcPts val="0"/>
        </a:spcAft>
        <a:buClr>
          <a:srgbClr val="A5A5A5"/>
        </a:buClr>
        <a:buSzPct val="100000"/>
        <a:buFont typeface="Arial" pitchFamily="34"/>
        <a:buChar char="•"/>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2pPr>
      <a:lvl3pPr marL="0" marR="0" lvl="2"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3pPr>
      <a:lvl4pPr marL="0" marR="0" lvl="3"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4pPr>
      <a:lvl5pPr marL="0" marR="0" lvl="4"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1241640" y="1709640"/>
            <a:ext cx="10105560" cy="2862000"/>
          </a:xfrm>
          <a:prstGeom prst="rect">
            <a:avLst/>
          </a:prstGeom>
          <a:noFill/>
          <a:ln>
            <a:noFill/>
          </a:ln>
        </p:spPr>
        <p:txBody>
          <a:bodyPr vert="horz" wrap="square" lIns="91440" tIns="45720" rIns="91440" bIns="45720" anchor="b" anchorCtr="0">
            <a:noAutofit/>
          </a:bodyPr>
          <a:lstStyle/>
          <a:p>
            <a:pPr lvl="0"/>
            <a:r>
              <a:rPr lang="en-US"/>
              <a:t>Click to edit Master title style</a:t>
            </a:r>
          </a:p>
        </p:txBody>
      </p:sp>
      <p:sp>
        <p:nvSpPr>
          <p:cNvPr id="3" name="Text Placeholder 2"/>
          <p:cNvSpPr txBox="1">
            <a:spLocks noGrp="1"/>
          </p:cNvSpPr>
          <p:nvPr>
            <p:ph type="body" idx="1"/>
          </p:nvPr>
        </p:nvSpPr>
        <p:spPr>
          <a:xfrm>
            <a:off x="1241640" y="4589640"/>
            <a:ext cx="10105560" cy="1499759"/>
          </a:xfrm>
          <a:prstGeom prst="rect">
            <a:avLst/>
          </a:prstGeom>
          <a:noFill/>
          <a:ln>
            <a:noFill/>
          </a:ln>
        </p:spPr>
        <p:txBody>
          <a:bodyPr vert="horz" wrap="square" lIns="91440" tIns="45720" rIns="91440" bIns="45720" anchor="t" anchorCtr="0">
            <a:noAutofit/>
          </a:bodyPr>
          <a:lstStyle/>
          <a:p>
            <a:pPr lvl="0"/>
            <a:r>
              <a:rPr lang="en-US"/>
              <a:t>Click to edit Master text styles</a:t>
            </a:r>
          </a:p>
        </p:txBody>
      </p:sp>
      <p:sp>
        <p:nvSpPr>
          <p:cNvPr id="4" name="Date Placeholder 3"/>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5" name="Footer Placeholder 4"/>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Slide Number Placeholder 5"/>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A134097D-8197-43D4-B798-827BCEACB459}" type="slidenum">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60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720"/>
        </a:spcBef>
        <a:spcAft>
          <a:spcPts val="0"/>
        </a:spcAft>
        <a:buNone/>
        <a:tabLst>
          <a:tab pos="0" algn="l"/>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2324160" y="365040"/>
            <a:ext cx="9029519" cy="1325160"/>
          </a:xfrm>
          <a:prstGeom prst="rect">
            <a:avLst/>
          </a:prstGeom>
          <a:noFill/>
          <a:ln>
            <a:noFill/>
          </a:ln>
        </p:spPr>
        <p:txBody>
          <a:bodyPr vert="horz" wrap="square" lIns="91440" tIns="45720" rIns="91440" bIns="45720" anchor="ctr" anchorCtr="0">
            <a:noAutofit/>
          </a:bodyPr>
          <a:lstStyle/>
          <a:p>
            <a:pPr lvl="0"/>
            <a:r>
              <a:rPr lang="en-US"/>
              <a:t>Click to edit Master title style</a:t>
            </a:r>
          </a:p>
        </p:txBody>
      </p:sp>
      <p:sp>
        <p:nvSpPr>
          <p:cNvPr id="3" name="Content Placeholder 2"/>
          <p:cNvSpPr txBox="1">
            <a:spLocks noGrp="1"/>
          </p:cNvSpPr>
          <p:nvPr>
            <p:ph type="body" idx="1"/>
          </p:nvPr>
        </p:nvSpPr>
        <p:spPr>
          <a:xfrm>
            <a:off x="1569599" y="1825560"/>
            <a:ext cx="4754520" cy="4350960"/>
          </a:xfrm>
          <a:prstGeom prst="rect">
            <a:avLst/>
          </a:prstGeom>
          <a:noFill/>
          <a:ln>
            <a:noFill/>
          </a:ln>
        </p:spPr>
        <p:txBody>
          <a:bodyPr vert="horz" wrap="square" lIns="91440" tIns="45720" rIns="91440" bIns="4572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txBox="1">
            <a:spLocks noGrp="1"/>
          </p:cNvSpPr>
          <p:nvPr>
            <p:ph type="body" sz="quarter" idx="4294967295"/>
          </p:nvPr>
        </p:nvSpPr>
        <p:spPr>
          <a:xfrm>
            <a:off x="6605280" y="1825560"/>
            <a:ext cx="4754520" cy="4350960"/>
          </a:xfrm>
          <a:prstGeom prst="rect">
            <a:avLst/>
          </a:prstGeom>
          <a:noFill/>
          <a:ln>
            <a:noFill/>
          </a:ln>
        </p:spPr>
        <p:txBody>
          <a:bodyPr vert="horz" wrap="square" lIns="91440" tIns="45720" rIns="91440" bIns="4572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Footer Placeholder 5"/>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7" name="Slide Number Placeholder 6"/>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EFE04F6E-F96B-497B-91C7-C3E6D22D8168}" type="slidenum">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44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839"/>
        </a:spcBef>
        <a:spcAft>
          <a:spcPts val="0"/>
        </a:spcAft>
        <a:buClr>
          <a:srgbClr val="A5A5A5"/>
        </a:buClr>
        <a:buSzPct val="100000"/>
        <a:buFont typeface="Arial" pitchFamily="34"/>
        <a:buChar char="•"/>
        <a:tabLst/>
        <a:defRPr lang="en-US" sz="2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0" marR="0" lvl="1" indent="0" algn="l" rtl="0" hangingPunct="1">
        <a:lnSpc>
          <a:spcPct val="90000"/>
        </a:lnSpc>
        <a:spcBef>
          <a:spcPts val="720"/>
        </a:spcBef>
        <a:spcAft>
          <a:spcPts val="0"/>
        </a:spcAft>
        <a:buClr>
          <a:srgbClr val="A5A5A5"/>
        </a:buClr>
        <a:buSzPct val="100000"/>
        <a:buFont typeface="Arial" pitchFamily="34"/>
        <a:buChar char="•"/>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2pPr>
      <a:lvl3pPr marL="0" marR="0" lvl="2"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3pPr>
      <a:lvl4pPr marL="0" marR="0" lvl="3"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4pPr>
      <a:lvl5pPr marL="0" marR="0" lvl="4"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2324160" y="274680"/>
            <a:ext cx="9023040" cy="1142640"/>
          </a:xfrm>
          <a:prstGeom prst="rect">
            <a:avLst/>
          </a:prstGeom>
          <a:noFill/>
          <a:ln>
            <a:noFill/>
          </a:ln>
        </p:spPr>
        <p:txBody>
          <a:bodyPr vert="horz" wrap="square" lIns="91440" tIns="45720" rIns="91440" bIns="45720" anchor="ctr" anchorCtr="0">
            <a:noAutofit/>
          </a:bodyPr>
          <a:lstStyle/>
          <a:p>
            <a:pPr lvl="0"/>
            <a:r>
              <a:rPr lang="en-US"/>
              <a:t>Click to edit Master title style</a:t>
            </a:r>
          </a:p>
        </p:txBody>
      </p:sp>
      <p:sp>
        <p:nvSpPr>
          <p:cNvPr id="3" name="Text Placeholder 2"/>
          <p:cNvSpPr txBox="1">
            <a:spLocks noGrp="1"/>
          </p:cNvSpPr>
          <p:nvPr>
            <p:ph type="body" idx="1"/>
          </p:nvPr>
        </p:nvSpPr>
        <p:spPr>
          <a:xfrm>
            <a:off x="1562040" y="1488960"/>
            <a:ext cx="4754520" cy="641160"/>
          </a:xfrm>
          <a:prstGeom prst="rect">
            <a:avLst/>
          </a:prstGeom>
          <a:noFill/>
          <a:ln>
            <a:noFill/>
          </a:ln>
        </p:spPr>
        <p:txBody>
          <a:bodyPr vert="horz" wrap="square" lIns="91440" tIns="45720" rIns="91440" bIns="45720" anchor="b" anchorCtr="0">
            <a:noAutofit/>
          </a:bodyPr>
          <a:lstStyle/>
          <a:p>
            <a:pPr lvl="0"/>
            <a:r>
              <a:rPr lang="en-US"/>
              <a:t>Click to edit Master text styles</a:t>
            </a:r>
          </a:p>
        </p:txBody>
      </p:sp>
      <p:sp>
        <p:nvSpPr>
          <p:cNvPr id="4" name="Content Placeholder 3"/>
          <p:cNvSpPr txBox="1">
            <a:spLocks noGrp="1"/>
          </p:cNvSpPr>
          <p:nvPr>
            <p:ph type="body" sz="quarter" idx="4294967295"/>
          </p:nvPr>
        </p:nvSpPr>
        <p:spPr>
          <a:xfrm>
            <a:off x="1562040" y="2193840"/>
            <a:ext cx="4754520" cy="3978000"/>
          </a:xfrm>
          <a:prstGeom prst="rect">
            <a:avLst/>
          </a:prstGeom>
          <a:noFill/>
          <a:ln>
            <a:noFill/>
          </a:ln>
        </p:spPr>
        <p:txBody>
          <a:bodyPr vert="horz" wrap="square" lIns="91440" tIns="45720" rIns="91440" bIns="4572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txBox="1">
            <a:spLocks noGrp="1"/>
          </p:cNvSpPr>
          <p:nvPr>
            <p:ph type="body" sz="quarter" idx="4294967295"/>
          </p:nvPr>
        </p:nvSpPr>
        <p:spPr>
          <a:xfrm>
            <a:off x="6598800" y="1488960"/>
            <a:ext cx="4754520" cy="641160"/>
          </a:xfrm>
          <a:prstGeom prst="rect">
            <a:avLst/>
          </a:prstGeom>
          <a:noFill/>
          <a:ln>
            <a:noFill/>
          </a:ln>
        </p:spPr>
        <p:txBody>
          <a:bodyPr vert="horz" wrap="square" lIns="91440" tIns="45720" rIns="91440" bIns="45720" anchor="b" anchorCtr="0">
            <a:noAutofit/>
          </a:bodyPr>
          <a:lstStyle/>
          <a:p>
            <a:pPr lvl="0"/>
            <a:r>
              <a:rPr lang="en-US"/>
              <a:t>Click to edit Master text styles</a:t>
            </a:r>
          </a:p>
        </p:txBody>
      </p:sp>
      <p:sp>
        <p:nvSpPr>
          <p:cNvPr id="6" name="Content Placeholder 5"/>
          <p:cNvSpPr txBox="1">
            <a:spLocks noGrp="1"/>
          </p:cNvSpPr>
          <p:nvPr>
            <p:ph type="body" sz="quarter" idx="4294967295"/>
          </p:nvPr>
        </p:nvSpPr>
        <p:spPr>
          <a:xfrm>
            <a:off x="6598800" y="2193840"/>
            <a:ext cx="4754520" cy="3978000"/>
          </a:xfrm>
          <a:prstGeom prst="rect">
            <a:avLst/>
          </a:prstGeom>
          <a:noFill/>
          <a:ln>
            <a:noFill/>
          </a:ln>
        </p:spPr>
        <p:txBody>
          <a:bodyPr vert="horz" wrap="square" lIns="91440" tIns="45720" rIns="91440" bIns="4572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8" name="Footer Placeholder 7"/>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9" name="Slide Number Placeholder 8"/>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EE99B4C4-4F74-4B5C-9B80-9494E3F8C48C}" type="slidenum">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44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720"/>
        </a:spcBef>
        <a:spcAft>
          <a:spcPts val="0"/>
        </a:spcAft>
        <a:buClr>
          <a:srgbClr val="A5A5A5"/>
        </a:buClr>
        <a:buSzPct val="100000"/>
        <a:buFont typeface="Arial" pitchFamily="34"/>
        <a:buChar char="•"/>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0" marR="0" lvl="1"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2pPr>
      <a:lvl3pPr marL="0" marR="0" lvl="2" indent="0" algn="l" rtl="0" hangingPunct="1">
        <a:lnSpc>
          <a:spcPct val="90000"/>
        </a:lnSpc>
        <a:spcBef>
          <a:spcPts val="541"/>
        </a:spcBef>
        <a:spcAft>
          <a:spcPts val="0"/>
        </a:spcAft>
        <a:buClr>
          <a:srgbClr val="A5A5A5"/>
        </a:buClr>
        <a:buSzPct val="100000"/>
        <a:buFont typeface="Arial" pitchFamily="34"/>
        <a:buChar char="•"/>
        <a:tabLst/>
        <a:defRPr lang="en-US" sz="1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3pPr>
      <a:lvl4pPr marL="0" marR="0" lvl="3" indent="0" algn="l" rtl="0" hangingPunct="1">
        <a:lnSpc>
          <a:spcPct val="90000"/>
        </a:lnSpc>
        <a:spcBef>
          <a:spcPts val="479"/>
        </a:spcBef>
        <a:spcAft>
          <a:spcPts val="0"/>
        </a:spcAft>
        <a:buClr>
          <a:srgbClr val="A5A5A5"/>
        </a:buClr>
        <a:buSzPct val="100000"/>
        <a:buFont typeface="Arial" pitchFamily="34"/>
        <a:buChar char="•"/>
        <a:tabLst/>
        <a:defRPr lang="en-US" sz="16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4pPr>
      <a:lvl5pPr marL="0" marR="0" lvl="4" indent="0" algn="l" rtl="0" hangingPunct="1">
        <a:lnSpc>
          <a:spcPct val="90000"/>
        </a:lnSpc>
        <a:spcBef>
          <a:spcPts val="479"/>
        </a:spcBef>
        <a:spcAft>
          <a:spcPts val="0"/>
        </a:spcAft>
        <a:buClr>
          <a:srgbClr val="A5A5A5"/>
        </a:buClr>
        <a:buSzPct val="100000"/>
        <a:buFont typeface="Arial" pitchFamily="34"/>
        <a:buChar char="•"/>
        <a:tabLst/>
        <a:defRPr lang="en-US" sz="16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2324160" y="365040"/>
            <a:ext cx="9029519" cy="1325160"/>
          </a:xfrm>
          <a:prstGeom prst="rect">
            <a:avLst/>
          </a:prstGeom>
          <a:noFill/>
          <a:ln>
            <a:noFill/>
          </a:ln>
        </p:spPr>
        <p:txBody>
          <a:bodyPr vert="horz" wrap="square" lIns="91440" tIns="45720" rIns="91440" bIns="45720" anchor="ctr" anchorCtr="0">
            <a:noAutofit/>
          </a:bodyPr>
          <a:lstStyle/>
          <a:p>
            <a:pPr lvl="0"/>
            <a:r>
              <a:rPr lang="en-US"/>
              <a:t>Click to edit Master title style</a:t>
            </a:r>
          </a:p>
        </p:txBody>
      </p:sp>
      <p:sp>
        <p:nvSpPr>
          <p:cNvPr id="3" name="Date Placeholder 2"/>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4" name="Footer Placeholder 3"/>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5" name="Slide Number Placeholder 4"/>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EA55686A-157D-4B22-AF16-FB8D3A615EC9}" type="slidenum">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44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1562040" y="457200"/>
            <a:ext cx="3931920" cy="1599840"/>
          </a:xfrm>
          <a:prstGeom prst="rect">
            <a:avLst/>
          </a:prstGeom>
          <a:noFill/>
          <a:ln>
            <a:noFill/>
          </a:ln>
        </p:spPr>
        <p:txBody>
          <a:bodyPr vert="horz" wrap="square" lIns="91440" tIns="45720" rIns="91440" bIns="45720" anchor="b" anchorCtr="0">
            <a:noAutofit/>
          </a:bodyPr>
          <a:lstStyle/>
          <a:p>
            <a:pPr lvl="0"/>
            <a:r>
              <a:rPr lang="en-US"/>
              <a:t>Click to edit Master title style</a:t>
            </a:r>
          </a:p>
        </p:txBody>
      </p:sp>
      <p:sp>
        <p:nvSpPr>
          <p:cNvPr id="3" name="Content Placeholder 2"/>
          <p:cNvSpPr txBox="1">
            <a:spLocks noGrp="1"/>
          </p:cNvSpPr>
          <p:nvPr>
            <p:ph type="body" idx="1"/>
          </p:nvPr>
        </p:nvSpPr>
        <p:spPr>
          <a:xfrm>
            <a:off x="5679000" y="987480"/>
            <a:ext cx="5676120" cy="4873320"/>
          </a:xfrm>
          <a:prstGeom prst="rect">
            <a:avLst/>
          </a:prstGeom>
          <a:noFill/>
          <a:ln>
            <a:noFill/>
          </a:ln>
        </p:spPr>
        <p:txBody>
          <a:bodyPr vert="horz" wrap="square" lIns="91440" tIns="45720" rIns="91440" bIns="4572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txBox="1">
            <a:spLocks noGrp="1"/>
          </p:cNvSpPr>
          <p:nvPr>
            <p:ph type="body" sz="quarter" idx="4294967295"/>
          </p:nvPr>
        </p:nvSpPr>
        <p:spPr>
          <a:xfrm>
            <a:off x="1562040" y="2101680"/>
            <a:ext cx="3931920" cy="3758759"/>
          </a:xfrm>
          <a:prstGeom prst="rect">
            <a:avLst/>
          </a:prstGeom>
          <a:noFill/>
          <a:ln>
            <a:noFill/>
          </a:ln>
        </p:spPr>
        <p:txBody>
          <a:bodyPr vert="horz" wrap="square" lIns="91440" tIns="45720" rIns="91440" bIns="45720" anchor="t" anchorCtr="0">
            <a:noAutofit/>
          </a:bodyPr>
          <a:lstStyle/>
          <a:p>
            <a:pPr lvl="0"/>
            <a:r>
              <a:rPr lang="en-US"/>
              <a:t>Click to edit Master text styles</a:t>
            </a:r>
          </a:p>
        </p:txBody>
      </p:sp>
      <p:sp>
        <p:nvSpPr>
          <p:cNvPr id="5" name="Date Placeholder 4"/>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Footer Placeholder 5"/>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7" name="Slide Number Placeholder 6"/>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8490B0B9-CFC7-4D0D-A382-C2420090120E}" type="slidenum">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32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479"/>
        </a:spcBef>
        <a:spcAft>
          <a:spcPts val="0"/>
        </a:spcAft>
        <a:buNone/>
        <a:tabLst>
          <a:tab pos="0" algn="l"/>
        </a:tabLst>
        <a:defRPr lang="en-US" sz="16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0" marR="0" lvl="1" indent="0" algn="l" rtl="0" hangingPunct="1">
        <a:lnSpc>
          <a:spcPct val="90000"/>
        </a:lnSpc>
        <a:spcBef>
          <a:spcPts val="839"/>
        </a:spcBef>
        <a:spcAft>
          <a:spcPts val="0"/>
        </a:spcAft>
        <a:buClr>
          <a:srgbClr val="A5A5A5"/>
        </a:buClr>
        <a:buSzPct val="100000"/>
        <a:buFont typeface="Arial" pitchFamily="34"/>
        <a:buChar char="•"/>
        <a:tabLst/>
        <a:defRPr lang="en-US" sz="28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2pPr>
      <a:lvl3pPr marL="0" marR="0" lvl="2" indent="0" algn="l" rtl="0" hangingPunct="1">
        <a:lnSpc>
          <a:spcPct val="90000"/>
        </a:lnSpc>
        <a:spcBef>
          <a:spcPts val="720"/>
        </a:spcBef>
        <a:spcAft>
          <a:spcPts val="0"/>
        </a:spcAft>
        <a:buClr>
          <a:srgbClr val="A5A5A5"/>
        </a:buClr>
        <a:buSzPct val="100000"/>
        <a:buFont typeface="Arial" pitchFamily="34"/>
        <a:buChar char="•"/>
        <a:tabLst/>
        <a:defRPr lang="en-US" sz="24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3pPr>
      <a:lvl4pPr marL="0" marR="0" lvl="3"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4pPr>
      <a:lvl5pPr marL="0" marR="0" lvl="4" indent="0" algn="l" rtl="0" hangingPunct="1">
        <a:lnSpc>
          <a:spcPct val="90000"/>
        </a:lnSpc>
        <a:spcBef>
          <a:spcPts val="601"/>
        </a:spcBef>
        <a:spcAft>
          <a:spcPts val="0"/>
        </a:spcAft>
        <a:buClr>
          <a:srgbClr val="A5A5A5"/>
        </a:buClr>
        <a:buSzPct val="100000"/>
        <a:buFont typeface="Arial" pitchFamily="34"/>
        <a:buChar char="•"/>
        <a:tabLst/>
        <a:defRPr lang="en-US" sz="20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1"/>
          <p:cNvSpPr txBox="1">
            <a:spLocks noGrp="1"/>
          </p:cNvSpPr>
          <p:nvPr>
            <p:ph type="title"/>
          </p:nvPr>
        </p:nvSpPr>
        <p:spPr>
          <a:xfrm>
            <a:off x="1562040" y="457200"/>
            <a:ext cx="3931920" cy="1599840"/>
          </a:xfrm>
          <a:prstGeom prst="rect">
            <a:avLst/>
          </a:prstGeom>
          <a:noFill/>
          <a:ln>
            <a:noFill/>
          </a:ln>
        </p:spPr>
        <p:txBody>
          <a:bodyPr vert="horz" wrap="square" lIns="91440" tIns="45720" rIns="91440" bIns="45720" anchor="b" anchorCtr="0">
            <a:noAutofit/>
          </a:bodyPr>
          <a:lstStyle/>
          <a:p>
            <a:pPr lvl="0"/>
            <a:r>
              <a:rPr lang="en-US"/>
              <a:t>Click to edit Master title style</a:t>
            </a:r>
          </a:p>
        </p:txBody>
      </p:sp>
      <p:sp>
        <p:nvSpPr>
          <p:cNvPr id="3" name="Picture Placeholder 2" descr="An empty placeholder to add an image. Click on the placeholder and select the image that you wish to add"/>
          <p:cNvSpPr txBox="1">
            <a:spLocks noGrp="1"/>
          </p:cNvSpPr>
          <p:nvPr>
            <p:ph type="body" idx="1"/>
          </p:nvPr>
        </p:nvSpPr>
        <p:spPr>
          <a:xfrm>
            <a:off x="5679000" y="987480"/>
            <a:ext cx="5677920" cy="4873320"/>
          </a:xfrm>
          <a:prstGeom prst="rect">
            <a:avLst/>
          </a:prstGeom>
          <a:noFill/>
          <a:ln>
            <a:noFill/>
          </a:ln>
        </p:spPr>
        <p:txBody>
          <a:bodyPr vert="horz" wrap="square" lIns="90000" tIns="45000" rIns="90000" bIns="45000" anchor="t" anchorCtr="0">
            <a:noAutofit/>
          </a:bodyPr>
          <a:lstStyle/>
          <a:p>
            <a:pPr lvl="0"/>
            <a:r>
              <a:rPr lang="en-US"/>
              <a:t>Click icon to add picture</a:t>
            </a:r>
          </a:p>
        </p:txBody>
      </p:sp>
      <p:sp>
        <p:nvSpPr>
          <p:cNvPr id="4" name="Text Placeholder 3"/>
          <p:cNvSpPr txBox="1">
            <a:spLocks noGrp="1"/>
          </p:cNvSpPr>
          <p:nvPr>
            <p:ph type="body" sz="quarter" idx="4294967295"/>
          </p:nvPr>
        </p:nvSpPr>
        <p:spPr>
          <a:xfrm>
            <a:off x="1562040" y="2101680"/>
            <a:ext cx="3931920" cy="3758759"/>
          </a:xfrm>
          <a:prstGeom prst="rect">
            <a:avLst/>
          </a:prstGeom>
          <a:noFill/>
          <a:ln>
            <a:noFill/>
          </a:ln>
        </p:spPr>
        <p:txBody>
          <a:bodyPr vert="horz" wrap="square" lIns="91440" tIns="45720" rIns="91440" bIns="45720" anchor="t" anchorCtr="0">
            <a:noAutofit/>
          </a:bodyPr>
          <a:lstStyle/>
          <a:p>
            <a:pPr lvl="0"/>
            <a:r>
              <a:rPr lang="en-US"/>
              <a:t>Click to edit Master text styles</a:t>
            </a:r>
          </a:p>
        </p:txBody>
      </p:sp>
      <p:sp>
        <p:nvSpPr>
          <p:cNvPr id="5" name="Date Placeholder 4"/>
          <p:cNvSpPr txBox="1">
            <a:spLocks noGrp="1"/>
          </p:cNvSpPr>
          <p:nvPr>
            <p:ph type="dt" sz="half" idx="2"/>
          </p:nvPr>
        </p:nvSpPr>
        <p:spPr>
          <a:xfrm>
            <a:off x="1562040" y="6356520"/>
            <a:ext cx="2552400" cy="364679"/>
          </a:xfrm>
          <a:prstGeom prst="rect">
            <a:avLst/>
          </a:prstGeom>
          <a:noFill/>
          <a:ln>
            <a:noFill/>
          </a:ln>
        </p:spPr>
        <p:txBody>
          <a:bodyPr vert="horz" wrap="square" lIns="91440" tIns="45720" rIns="91440" bIns="45720" anchor="ctr" anchorCtr="0">
            <a:noAutofit/>
          </a:bodyPr>
          <a:lstStyle>
            <a:lvl1pPr marL="0" marR="0" lvl="0" indent="0" algn="l"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6" name="Footer Placeholder 5"/>
          <p:cNvSpPr txBox="1">
            <a:spLocks noGrp="1"/>
          </p:cNvSpPr>
          <p:nvPr>
            <p:ph type="ftr" sz="quarter" idx="3"/>
          </p:nvPr>
        </p:nvSpPr>
        <p:spPr>
          <a:xfrm>
            <a:off x="4648320" y="6356520"/>
            <a:ext cx="2895120" cy="364679"/>
          </a:xfrm>
          <a:prstGeom prst="rect">
            <a:avLst/>
          </a:prstGeom>
          <a:noFill/>
          <a:ln>
            <a:noFill/>
          </a:ln>
        </p:spPr>
        <p:txBody>
          <a:bodyPr vert="horz" wrap="square" lIns="91440" tIns="45720" rIns="91440" bIns="45720" anchor="ctr" anchorCtr="0">
            <a:noAutofit/>
          </a:bodyPr>
          <a:lstStyle>
            <a:lvl1pPr marL="0" marR="0" lvl="0" indent="0" algn="ct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endParaRPr lang="en-US"/>
          </a:p>
        </p:txBody>
      </p:sp>
      <p:sp>
        <p:nvSpPr>
          <p:cNvPr id="7" name="Slide Number Placeholder 6"/>
          <p:cNvSpPr txBox="1">
            <a:spLocks noGrp="1"/>
          </p:cNvSpPr>
          <p:nvPr>
            <p:ph type="sldNum" sz="quarter" idx="4"/>
          </p:nvPr>
        </p:nvSpPr>
        <p:spPr>
          <a:xfrm>
            <a:off x="8077320" y="6356520"/>
            <a:ext cx="3276359" cy="364679"/>
          </a:xfrm>
          <a:prstGeom prst="rect">
            <a:avLst/>
          </a:prstGeom>
          <a:noFill/>
          <a:ln>
            <a:noFill/>
          </a:ln>
        </p:spPr>
        <p:txBody>
          <a:bodyPr vert="horz" wrap="square" lIns="91440" tIns="45720" rIns="91440" bIns="45720" anchor="ctr" anchorCtr="0">
            <a:noAutofit/>
          </a:bodyPr>
          <a:lstStyle>
            <a:lvl1pPr marL="0" marR="0" lvl="0" indent="0" algn="r" rtl="0" hangingPunct="1">
              <a:lnSpc>
                <a:spcPct val="100000"/>
              </a:lnSpc>
              <a:spcBef>
                <a:spcPts val="0"/>
              </a:spcBef>
              <a:spcAft>
                <a:spcPts val="0"/>
              </a:spcAft>
              <a:buNone/>
              <a:tabLst/>
              <a:defRPr lang="en-US" sz="1200" b="0" i="0" u="none" strike="noStrike" kern="1200" cap="none" spc="0" baseline="0">
                <a:ln>
                  <a:noFill/>
                </a:ln>
                <a:solidFill>
                  <a:srgbClr val="595959"/>
                </a:solidFill>
                <a:highlight>
                  <a:scrgbClr r="0" g="0" b="0">
                    <a:alpha val="0"/>
                  </a:scrgbClr>
                </a:highlight>
                <a:latin typeface="Calibri"/>
                <a:ea typeface="Segoe UI" pitchFamily="2"/>
                <a:cs typeface="Tahoma" pitchFamily="2"/>
              </a:defRPr>
            </a:lvl1pPr>
          </a:lstStyle>
          <a:p>
            <a:pPr lvl="0"/>
            <a:fld id="{8809FCA8-8471-425F-8FE8-42AAAE21D69B}" type="slidenum">
              <a:t>‹#›</a:t>
            </a:fld>
            <a:endParaRPr lang="en-US"/>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rtl="0" hangingPunct="1">
        <a:lnSpc>
          <a:spcPct val="100000"/>
        </a:lnSpc>
        <a:spcBef>
          <a:spcPts val="0"/>
        </a:spcBef>
        <a:spcAft>
          <a:spcPts val="0"/>
        </a:spcAft>
        <a:buNone/>
        <a:tabLst/>
        <a:defRPr lang="en-US" sz="3200" b="0" i="0" u="none" strike="noStrike" kern="1200" cap="none" spc="0" baseline="0">
          <a:ln>
            <a:noFill/>
          </a:ln>
          <a:solidFill>
            <a:srgbClr val="2E75B6"/>
          </a:solidFill>
          <a:highlight>
            <a:scrgbClr r="0" g="0" b="0">
              <a:alpha val="0"/>
            </a:scrgbClr>
          </a:highlight>
          <a:latin typeface="Cambria"/>
          <a:ea typeface="Microsoft YaHei" pitchFamily="2"/>
          <a:cs typeface="Lucida Sans" pitchFamily="2"/>
        </a:defRPr>
      </a:lvl1pPr>
    </p:titleStyle>
    <p:bodyStyle>
      <a:lvl1pPr marL="0" marR="0" lvl="0" indent="0" algn="l" rtl="0" hangingPunct="1">
        <a:lnSpc>
          <a:spcPct val="90000"/>
        </a:lnSpc>
        <a:spcBef>
          <a:spcPts val="479"/>
        </a:spcBef>
        <a:spcAft>
          <a:spcPts val="0"/>
        </a:spcAft>
        <a:buNone/>
        <a:tabLst>
          <a:tab pos="0" algn="l"/>
        </a:tabLst>
        <a:defRPr lang="en-US" sz="1600" b="0" i="0" u="none" strike="noStrike" kern="1200" cap="none" spc="0" baseline="0">
          <a:ln>
            <a:noFill/>
          </a:ln>
          <a:solidFill>
            <a:srgbClr val="000000"/>
          </a:solidFill>
          <a:highlight>
            <a:scrgbClr r="0" g="0" b="0">
              <a:alpha val="0"/>
            </a:scrgbClr>
          </a:highlight>
          <a:latin typeface="Calibri"/>
          <a:ea typeface="Microsoft YaHei" pitchFamily="2"/>
          <a:cs typeface="Lucida Sans" pitchFamily="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5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6.xml"/><Relationship Id="rId5" Type="http://schemas.openxmlformats.org/officeDocument/2006/relationships/image" Target="../media/image8.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964" y="-157018"/>
            <a:ext cx="10575636" cy="5190837"/>
          </a:xfrm>
        </p:spPr>
        <p:txBody>
          <a:bodyPr>
            <a:normAutofit fontScale="90000"/>
          </a:bodyPr>
          <a:lstStyle/>
          <a:p>
            <a:r>
              <a:rPr lang="en-US" sz="7200" dirty="0" smtClean="0"/>
              <a:t/>
            </a:r>
            <a:br>
              <a:rPr lang="en-US" sz="7200" dirty="0" smtClean="0"/>
            </a:br>
            <a:r>
              <a:rPr lang="en-US" sz="7200" dirty="0"/>
              <a:t/>
            </a:r>
            <a:br>
              <a:rPr lang="en-US" sz="7200" dirty="0"/>
            </a:br>
            <a:r>
              <a:rPr lang="en-US" sz="7200" dirty="0" smtClean="0"/>
              <a:t/>
            </a:r>
            <a:br>
              <a:rPr lang="en-US" sz="7200" dirty="0" smtClean="0"/>
            </a:br>
            <a:r>
              <a:rPr lang="en-US" sz="7200" dirty="0"/>
              <a:t/>
            </a:r>
            <a:br>
              <a:rPr lang="en-US" sz="7200" dirty="0"/>
            </a:br>
            <a:r>
              <a:rPr lang="en-US" sz="7200" dirty="0" smtClean="0"/>
              <a:t/>
            </a:r>
            <a:br>
              <a:rPr lang="en-US" sz="7200" dirty="0" smtClean="0"/>
            </a:br>
            <a:r>
              <a:rPr lang="en-IN" sz="5300" dirty="0" smtClean="0"/>
              <a:t>ADVANCED </a:t>
            </a:r>
            <a:r>
              <a:rPr lang="en-IN" sz="5300" dirty="0"/>
              <a:t>WEB </a:t>
            </a:r>
            <a:r>
              <a:rPr lang="en-IN" sz="5300" dirty="0" smtClean="0"/>
              <a:t>TECHNOLOGIES</a:t>
            </a:r>
            <a:br>
              <a:rPr lang="en-IN" sz="5300" dirty="0" smtClean="0"/>
            </a:br>
            <a:r>
              <a:rPr lang="en-US" sz="5300" dirty="0"/>
              <a:t/>
            </a:r>
            <a:br>
              <a:rPr lang="en-US" sz="5300" dirty="0"/>
            </a:br>
            <a:r>
              <a:rPr lang="en-US" sz="4900" dirty="0" smtClean="0"/>
              <a:t>UNIT – </a:t>
            </a:r>
            <a:r>
              <a:rPr lang="en-US" sz="4900" dirty="0" smtClean="0"/>
              <a:t>IV</a:t>
            </a:r>
            <a:r>
              <a:rPr lang="en-US" sz="4900" dirty="0" smtClean="0"/>
              <a:t/>
            </a:r>
            <a:br>
              <a:rPr lang="en-US" sz="4900" dirty="0" smtClean="0"/>
            </a:br>
            <a:endParaRPr lang="en-US" sz="4900" dirty="0"/>
          </a:p>
        </p:txBody>
      </p:sp>
      <p:sp>
        <p:nvSpPr>
          <p:cNvPr id="3" name="Subtitle 2"/>
          <p:cNvSpPr>
            <a:spLocks noGrp="1"/>
          </p:cNvSpPr>
          <p:nvPr>
            <p:ph type="subTitle" idx="1"/>
          </p:nvPr>
        </p:nvSpPr>
        <p:spPr>
          <a:xfrm>
            <a:off x="4488873" y="4904508"/>
            <a:ext cx="9374909" cy="3084945"/>
          </a:xfrm>
        </p:spPr>
        <p:txBody>
          <a:bodyPr/>
          <a:lstStyle/>
          <a:p>
            <a:r>
              <a:rPr lang="en-US" dirty="0" smtClean="0"/>
              <a:t/>
            </a:r>
            <a:br>
              <a:rPr lang="en-US" dirty="0" smtClean="0"/>
            </a:br>
            <a:r>
              <a:rPr lang="en-US" sz="2800" b="1" dirty="0" smtClean="0"/>
              <a:t>Shreya J Shetty</a:t>
            </a:r>
          </a:p>
          <a:p>
            <a:r>
              <a:rPr lang="en-US" sz="2800" b="1" dirty="0" smtClean="0"/>
              <a:t>                   Assistant Professor </a:t>
            </a:r>
            <a:r>
              <a:rPr lang="en-US" sz="2800" b="1" dirty="0" err="1" smtClean="0"/>
              <a:t>Gd</a:t>
            </a:r>
            <a:r>
              <a:rPr lang="en-US" sz="2800" b="1" dirty="0" smtClean="0"/>
              <a:t> – I</a:t>
            </a:r>
          </a:p>
          <a:p>
            <a:r>
              <a:rPr lang="en-US" sz="2800" b="1" dirty="0" smtClean="0"/>
              <a:t>         Department of MCA</a:t>
            </a:r>
            <a:endParaRPr lang="en-US" sz="2800" b="1" dirty="0"/>
          </a:p>
        </p:txBody>
      </p:sp>
    </p:spTree>
    <p:extLst>
      <p:ext uri="{BB962C8B-B14F-4D97-AF65-F5344CB8AC3E}">
        <p14:creationId xmlns:p14="http://schemas.microsoft.com/office/powerpoint/2010/main" val="39126032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1.Introduction to dynamic docume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IN"/>
              <a:t>1.Introduction to dynamic documents</a:t>
            </a:r>
          </a:p>
        </p:txBody>
      </p:sp>
      <p:sp>
        <p:nvSpPr>
          <p:cNvPr id="3" name="Content Placeholder 2"/>
          <p:cNvSpPr txBox="1">
            <a:spLocks noGrp="1"/>
          </p:cNvSpPr>
          <p:nvPr>
            <p:ph type="body" idx="4294967295"/>
          </p:nvPr>
        </p:nvSpPr>
        <p:spPr/>
        <p:txBody>
          <a:bodyPr>
            <a:normAutofit fontScale="85000" lnSpcReduction="10000"/>
          </a:bodyPr>
          <a:lstStyle/>
          <a:p>
            <a:pPr lvl="0"/>
            <a:r>
              <a:rPr lang="en-US"/>
              <a:t>Dynamic HTML is not a new markup language but a combination of technologies.</a:t>
            </a:r>
          </a:p>
          <a:p>
            <a:pPr lvl="0"/>
            <a:r>
              <a:rPr lang="en-US"/>
              <a:t>It allows dynamic changes in HTML documents after the page is loaded.</a:t>
            </a:r>
          </a:p>
          <a:p>
            <a:pPr lvl="0"/>
            <a:r>
              <a:rPr lang="en-US"/>
              <a:t>Changes can be made to tag attributes, contents, or style properties.</a:t>
            </a:r>
          </a:p>
          <a:p>
            <a:pPr lvl="0"/>
            <a:r>
              <a:rPr lang="en-US"/>
              <a:t>These changes occur due to </a:t>
            </a:r>
            <a:r>
              <a:rPr lang="en-US">
                <a:solidFill>
                  <a:srgbClr val="FF0000"/>
                </a:solidFill>
              </a:rPr>
              <a:t>user interaction </a:t>
            </a:r>
            <a:r>
              <a:rPr lang="en-US"/>
              <a:t>such as clicking buttons or moving the mouse.</a:t>
            </a:r>
          </a:p>
          <a:p>
            <a:pPr lvl="0"/>
            <a:r>
              <a:rPr lang="en-US"/>
              <a:t>Changes can also occur due to </a:t>
            </a:r>
            <a:r>
              <a:rPr lang="en-US">
                <a:solidFill>
                  <a:srgbClr val="FF0000"/>
                </a:solidFill>
              </a:rPr>
              <a:t>browser events </a:t>
            </a:r>
            <a:r>
              <a:rPr lang="en-US"/>
              <a:t>like load, unload, or resize.</a:t>
            </a:r>
          </a:p>
          <a:p>
            <a:pPr lvl="0"/>
            <a:r>
              <a:rPr lang="en-US"/>
              <a:t>Dynamic documents use client-side JavaScript to modify webpage elements.</a:t>
            </a:r>
          </a:p>
          <a:p>
            <a:pPr lvl="0"/>
            <a:r>
              <a:rPr lang="en-US"/>
              <a:t>Elements of the HTML document are accessed as objects using the DOM structure.</a:t>
            </a:r>
          </a:p>
          <a:p>
            <a:pPr lvl="0"/>
            <a:r>
              <a:rPr lang="en-US"/>
              <a:t>Browser support for Dynamic HTML is not uniform across all browsers.</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2.Positioning Elements ">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IN"/>
              <a:t>2.Positioning Elements</a:t>
            </a:r>
          </a:p>
        </p:txBody>
      </p:sp>
      <p:sp>
        <p:nvSpPr>
          <p:cNvPr id="3" name="Content Placeholder 2"/>
          <p:cNvSpPr txBox="1">
            <a:spLocks noGrp="1"/>
          </p:cNvSpPr>
          <p:nvPr>
            <p:ph type="body" idx="4294967295"/>
          </p:nvPr>
        </p:nvSpPr>
        <p:spPr/>
        <p:txBody>
          <a:bodyPr>
            <a:normAutofit lnSpcReduction="10000"/>
          </a:bodyPr>
          <a:lstStyle/>
          <a:p>
            <a:pPr lvl="0"/>
            <a:r>
              <a:rPr lang="en-US"/>
              <a:t>Earlier, HTML elements were arranged one below another with little control over placement.</a:t>
            </a:r>
          </a:p>
          <a:p>
            <a:pPr lvl="0"/>
            <a:r>
              <a:rPr lang="en-US"/>
              <a:t>HTML tables were used for layout but they were not flexible and slow.</a:t>
            </a:r>
          </a:p>
          <a:p>
            <a:pPr lvl="0"/>
            <a:r>
              <a:rPr lang="en-US" b="1"/>
              <a:t>Cascading Style Sheets Positioning </a:t>
            </a:r>
            <a:r>
              <a:rPr lang="en-US"/>
              <a:t>solved this problem.</a:t>
            </a:r>
          </a:p>
          <a:p>
            <a:pPr lvl="0"/>
            <a:r>
              <a:rPr lang="en-US"/>
              <a:t>CSS positioning allows elements to be placed anywhere on the page.</a:t>
            </a:r>
          </a:p>
          <a:p>
            <a:pPr lvl="0"/>
            <a:r>
              <a:rPr lang="en-US"/>
              <a:t>Elements can also be moved dynamically using JavaScript.</a:t>
            </a:r>
          </a:p>
          <a:p>
            <a:pPr lvl="0"/>
            <a:r>
              <a:rPr lang="en-US"/>
              <a:t>CSS positioning mainly uses </a:t>
            </a:r>
            <a:r>
              <a:rPr lang="en-US">
                <a:solidFill>
                  <a:srgbClr val="FF0000"/>
                </a:solidFill>
              </a:rPr>
              <a:t>position, top, and left </a:t>
            </a:r>
            <a:r>
              <a:rPr lang="en-US"/>
              <a:t>properties.</a:t>
            </a:r>
          </a:p>
          <a:p>
            <a:pPr lvl="0"/>
            <a:r>
              <a:rPr lang="en-US"/>
              <a:t>The position property has three values: </a:t>
            </a:r>
            <a:r>
              <a:rPr lang="en-US">
                <a:solidFill>
                  <a:srgbClr val="FF0000"/>
                </a:solidFill>
              </a:rPr>
              <a:t>absolute, relative, static.</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2.1. Absolute Positioning">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US"/>
              <a:t>2.1. Absolute Positioning</a:t>
            </a:r>
          </a:p>
        </p:txBody>
      </p:sp>
      <p:sp>
        <p:nvSpPr>
          <p:cNvPr id="3" name="Content Placeholder 2"/>
          <p:cNvSpPr txBox="1">
            <a:spLocks noGrp="1"/>
          </p:cNvSpPr>
          <p:nvPr>
            <p:ph type="body" idx="4294967295"/>
          </p:nvPr>
        </p:nvSpPr>
        <p:spPr/>
        <p:txBody>
          <a:bodyPr>
            <a:normAutofit fontScale="92500" lnSpcReduction="20000"/>
          </a:bodyPr>
          <a:lstStyle/>
          <a:p>
            <a:pPr lvl="0"/>
            <a:r>
              <a:rPr lang="en-US"/>
              <a:t>An element is placed at a </a:t>
            </a:r>
            <a:r>
              <a:rPr lang="en-US">
                <a:solidFill>
                  <a:srgbClr val="FF0000"/>
                </a:solidFill>
              </a:rPr>
              <a:t>specific location </a:t>
            </a:r>
            <a:r>
              <a:rPr lang="en-US"/>
              <a:t>on the page.</a:t>
            </a:r>
          </a:p>
          <a:p>
            <a:pPr lvl="0"/>
            <a:r>
              <a:rPr lang="en-US"/>
              <a:t>It is positioned without considering other elements.</a:t>
            </a:r>
          </a:p>
          <a:p>
            <a:pPr lvl="0"/>
            <a:r>
              <a:rPr lang="en-US"/>
              <a:t>The location is defined using top and left.</a:t>
            </a:r>
          </a:p>
          <a:p>
            <a:pPr lvl="0"/>
            <a:r>
              <a:rPr lang="en-US"/>
              <a:t>Absolutely positioned elements can overlap other elements.</a:t>
            </a:r>
          </a:p>
          <a:p>
            <a:pPr lvl="0"/>
            <a:r>
              <a:rPr lang="en-US"/>
              <a:t>The position is measured from the browser window or parent element.</a:t>
            </a:r>
          </a:p>
          <a:p>
            <a:pPr lvl="0">
              <a:buNone/>
              <a:tabLst>
                <a:tab pos="0" algn="l"/>
              </a:tabLst>
            </a:pPr>
            <a:endParaRPr lang="en-US"/>
          </a:p>
          <a:p>
            <a:pPr lvl="0">
              <a:buNone/>
              <a:tabLst>
                <a:tab pos="0" algn="l"/>
              </a:tabLst>
            </a:pPr>
            <a:r>
              <a:rPr lang="en-US" b="1"/>
              <a:t>Example:</a:t>
            </a:r>
          </a:p>
          <a:p>
            <a:pPr lvl="0">
              <a:buNone/>
              <a:tabLst>
                <a:tab pos="0" algn="l"/>
              </a:tabLst>
            </a:pPr>
            <a:r>
              <a:rPr lang="en-US"/>
              <a:t>&lt;p style="position:absolute; left:100px; top:200px;"&gt;</a:t>
            </a:r>
          </a:p>
          <a:p>
            <a:pPr lvl="0">
              <a:buNone/>
              <a:tabLst>
                <a:tab pos="0" algn="l"/>
              </a:tabLst>
            </a:pPr>
            <a:r>
              <a:rPr lang="en-US"/>
              <a:t>Text</a:t>
            </a:r>
          </a:p>
          <a:p>
            <a:pPr lvl="0">
              <a:buNone/>
              <a:tabLst>
                <a:tab pos="0" algn="l"/>
              </a:tabLst>
            </a:pPr>
            <a:r>
              <a:rPr lang="en-US"/>
              <a:t>&lt;/p&gt;</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2.2 Relative Positioning">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IN"/>
              <a:t>2.2 Relative Positioning</a:t>
            </a:r>
          </a:p>
        </p:txBody>
      </p:sp>
      <p:sp>
        <p:nvSpPr>
          <p:cNvPr id="3" name="Content Placeholder 2"/>
          <p:cNvSpPr txBox="1">
            <a:spLocks noGrp="1"/>
          </p:cNvSpPr>
          <p:nvPr>
            <p:ph type="body" idx="4294967295"/>
          </p:nvPr>
        </p:nvSpPr>
        <p:spPr/>
        <p:txBody>
          <a:bodyPr>
            <a:normAutofit lnSpcReduction="10000"/>
          </a:bodyPr>
          <a:lstStyle/>
          <a:p>
            <a:pPr lvl="0"/>
            <a:r>
              <a:rPr lang="en-US"/>
              <a:t>The element is first placed in its normal position.</a:t>
            </a:r>
          </a:p>
          <a:p>
            <a:pPr lvl="0"/>
            <a:r>
              <a:rPr lang="en-US"/>
              <a:t>It is then moved relative to its original position.</a:t>
            </a:r>
          </a:p>
          <a:p>
            <a:pPr lvl="0"/>
            <a:r>
              <a:rPr lang="en-US"/>
              <a:t>The original space of the element is preserved.</a:t>
            </a:r>
          </a:p>
          <a:p>
            <a:pPr lvl="0"/>
            <a:r>
              <a:rPr lang="en-US"/>
              <a:t>top and left shift the element from its normal position.</a:t>
            </a:r>
          </a:p>
          <a:p>
            <a:pPr lvl="0"/>
            <a:r>
              <a:rPr lang="en-US"/>
              <a:t>Used for small adjustments like superscripts or special effects.</a:t>
            </a:r>
          </a:p>
          <a:p>
            <a:pPr lvl="0">
              <a:buNone/>
              <a:tabLst>
                <a:tab pos="0" algn="l"/>
              </a:tabLst>
            </a:pPr>
            <a:r>
              <a:rPr lang="en-IN" b="1"/>
              <a:t>Example:</a:t>
            </a:r>
          </a:p>
          <a:p>
            <a:pPr lvl="0">
              <a:buNone/>
              <a:tabLst>
                <a:tab pos="0" algn="l"/>
              </a:tabLst>
            </a:pPr>
            <a:r>
              <a:rPr lang="en-US"/>
              <a:t>&lt;span style="position:relative; left:50px;"&gt;</a:t>
            </a:r>
          </a:p>
          <a:p>
            <a:pPr lvl="0">
              <a:buNone/>
              <a:tabLst>
                <a:tab pos="0" algn="l"/>
              </a:tabLst>
            </a:pPr>
            <a:r>
              <a:rPr lang="en-US"/>
              <a:t>GOOD</a:t>
            </a:r>
          </a:p>
          <a:p>
            <a:pPr lvl="0">
              <a:buNone/>
              <a:tabLst>
                <a:tab pos="0" algn="l"/>
              </a:tabLst>
            </a:pPr>
            <a:r>
              <a:rPr lang="en-US"/>
              <a:t>&lt;/span&gt;</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2.3 Static Positioning">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US"/>
              <a:t>2.3 Static Positioning</a:t>
            </a:r>
          </a:p>
        </p:txBody>
      </p:sp>
      <p:sp>
        <p:nvSpPr>
          <p:cNvPr id="3" name="Content Placeholder 2"/>
          <p:cNvSpPr txBox="1">
            <a:spLocks noGrp="1"/>
          </p:cNvSpPr>
          <p:nvPr>
            <p:ph type="body" idx="4294967295"/>
          </p:nvPr>
        </p:nvSpPr>
        <p:spPr/>
        <p:txBody>
          <a:bodyPr/>
          <a:lstStyle/>
          <a:p>
            <a:pPr lvl="0"/>
            <a:r>
              <a:rPr lang="en-US"/>
              <a:t>Static is the default value of the position property.</a:t>
            </a:r>
          </a:p>
          <a:p>
            <a:pPr lvl="0"/>
            <a:r>
              <a:rPr lang="en-US"/>
              <a:t>Elements appear in normal document flow.</a:t>
            </a:r>
          </a:p>
          <a:p>
            <a:pPr lvl="0"/>
            <a:r>
              <a:rPr lang="en-US"/>
              <a:t>top and left properties do not affect static elements.</a:t>
            </a:r>
          </a:p>
          <a:p>
            <a:pPr lvl="0"/>
            <a:r>
              <a:rPr lang="en-US"/>
              <a:t>Static elements cannot be moved from their position.</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3 Moving Eleme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a:bodyPr>
          <a:lstStyle/>
          <a:p>
            <a:pPr lvl="0">
              <a:tabLst>
                <a:tab pos="0" algn="l"/>
              </a:tabLst>
            </a:pPr>
            <a:r>
              <a:rPr lang="en-IN" b="1"/>
              <a:t>3 Moving Elements</a:t>
            </a:r>
          </a:p>
        </p:txBody>
      </p:sp>
      <p:sp>
        <p:nvSpPr>
          <p:cNvPr id="3" name="Content Placeholder 2"/>
          <p:cNvSpPr txBox="1">
            <a:spLocks noGrp="1"/>
          </p:cNvSpPr>
          <p:nvPr>
            <p:ph type="body" idx="4294967295"/>
          </p:nvPr>
        </p:nvSpPr>
        <p:spPr/>
        <p:txBody>
          <a:bodyPr/>
          <a:lstStyle/>
          <a:p>
            <a:pPr lvl="0" algn="just"/>
            <a:r>
              <a:rPr lang="en-US"/>
              <a:t>As stated previously, an HTML element whose position property is set to either </a:t>
            </a:r>
            <a:r>
              <a:rPr lang="en-US">
                <a:solidFill>
                  <a:srgbClr val="FF0000"/>
                </a:solidFill>
              </a:rPr>
              <a:t>absolute</a:t>
            </a:r>
            <a:r>
              <a:rPr lang="en-US"/>
              <a:t> or </a:t>
            </a:r>
            <a:r>
              <a:rPr lang="en-US">
                <a:solidFill>
                  <a:srgbClr val="FF0000"/>
                </a:solidFill>
              </a:rPr>
              <a:t>relative</a:t>
            </a:r>
            <a:r>
              <a:rPr lang="en-US"/>
              <a:t> can be moved.</a:t>
            </a:r>
          </a:p>
          <a:p>
            <a:pPr lvl="0" algn="just"/>
            <a:r>
              <a:rPr lang="en-US"/>
              <a:t>Moving an element is simple: Changing the </a:t>
            </a:r>
            <a:r>
              <a:rPr lang="en-US">
                <a:solidFill>
                  <a:srgbClr val="FF0000"/>
                </a:solidFill>
              </a:rPr>
              <a:t>top</a:t>
            </a:r>
            <a:r>
              <a:rPr lang="en-US"/>
              <a:t> or </a:t>
            </a:r>
            <a:r>
              <a:rPr lang="en-US">
                <a:solidFill>
                  <a:srgbClr val="FF0000"/>
                </a:solidFill>
              </a:rPr>
              <a:t>left</a:t>
            </a:r>
            <a:r>
              <a:rPr lang="en-US"/>
              <a:t> property values causes the element to move on the display.</a:t>
            </a:r>
          </a:p>
          <a:p>
            <a:pPr lvl="0" algn="just"/>
            <a:r>
              <a:rPr lang="en-US"/>
              <a:t>If its position is set to </a:t>
            </a:r>
            <a:r>
              <a:rPr lang="en-US">
                <a:solidFill>
                  <a:srgbClr val="FF0000"/>
                </a:solidFill>
              </a:rPr>
              <a:t>absolute</a:t>
            </a:r>
            <a:r>
              <a:rPr lang="en-US"/>
              <a:t>, the element moves to the new values of </a:t>
            </a:r>
            <a:r>
              <a:rPr lang="en-US">
                <a:solidFill>
                  <a:srgbClr val="FF0000"/>
                </a:solidFill>
              </a:rPr>
              <a:t>top</a:t>
            </a:r>
            <a:r>
              <a:rPr lang="en-US"/>
              <a:t> and </a:t>
            </a:r>
            <a:r>
              <a:rPr lang="en-US">
                <a:solidFill>
                  <a:srgbClr val="FF0000"/>
                </a:solidFill>
              </a:rPr>
              <a:t>left.</a:t>
            </a:r>
          </a:p>
          <a:p>
            <a:pPr lvl="0" algn="just"/>
            <a:r>
              <a:rPr lang="en-US"/>
              <a:t>If its position is set to </a:t>
            </a:r>
            <a:r>
              <a:rPr lang="en-US">
                <a:solidFill>
                  <a:srgbClr val="FF0000"/>
                </a:solidFill>
              </a:rPr>
              <a:t>relative</a:t>
            </a:r>
            <a:r>
              <a:rPr lang="en-US"/>
              <a:t>, it moves from its original position by distances given by the new values of top and left.</a:t>
            </a:r>
          </a:p>
          <a:p>
            <a:pPr lvl="0" algn="just"/>
            <a:r>
              <a:rPr lang="en-US"/>
              <a:t>Example:movingele.html</a:t>
            </a:r>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4. Element Visibility">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IN"/>
              <a:t>4. Element Visibility</a:t>
            </a:r>
          </a:p>
        </p:txBody>
      </p:sp>
      <p:sp>
        <p:nvSpPr>
          <p:cNvPr id="3" name="Content Placeholder 2"/>
          <p:cNvSpPr txBox="1">
            <a:spLocks noGrp="1"/>
          </p:cNvSpPr>
          <p:nvPr>
            <p:ph type="body" idx="4294967295"/>
          </p:nvPr>
        </p:nvSpPr>
        <p:spPr/>
        <p:txBody>
          <a:bodyPr/>
          <a:lstStyle/>
          <a:p>
            <a:pPr lvl="0"/>
            <a:r>
              <a:rPr lang="en-US"/>
              <a:t>Elements in a webpage can be shown or hidden using the visibility property.</a:t>
            </a:r>
          </a:p>
          <a:p>
            <a:pPr lvl="0"/>
            <a:r>
              <a:rPr lang="en-US"/>
              <a:t>The two values of visibility are </a:t>
            </a:r>
            <a:r>
              <a:rPr lang="en-US">
                <a:solidFill>
                  <a:srgbClr val="FF0000"/>
                </a:solidFill>
              </a:rPr>
              <a:t>visible and hidden.</a:t>
            </a:r>
          </a:p>
          <a:p>
            <a:pPr lvl="0"/>
            <a:r>
              <a:rPr lang="en-US"/>
              <a:t>visible → element is displayed.</a:t>
            </a:r>
          </a:p>
          <a:p>
            <a:pPr lvl="0"/>
            <a:r>
              <a:rPr lang="en-US"/>
              <a:t>hidden → element is not displayed.</a:t>
            </a:r>
          </a:p>
          <a:p>
            <a:pPr lvl="0"/>
            <a:r>
              <a:rPr lang="en-US"/>
              <a:t>JavaScript can change visibility dynamically.</a:t>
            </a:r>
          </a:p>
          <a:p>
            <a:pPr lvl="0"/>
            <a:r>
              <a:rPr lang="en-US"/>
              <a:t>A button can be used to toggle visibility.</a:t>
            </a:r>
          </a:p>
          <a:p>
            <a:pPr lvl="0"/>
            <a:r>
              <a:rPr lang="en-US"/>
              <a:t>Example:visibility.html</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5 Changing Colors and Fo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tabLst>
                <a:tab pos="0" algn="l"/>
              </a:tabLst>
            </a:pPr>
            <a:r>
              <a:rPr lang="en-US" b="1"/>
              <a:t>5 Changing Colors and Fonts</a:t>
            </a:r>
          </a:p>
        </p:txBody>
      </p:sp>
      <p:sp>
        <p:nvSpPr>
          <p:cNvPr id="3" name="Content Placeholder 2"/>
          <p:cNvSpPr txBox="1">
            <a:spLocks noGrp="1"/>
          </p:cNvSpPr>
          <p:nvPr>
            <p:ph type="body" idx="4294967295"/>
          </p:nvPr>
        </p:nvSpPr>
        <p:spPr/>
        <p:txBody>
          <a:bodyPr>
            <a:normAutofit fontScale="55000" lnSpcReduction="20000"/>
          </a:bodyPr>
          <a:lstStyle/>
          <a:p>
            <a:pPr lvl="0" algn="just"/>
            <a:r>
              <a:rPr lang="en-US"/>
              <a:t>The background and foreground colors of the document display can be dynamically changed</a:t>
            </a:r>
          </a:p>
          <a:p>
            <a:pPr lvl="0" algn="just">
              <a:buNone/>
            </a:pPr>
            <a:endParaRPr lang="en-US"/>
          </a:p>
          <a:p>
            <a:pPr lvl="0" algn="just">
              <a:spcBef>
                <a:spcPts val="1891"/>
              </a:spcBef>
              <a:buNone/>
              <a:tabLst>
                <a:tab pos="0" algn="l"/>
              </a:tabLst>
            </a:pPr>
            <a:r>
              <a:rPr lang="en-IN" sz="6300" b="1"/>
              <a:t>5.1 Changing Colors</a:t>
            </a:r>
          </a:p>
          <a:p>
            <a:pPr lvl="0" algn="just">
              <a:spcBef>
                <a:spcPts val="961"/>
              </a:spcBef>
              <a:tabLst>
                <a:tab pos="0" algn="l"/>
              </a:tabLst>
            </a:pPr>
            <a:r>
              <a:rPr lang="en-US" sz="3200"/>
              <a:t>Dynamic changes to colors are relatively simple.</a:t>
            </a:r>
          </a:p>
          <a:p>
            <a:pPr lvl="0" algn="just">
              <a:spcBef>
                <a:spcPts val="961"/>
              </a:spcBef>
              <a:tabLst>
                <a:tab pos="0" algn="l"/>
              </a:tabLst>
            </a:pPr>
            <a:r>
              <a:rPr lang="en-US" sz="3200"/>
              <a:t>In the next example, the user is presented with two text boxes into which color specifications can be typed—one for the document background color and one for the foreground color.</a:t>
            </a:r>
          </a:p>
          <a:p>
            <a:pPr lvl="0" algn="just">
              <a:spcBef>
                <a:spcPts val="961"/>
              </a:spcBef>
              <a:tabLst>
                <a:tab pos="0" algn="l"/>
              </a:tabLst>
            </a:pPr>
            <a:r>
              <a:rPr lang="en-US" sz="3200"/>
              <a:t>The colors can be specified in any of the three ways that color properties can be given in CSS.</a:t>
            </a:r>
          </a:p>
          <a:p>
            <a:pPr lvl="0" algn="just">
              <a:spcBef>
                <a:spcPts val="961"/>
              </a:spcBef>
              <a:tabLst>
                <a:tab pos="0" algn="l"/>
              </a:tabLst>
            </a:pPr>
            <a:r>
              <a:rPr lang="en-US" sz="3200"/>
              <a:t>A JavaScript function that is called whenever one of the text boxes is changed makes the change in the document’s appropriate color property: backgroundColor or color.</a:t>
            </a:r>
          </a:p>
          <a:p>
            <a:pPr lvl="0" algn="just">
              <a:spcBef>
                <a:spcPts val="961"/>
              </a:spcBef>
              <a:tabLst>
                <a:tab pos="0" algn="l"/>
              </a:tabLst>
            </a:pPr>
            <a:r>
              <a:rPr lang="en-US" sz="3200"/>
              <a:t>The first of the two parameters to the function specifies whether the new color is for the background or foreground; the second specifies the new color. The new color is the value property of the text box that was changed by the user.</a:t>
            </a:r>
          </a:p>
          <a:p>
            <a:pPr lvl="0" algn="just">
              <a:spcBef>
                <a:spcPts val="961"/>
              </a:spcBef>
              <a:tabLst>
                <a:tab pos="0" algn="l"/>
              </a:tabLst>
            </a:pPr>
            <a:r>
              <a:rPr lang="en-US" sz="3200"/>
              <a:t>Eg - color change.html</a:t>
            </a:r>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US"/>
          </a:p>
          <a:p>
            <a:pPr lvl="0" algn="just">
              <a:buNone/>
              <a:tabLst>
                <a:tab pos="0" algn="l"/>
              </a:tabLst>
            </a:pPr>
            <a:endParaRPr lang="en-IN"/>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5.2 Changing Fo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tabLst>
                <a:tab pos="0" algn="l"/>
              </a:tabLst>
            </a:pPr>
            <a:r>
              <a:rPr lang="en-IN" b="1"/>
              <a:t>5.2 Changing Fonts</a:t>
            </a:r>
          </a:p>
        </p:txBody>
      </p:sp>
      <p:sp>
        <p:nvSpPr>
          <p:cNvPr id="3" name="Content Placeholder 2"/>
          <p:cNvSpPr txBox="1">
            <a:spLocks noGrp="1"/>
          </p:cNvSpPr>
          <p:nvPr>
            <p:ph type="body" idx="4294967295"/>
          </p:nvPr>
        </p:nvSpPr>
        <p:spPr/>
        <p:txBody>
          <a:bodyPr>
            <a:normAutofit fontScale="92500" lnSpcReduction="20000"/>
          </a:bodyPr>
          <a:lstStyle/>
          <a:p>
            <a:pPr lvl="0" algn="just"/>
            <a:r>
              <a:rPr lang="en-US"/>
              <a:t>Web users are accustomed to having links in documents change color when the cursor is placed over them.</a:t>
            </a:r>
          </a:p>
          <a:p>
            <a:pPr lvl="0" algn="just"/>
            <a:r>
              <a:rPr lang="en-US"/>
              <a:t>Use of the </a:t>
            </a:r>
            <a:r>
              <a:rPr lang="en-US">
                <a:solidFill>
                  <a:srgbClr val="FF0000"/>
                </a:solidFill>
              </a:rPr>
              <a:t>mouseover</a:t>
            </a:r>
            <a:r>
              <a:rPr lang="en-US"/>
              <a:t> event to trigger a JavaScript event handler allows us to change any property of any element in a document, including text, when the mouse cursor is placed over it.</a:t>
            </a:r>
          </a:p>
          <a:p>
            <a:pPr lvl="0" algn="just"/>
            <a:r>
              <a:rPr lang="en-US"/>
              <a:t>Thus, the font style and font size, as well as the color and background color of text, can be changed when the cursor is placed over the text.</a:t>
            </a:r>
          </a:p>
          <a:p>
            <a:pPr lvl="0" algn="just"/>
            <a:r>
              <a:rPr lang="en-US"/>
              <a:t>The text can be changed back to its original form when an event handler is triggered with the </a:t>
            </a:r>
            <a:r>
              <a:rPr lang="en-US">
                <a:solidFill>
                  <a:srgbClr val="FF0000"/>
                </a:solidFill>
              </a:rPr>
              <a:t>mouseout</a:t>
            </a:r>
            <a:r>
              <a:rPr lang="en-US"/>
              <a:t> event.</a:t>
            </a:r>
          </a:p>
          <a:p>
            <a:pPr lvl="0" algn="just">
              <a:buNone/>
            </a:pPr>
            <a:endParaRPr lang="en-US"/>
          </a:p>
          <a:p>
            <a:pPr lvl="0" algn="just"/>
            <a:r>
              <a:rPr lang="en-US"/>
              <a:t>For CSS attribute names that are </a:t>
            </a:r>
            <a:r>
              <a:rPr lang="en-US">
                <a:solidFill>
                  <a:srgbClr val="FF0000"/>
                </a:solidFill>
              </a:rPr>
              <a:t>single words </a:t>
            </a:r>
            <a:r>
              <a:rPr lang="en-US"/>
              <a:t>without hyphens ie property value </a:t>
            </a:r>
            <a:r>
              <a:rPr lang="en-IN"/>
              <a:t>font-size and CSS value is </a:t>
            </a:r>
            <a:r>
              <a:rPr lang="en-IN">
                <a:solidFill>
                  <a:srgbClr val="FF0000"/>
                </a:solidFill>
              </a:rPr>
              <a:t>fontSize</a:t>
            </a:r>
            <a:r>
              <a:rPr lang="en-IN"/>
              <a:t>.</a:t>
            </a:r>
          </a:p>
          <a:p>
            <a:pPr lvl="0" algn="just">
              <a:spcBef>
                <a:spcPts val="720"/>
              </a:spcBef>
            </a:pPr>
            <a:r>
              <a:rPr lang="en-US" sz="2400"/>
              <a:t>Eg – font change.html</a:t>
            </a:r>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6 Dynamic Content">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tabLst>
                <a:tab pos="0" algn="l"/>
              </a:tabLst>
            </a:pPr>
            <a:r>
              <a:rPr lang="en-IN" b="1"/>
              <a:t>6 Dynamic Content</a:t>
            </a:r>
          </a:p>
        </p:txBody>
      </p:sp>
      <p:sp>
        <p:nvSpPr>
          <p:cNvPr id="3" name="Content Placeholder 2"/>
          <p:cNvSpPr txBox="1">
            <a:spLocks noGrp="1"/>
          </p:cNvSpPr>
          <p:nvPr>
            <p:ph type="body" idx="4294967295"/>
          </p:nvPr>
        </p:nvSpPr>
        <p:spPr/>
        <p:txBody>
          <a:bodyPr>
            <a:normAutofit fontScale="92500" lnSpcReduction="20000"/>
          </a:bodyPr>
          <a:lstStyle/>
          <a:p>
            <a:pPr lvl="0" algn="just"/>
            <a:r>
              <a:rPr lang="en-US"/>
              <a:t>Changing the content of HTML elements.</a:t>
            </a:r>
          </a:p>
          <a:p>
            <a:pPr lvl="0" algn="just"/>
            <a:r>
              <a:rPr lang="en-US"/>
              <a:t>The content of an element is accessed through the </a:t>
            </a:r>
            <a:r>
              <a:rPr lang="en-US">
                <a:solidFill>
                  <a:srgbClr val="FF0000"/>
                </a:solidFill>
              </a:rPr>
              <a:t>value</a:t>
            </a:r>
            <a:r>
              <a:rPr lang="en-US"/>
              <a:t> property of its associated JavaScript object.</a:t>
            </a:r>
          </a:p>
          <a:p>
            <a:pPr lvl="0" algn="just"/>
            <a:r>
              <a:rPr lang="en-US"/>
              <a:t>So, changing the content of an element is not essentially different from changing the style properties of the element.</a:t>
            </a:r>
          </a:p>
          <a:p>
            <a:pPr lvl="0" algn="just">
              <a:buNone/>
            </a:pPr>
            <a:endParaRPr lang="en-US"/>
          </a:p>
          <a:p>
            <a:pPr lvl="0" algn="just"/>
            <a:r>
              <a:rPr lang="en-US"/>
              <a:t>Example</a:t>
            </a:r>
          </a:p>
          <a:p>
            <a:pPr lvl="0" algn="just"/>
            <a:r>
              <a:rPr lang="en-US"/>
              <a:t>Assistance to a browser user filling out a form can be provided with an associated text area, often called a help box.</a:t>
            </a:r>
          </a:p>
          <a:p>
            <a:pPr lvl="0" algn="just"/>
            <a:r>
              <a:rPr lang="en-US"/>
              <a:t>The content of the help box can change, depending on the placement of the mouse cursor.</a:t>
            </a:r>
          </a:p>
          <a:p>
            <a:pPr lvl="0" algn="just"/>
            <a:r>
              <a:rPr lang="en-US"/>
              <a:t>Eg – dynamic.html</a:t>
            </a:r>
          </a:p>
          <a:p>
            <a:pPr lvl="0" algn="just">
              <a:buNone/>
            </a:pPr>
            <a:endParaRPr lang="en-US"/>
          </a:p>
          <a:p>
            <a:pPr lvl="0">
              <a:buNone/>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7. Stacking Eleme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US"/>
              <a:t>7. </a:t>
            </a:r>
            <a:r>
              <a:rPr lang="en-IN"/>
              <a:t>Stacking Elements</a:t>
            </a:r>
          </a:p>
        </p:txBody>
      </p:sp>
      <p:sp>
        <p:nvSpPr>
          <p:cNvPr id="3" name="Content Placeholder 2"/>
          <p:cNvSpPr txBox="1">
            <a:spLocks noGrp="1"/>
          </p:cNvSpPr>
          <p:nvPr>
            <p:ph type="body" idx="4294967295"/>
          </p:nvPr>
        </p:nvSpPr>
        <p:spPr/>
        <p:txBody>
          <a:bodyPr>
            <a:normAutofit fontScale="77500" lnSpcReduction="20000"/>
          </a:bodyPr>
          <a:lstStyle/>
          <a:p>
            <a:pPr lvl="0"/>
            <a:r>
              <a:rPr lang="en-US"/>
              <a:t>The top and left properties are used to place an element at any position on the web page. These properties move elements in the horizontal and vertical directions.</a:t>
            </a:r>
          </a:p>
          <a:p>
            <a:pPr lvl="0"/>
            <a:r>
              <a:rPr lang="en-US"/>
              <a:t>When elements are positioned using CSS, they can overlap each other, creating the effect of a third dimension (front and back) even though the screen is two-dimensional.</a:t>
            </a:r>
          </a:p>
          <a:p>
            <a:pPr lvl="0"/>
            <a:r>
              <a:rPr lang="en-US"/>
              <a:t>Multiple elements can occupy the same location on the page, but only one element is visible on top while the others remain partially or completely hidden.</a:t>
            </a:r>
          </a:p>
          <a:p>
            <a:pPr lvl="0"/>
            <a:r>
              <a:rPr lang="en-US"/>
              <a:t>The stacking order of overlapping elements is controlled using the z-index property in CSS.</a:t>
            </a:r>
          </a:p>
          <a:p>
            <a:pPr lvl="0"/>
            <a:r>
              <a:rPr lang="en-US"/>
              <a:t>An element that has a higher z-index value is displayed above elements that have lower z-index values, thereby hiding them.</a:t>
            </a:r>
          </a:p>
          <a:p>
            <a:pPr lvl="0"/>
            <a:r>
              <a:rPr lang="en-US"/>
              <a:t>In JavaScript, the CSS z-index property is accessed using the zIndex style property, and the value assigned to it is treated as a string.</a:t>
            </a:r>
          </a:p>
          <a:p>
            <a:pPr lvl="0"/>
            <a:r>
              <a:rPr lang="en-US"/>
              <a:t>Example:stacking.html</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8. Locating the Mouse Cursor">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IN"/>
              <a:t>8. Locating the Mouse Cursor</a:t>
            </a:r>
          </a:p>
        </p:txBody>
      </p:sp>
      <p:sp>
        <p:nvSpPr>
          <p:cNvPr id="3" name="Content Placeholder 2"/>
          <p:cNvSpPr txBox="1">
            <a:spLocks noGrp="1"/>
          </p:cNvSpPr>
          <p:nvPr>
            <p:ph type="body" idx="4294967295"/>
          </p:nvPr>
        </p:nvSpPr>
        <p:spPr/>
        <p:txBody>
          <a:bodyPr>
            <a:normAutofit fontScale="92500" lnSpcReduction="20000"/>
          </a:bodyPr>
          <a:lstStyle/>
          <a:p>
            <a:pPr lvl="0"/>
            <a:r>
              <a:rPr lang="en-US"/>
              <a:t>Every mouse click generates an event object that stores information about the event.</a:t>
            </a:r>
          </a:p>
          <a:p>
            <a:pPr lvl="0"/>
            <a:r>
              <a:rPr lang="en-US"/>
              <a:t>The Mouse Event provides coordinates of the mouse cursor position.</a:t>
            </a:r>
          </a:p>
          <a:p>
            <a:pPr lvl="0"/>
            <a:r>
              <a:rPr lang="en-US">
                <a:solidFill>
                  <a:srgbClr val="FF0000"/>
                </a:solidFill>
              </a:rPr>
              <a:t>clientX and clientY </a:t>
            </a:r>
            <a:r>
              <a:rPr lang="en-US"/>
              <a:t>give cursor coordinates relative to the browser window.</a:t>
            </a:r>
          </a:p>
          <a:p>
            <a:pPr lvl="0"/>
            <a:r>
              <a:rPr lang="en-US">
                <a:solidFill>
                  <a:srgbClr val="FF0000"/>
                </a:solidFill>
              </a:rPr>
              <a:t>screenX and screenY </a:t>
            </a:r>
            <a:r>
              <a:rPr lang="en-US"/>
              <a:t>give cursor coordinates relative to the computer screen.</a:t>
            </a:r>
          </a:p>
          <a:p>
            <a:pPr lvl="0"/>
            <a:r>
              <a:rPr lang="en-US"/>
              <a:t>The event object is passed to the handler function using event parameter.</a:t>
            </a:r>
          </a:p>
          <a:p>
            <a:pPr lvl="0"/>
            <a:r>
              <a:rPr lang="en-US"/>
              <a:t>JavaScript reads these values and displays them in text boxes when the mouse is clicked.</a:t>
            </a:r>
          </a:p>
          <a:p>
            <a:pPr lvl="0"/>
            <a:r>
              <a:rPr lang="en-US"/>
              <a:t>Example:lmc.html</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9. Reacting to a Mouse Click">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US"/>
              <a:t>9. Reacting to a Mouse Click</a:t>
            </a:r>
          </a:p>
        </p:txBody>
      </p:sp>
      <p:sp>
        <p:nvSpPr>
          <p:cNvPr id="3" name="Content Placeholder 2"/>
          <p:cNvSpPr txBox="1">
            <a:spLocks noGrp="1"/>
          </p:cNvSpPr>
          <p:nvPr>
            <p:ph type="body" idx="4294967295"/>
          </p:nvPr>
        </p:nvSpPr>
        <p:spPr/>
        <p:txBody>
          <a:bodyPr>
            <a:normAutofit/>
          </a:bodyPr>
          <a:lstStyle/>
          <a:p>
            <a:pPr lvl="0"/>
            <a:r>
              <a:rPr lang="en-US"/>
              <a:t>The </a:t>
            </a:r>
            <a:r>
              <a:rPr lang="en-US">
                <a:solidFill>
                  <a:srgbClr val="FF0000"/>
                </a:solidFill>
              </a:rPr>
              <a:t>mousedown event</a:t>
            </a:r>
            <a:r>
              <a:rPr lang="en-US"/>
              <a:t> occurs when the mouse button is pressed.</a:t>
            </a:r>
          </a:p>
          <a:p>
            <a:pPr lvl="0"/>
            <a:r>
              <a:rPr lang="en-US"/>
              <a:t>The </a:t>
            </a:r>
            <a:r>
              <a:rPr lang="en-US">
                <a:solidFill>
                  <a:srgbClr val="FF0000"/>
                </a:solidFill>
              </a:rPr>
              <a:t>mouseup event </a:t>
            </a:r>
            <a:r>
              <a:rPr lang="en-US"/>
              <a:t>occurs when the mouse button is released.</a:t>
            </a:r>
          </a:p>
          <a:p>
            <a:pPr lvl="0"/>
            <a:r>
              <a:rPr lang="en-US"/>
              <a:t>In this example, a message is displayed when the mouse is pressed.</a:t>
            </a:r>
          </a:p>
          <a:p>
            <a:pPr lvl="0"/>
            <a:r>
              <a:rPr lang="en-US"/>
              <a:t>The message disappears when the mouse button is released.</a:t>
            </a:r>
          </a:p>
          <a:p>
            <a:pPr lvl="0"/>
            <a:r>
              <a:rPr lang="en-US"/>
              <a:t>The cursor position is obtained using clientX and clientY.</a:t>
            </a:r>
          </a:p>
          <a:p>
            <a:pPr lvl="0"/>
            <a:r>
              <a:rPr lang="en-US"/>
              <a:t>The message is positioned near the cursor using left and top style properties.</a:t>
            </a:r>
          </a:p>
          <a:p>
            <a:pPr lvl="0"/>
            <a:r>
              <a:rPr lang="en-US"/>
              <a:t>Example:rmc.html</a:t>
            </a:r>
          </a:p>
          <a:p>
            <a:pPr lvl="0">
              <a:buNone/>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10 Slow Movement of Eleme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US"/>
              <a:t>10 </a:t>
            </a:r>
            <a:r>
              <a:rPr lang="en-IN"/>
              <a:t>Slow Movement of Elements</a:t>
            </a:r>
          </a:p>
        </p:txBody>
      </p:sp>
      <p:sp>
        <p:nvSpPr>
          <p:cNvPr id="3" name="Content Placeholder 2"/>
          <p:cNvSpPr txBox="1">
            <a:spLocks noGrp="1"/>
          </p:cNvSpPr>
          <p:nvPr>
            <p:ph type="body" idx="4294967295"/>
          </p:nvPr>
        </p:nvSpPr>
        <p:spPr/>
        <p:txBody>
          <a:bodyPr>
            <a:normAutofit lnSpcReduction="10000"/>
          </a:bodyPr>
          <a:lstStyle/>
          <a:p>
            <a:pPr lvl="0"/>
            <a:r>
              <a:rPr lang="en-US"/>
              <a:t>Instant movement happens by directly changing top and left values.</a:t>
            </a:r>
          </a:p>
          <a:p>
            <a:pPr lvl="0"/>
            <a:r>
              <a:rPr lang="en-US"/>
              <a:t>Slow movement is done by moving element in small steps repeatedly.</a:t>
            </a:r>
          </a:p>
          <a:p>
            <a:pPr lvl="0"/>
            <a:r>
              <a:rPr lang="en-US"/>
              <a:t>The </a:t>
            </a:r>
            <a:r>
              <a:rPr lang="en-US">
                <a:solidFill>
                  <a:srgbClr val="FF0000"/>
                </a:solidFill>
              </a:rPr>
              <a:t>setTimeout() </a:t>
            </a:r>
            <a:r>
              <a:rPr lang="en-US"/>
              <a:t>method executes code after a specified delay.</a:t>
            </a:r>
          </a:p>
          <a:p>
            <a:pPr lvl="0"/>
            <a:r>
              <a:rPr lang="en-US"/>
              <a:t>The </a:t>
            </a:r>
            <a:r>
              <a:rPr lang="en-US">
                <a:solidFill>
                  <a:srgbClr val="FF0000"/>
                </a:solidFill>
              </a:rPr>
              <a:t>setInterval()</a:t>
            </a:r>
            <a:r>
              <a:rPr lang="en-US"/>
              <a:t> method executes code repeatedly at fixed intervals.</a:t>
            </a:r>
          </a:p>
          <a:p>
            <a:pPr lvl="0"/>
            <a:r>
              <a:rPr lang="en-US"/>
              <a:t>The element is moved by changing left and top values gradually.</a:t>
            </a:r>
          </a:p>
          <a:p>
            <a:pPr lvl="0"/>
            <a:r>
              <a:rPr lang="en-US"/>
              <a:t>Animation continues until the element reaches the final position.</a:t>
            </a:r>
          </a:p>
          <a:p>
            <a:pPr lvl="0"/>
            <a:r>
              <a:rPr lang="en-US"/>
              <a:t>Example:slowmovements.html</a:t>
            </a:r>
          </a:p>
          <a:p>
            <a:pPr lvl="0">
              <a:buNone/>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11 Dragging and Dropping Elements">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tabLst>
                <a:tab pos="0" algn="l"/>
              </a:tabLst>
            </a:pPr>
            <a:r>
              <a:rPr lang="en-US"/>
              <a:t>11 Dragging and Dropping Elements</a:t>
            </a:r>
          </a:p>
        </p:txBody>
      </p:sp>
      <p:sp>
        <p:nvSpPr>
          <p:cNvPr id="3" name="Content Placeholder 2"/>
          <p:cNvSpPr txBox="1">
            <a:spLocks noGrp="1"/>
          </p:cNvSpPr>
          <p:nvPr>
            <p:ph type="body" idx="4294967295"/>
          </p:nvPr>
        </p:nvSpPr>
        <p:spPr/>
        <p:txBody>
          <a:bodyPr>
            <a:normAutofit lnSpcReduction="10000"/>
          </a:bodyPr>
          <a:lstStyle/>
          <a:p>
            <a:pPr lvl="0" algn="just"/>
            <a:r>
              <a:rPr lang="en-US"/>
              <a:t>One of the more powerful effects of event handling is allowing the user to drag and drop elements around the display screen.</a:t>
            </a:r>
          </a:p>
          <a:p>
            <a:pPr lvl="0" algn="just"/>
            <a:r>
              <a:rPr lang="en-US"/>
              <a:t>The </a:t>
            </a:r>
            <a:r>
              <a:rPr lang="en-US">
                <a:solidFill>
                  <a:srgbClr val="FF0000"/>
                </a:solidFill>
              </a:rPr>
              <a:t>mouseup</a:t>
            </a:r>
            <a:r>
              <a:rPr lang="en-US"/>
              <a:t>, </a:t>
            </a:r>
            <a:r>
              <a:rPr lang="en-US">
                <a:solidFill>
                  <a:srgbClr val="FF0000"/>
                </a:solidFill>
              </a:rPr>
              <a:t>mousedown</a:t>
            </a:r>
            <a:r>
              <a:rPr lang="en-US"/>
              <a:t>, and </a:t>
            </a:r>
            <a:r>
              <a:rPr lang="en-US">
                <a:solidFill>
                  <a:srgbClr val="FF0000"/>
                </a:solidFill>
              </a:rPr>
              <a:t>mousemove</a:t>
            </a:r>
            <a:r>
              <a:rPr lang="en-US"/>
              <a:t> events can be used to implement this feature.</a:t>
            </a:r>
          </a:p>
          <a:p>
            <a:pPr lvl="0" algn="just">
              <a:buNone/>
            </a:pPr>
            <a:endParaRPr lang="en-US"/>
          </a:p>
          <a:p>
            <a:pPr lvl="0" algn="just"/>
            <a:r>
              <a:rPr lang="en-US"/>
              <a:t>This example uses a mixture of the DOM 0 and DOM 2 event models.</a:t>
            </a:r>
          </a:p>
          <a:p>
            <a:pPr lvl="0" algn="just"/>
            <a:r>
              <a:rPr lang="en-US"/>
              <a:t>The DOM 0 model is used for the call to the handler for the mousedown event.</a:t>
            </a:r>
          </a:p>
          <a:p>
            <a:pPr lvl="0" algn="just"/>
            <a:r>
              <a:rPr lang="en-US"/>
              <a:t>The rest of the process is designed with the DOM 2 model.</a:t>
            </a:r>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US"/>
          </a:p>
          <a:p>
            <a:pPr lvl="0" algn="just">
              <a:buNone/>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Introduction to jQuery">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lstStyle/>
          <a:p>
            <a:pPr lvl="0"/>
            <a:r>
              <a:rPr lang="en-IN"/>
              <a:t>Introduction to jQuery</a:t>
            </a:r>
          </a:p>
        </p:txBody>
      </p:sp>
      <p:sp>
        <p:nvSpPr>
          <p:cNvPr id="3" name="Content Placeholder 2"/>
          <p:cNvSpPr txBox="1">
            <a:spLocks noGrp="1"/>
          </p:cNvSpPr>
          <p:nvPr>
            <p:ph type="body" idx="4294967295"/>
          </p:nvPr>
        </p:nvSpPr>
        <p:spPr/>
        <p:txBody>
          <a:bodyPr>
            <a:normAutofit fontScale="92500"/>
          </a:bodyPr>
          <a:lstStyle/>
          <a:p>
            <a:pPr lvl="0"/>
            <a:r>
              <a:rPr lang="en-US"/>
              <a:t>jQuery makes it easier to use JavaScript on websites.</a:t>
            </a:r>
          </a:p>
          <a:p>
            <a:pPr lvl="0"/>
            <a:r>
              <a:rPr lang="en-US"/>
              <a:t>It is a lightweight JavaScript library based on "write less, do more".</a:t>
            </a:r>
          </a:p>
          <a:p>
            <a:pPr lvl="0"/>
            <a:r>
              <a:rPr lang="en-US"/>
              <a:t>jQuery reduces complex JavaScript coding into simple method calls.</a:t>
            </a:r>
          </a:p>
          <a:p>
            <a:pPr lvl="0"/>
            <a:r>
              <a:rPr lang="en-US"/>
              <a:t>Tasks that require many lines of JavaScript can be done in a single line.</a:t>
            </a:r>
          </a:p>
          <a:p>
            <a:pPr lvl="0"/>
            <a:r>
              <a:rPr lang="en-US"/>
              <a:t>It simplifies complicated operations like AJAX and DOM manipulation.</a:t>
            </a:r>
          </a:p>
          <a:p>
            <a:pPr lvl="0"/>
            <a:r>
              <a:rPr lang="en-US"/>
              <a:t>Many JavaScript libraries are available, but jQuery is the most popular and extendable.</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Adding jQuery to Your Web Pages&#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US" b="1"/>
              <a:t>Adding jQuery to Your Web Pages</a:t>
            </a:r>
            <a:r>
              <a:rPr lang="en-IN"/>
              <a:t/>
            </a:r>
            <a:br>
              <a:rPr lang="en-IN"/>
            </a:br>
            <a:endParaRPr lang="en-IN"/>
          </a:p>
        </p:txBody>
      </p:sp>
      <p:sp>
        <p:nvSpPr>
          <p:cNvPr id="3" name="Content Placeholder 2"/>
          <p:cNvSpPr txBox="1">
            <a:spLocks noGrp="1"/>
          </p:cNvSpPr>
          <p:nvPr>
            <p:ph type="body" idx="4294967295"/>
          </p:nvPr>
        </p:nvSpPr>
        <p:spPr/>
        <p:txBody>
          <a:bodyPr>
            <a:normAutofit fontScale="70000" lnSpcReduction="20000"/>
          </a:bodyPr>
          <a:lstStyle/>
          <a:p>
            <a:pPr lvl="0"/>
            <a:r>
              <a:rPr lang="en-US"/>
              <a:t>There are several ways to start using jQuery in a website.</a:t>
            </a:r>
          </a:p>
          <a:p>
            <a:pPr lvl="0"/>
            <a:r>
              <a:rPr lang="en-US"/>
              <a:t>jQuery can be downloaded from the official jQuery website.</a:t>
            </a:r>
          </a:p>
          <a:p>
            <a:pPr lvl="0"/>
            <a:r>
              <a:rPr lang="en-US"/>
              <a:t>The Production version is minified and compressed, used for live websites.</a:t>
            </a:r>
          </a:p>
          <a:p>
            <a:pPr lvl="0"/>
            <a:r>
              <a:rPr lang="en-US"/>
              <a:t>The Development version is uncompressed and readable, used for testing.</a:t>
            </a:r>
          </a:p>
          <a:p>
            <a:pPr lvl="0"/>
            <a:r>
              <a:rPr lang="en-US"/>
              <a:t>The jQuery library is a single JavaScript file.</a:t>
            </a:r>
          </a:p>
          <a:p>
            <a:pPr lvl="0"/>
            <a:r>
              <a:rPr lang="en-US"/>
              <a:t>It is added to HTML using the &lt;script&gt; tag inside the &lt;head&gt; section.</a:t>
            </a:r>
          </a:p>
          <a:p>
            <a:pPr lvl="0">
              <a:buNone/>
              <a:tabLst>
                <a:tab pos="0" algn="l"/>
              </a:tabLst>
            </a:pPr>
            <a:r>
              <a:rPr lang="en-US">
                <a:solidFill>
                  <a:srgbClr val="999999"/>
                </a:solidFill>
              </a:rPr>
              <a:t>                &lt;</a:t>
            </a:r>
            <a:r>
              <a:rPr lang="en-US">
                <a:solidFill>
                  <a:srgbClr val="990055"/>
                </a:solidFill>
              </a:rPr>
              <a:t>head</a:t>
            </a:r>
            <a:r>
              <a:rPr lang="en-US">
                <a:solidFill>
                  <a:srgbClr val="999999"/>
                </a:solidFill>
              </a:rPr>
              <a:t>&gt;</a:t>
            </a:r>
            <a:r>
              <a:rPr lang="en-US"/>
              <a:t/>
            </a:r>
            <a:br>
              <a:rPr lang="en-US"/>
            </a:br>
            <a:r>
              <a:rPr lang="en-US"/>
              <a:t>	</a:t>
            </a:r>
            <a:r>
              <a:rPr lang="en-US">
                <a:solidFill>
                  <a:srgbClr val="999999"/>
                </a:solidFill>
              </a:rPr>
              <a:t>&lt;</a:t>
            </a:r>
            <a:r>
              <a:rPr lang="en-US">
                <a:solidFill>
                  <a:srgbClr val="990055"/>
                </a:solidFill>
              </a:rPr>
              <a:t>script</a:t>
            </a:r>
            <a:r>
              <a:rPr lang="en-US">
                <a:solidFill>
                  <a:srgbClr val="008000"/>
                </a:solidFill>
              </a:rPr>
              <a:t> src</a:t>
            </a:r>
            <a:r>
              <a:rPr lang="en-US">
                <a:solidFill>
                  <a:srgbClr val="005CC5"/>
                </a:solidFill>
              </a:rPr>
              <a:t>="jquery-3.7.1.min.js"</a:t>
            </a:r>
            <a:r>
              <a:rPr lang="en-US">
                <a:solidFill>
                  <a:srgbClr val="999999"/>
                </a:solidFill>
              </a:rPr>
              <a:t>&gt;&lt;</a:t>
            </a:r>
            <a:r>
              <a:rPr lang="en-US">
                <a:solidFill>
                  <a:srgbClr val="990055"/>
                </a:solidFill>
              </a:rPr>
              <a:t>/script</a:t>
            </a:r>
            <a:r>
              <a:rPr lang="en-US">
                <a:solidFill>
                  <a:srgbClr val="999999"/>
                </a:solidFill>
              </a:rPr>
              <a:t>&gt;</a:t>
            </a:r>
            <a:r>
              <a:rPr lang="en-US"/>
              <a:t/>
            </a:r>
            <a:br>
              <a:rPr lang="en-US"/>
            </a:br>
            <a:r>
              <a:rPr lang="en-US"/>
              <a:t>	</a:t>
            </a:r>
            <a:r>
              <a:rPr lang="en-US">
                <a:solidFill>
                  <a:srgbClr val="999999"/>
                </a:solidFill>
              </a:rPr>
              <a:t>&lt;</a:t>
            </a:r>
            <a:r>
              <a:rPr lang="en-US">
                <a:solidFill>
                  <a:srgbClr val="990055"/>
                </a:solidFill>
              </a:rPr>
              <a:t>/head</a:t>
            </a:r>
            <a:r>
              <a:rPr lang="en-US">
                <a:solidFill>
                  <a:srgbClr val="999999"/>
                </a:solidFill>
              </a:rPr>
              <a:t>&gt;</a:t>
            </a:r>
          </a:p>
          <a:p>
            <a:pPr lvl="0">
              <a:buNone/>
              <a:tabLst>
                <a:tab pos="0" algn="l"/>
              </a:tabLst>
            </a:pPr>
            <a:endParaRPr lang="en-US"/>
          </a:p>
          <a:p>
            <a:pPr lvl="0">
              <a:tabLst>
                <a:tab pos="0" algn="l"/>
              </a:tabLst>
            </a:pPr>
            <a:r>
              <a:rPr lang="en-US"/>
              <a:t>jQuery can also be included using a </a:t>
            </a:r>
            <a:r>
              <a:rPr lang="en-US" b="1">
                <a:solidFill>
                  <a:srgbClr val="FF0000"/>
                </a:solidFill>
              </a:rPr>
              <a:t>CDN (Content Delivery Network).</a:t>
            </a:r>
          </a:p>
          <a:p>
            <a:pPr lvl="0">
              <a:buNone/>
              <a:tabLst>
                <a:tab pos="0" algn="l"/>
              </a:tabLst>
            </a:pPr>
            <a:endParaRPr lang="en-US"/>
          </a:p>
          <a:p>
            <a:pPr lvl="0">
              <a:buNone/>
              <a:tabLst>
                <a:tab pos="0" algn="l"/>
              </a:tabLst>
            </a:pPr>
            <a:r>
              <a:rPr lang="en-US">
                <a:solidFill>
                  <a:srgbClr val="999999"/>
                </a:solidFill>
              </a:rPr>
              <a:t>&lt;</a:t>
            </a:r>
            <a:r>
              <a:rPr lang="en-US">
                <a:solidFill>
                  <a:srgbClr val="990055"/>
                </a:solidFill>
              </a:rPr>
              <a:t>head</a:t>
            </a:r>
            <a:r>
              <a:rPr lang="en-US">
                <a:solidFill>
                  <a:srgbClr val="999999"/>
                </a:solidFill>
              </a:rPr>
              <a:t>&gt;</a:t>
            </a:r>
            <a:r>
              <a:rPr lang="en-US"/>
              <a:t/>
            </a:r>
            <a:br>
              <a:rPr lang="en-US"/>
            </a:br>
            <a:r>
              <a:rPr lang="en-US">
                <a:solidFill>
                  <a:srgbClr val="999999"/>
                </a:solidFill>
              </a:rPr>
              <a:t>&lt;</a:t>
            </a:r>
            <a:r>
              <a:rPr lang="en-US">
                <a:solidFill>
                  <a:srgbClr val="990055"/>
                </a:solidFill>
              </a:rPr>
              <a:t>script</a:t>
            </a:r>
            <a:r>
              <a:rPr lang="en-US">
                <a:solidFill>
                  <a:srgbClr val="008000"/>
                </a:solidFill>
              </a:rPr>
              <a:t> src</a:t>
            </a:r>
            <a:r>
              <a:rPr lang="en-US">
                <a:solidFill>
                  <a:srgbClr val="005CC5"/>
                </a:solidFill>
              </a:rPr>
              <a:t>="https://ajax.googleapis.com/ajax/libs/jquery/3.7.1/jquery.min.js"</a:t>
            </a:r>
            <a:r>
              <a:rPr lang="en-US">
                <a:solidFill>
                  <a:srgbClr val="999999"/>
                </a:solidFill>
              </a:rPr>
              <a:t>&gt;&lt;</a:t>
            </a:r>
            <a:r>
              <a:rPr lang="en-US">
                <a:solidFill>
                  <a:srgbClr val="990055"/>
                </a:solidFill>
              </a:rPr>
              <a:t>/script</a:t>
            </a:r>
            <a:r>
              <a:rPr lang="en-US">
                <a:solidFill>
                  <a:srgbClr val="999999"/>
                </a:solidFill>
              </a:rPr>
              <a:t>&gt;</a:t>
            </a:r>
            <a:r>
              <a:rPr lang="en-US"/>
              <a:t/>
            </a:r>
            <a:br>
              <a:rPr lang="en-US"/>
            </a:br>
            <a:r>
              <a:rPr lang="en-US">
                <a:solidFill>
                  <a:srgbClr val="999999"/>
                </a:solidFill>
              </a:rPr>
              <a:t>&lt;</a:t>
            </a:r>
            <a:r>
              <a:rPr lang="en-US">
                <a:solidFill>
                  <a:srgbClr val="990055"/>
                </a:solidFill>
              </a:rPr>
              <a:t>/head</a:t>
            </a:r>
            <a:r>
              <a:rPr lang="en-US">
                <a:solidFill>
                  <a:srgbClr val="999999"/>
                </a:solidFill>
              </a:rPr>
              <a:t>&gt;</a:t>
            </a:r>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jQuery Syntax &#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US"/>
              <a:t>jQuery Syntax </a:t>
            </a:r>
            <a:r>
              <a:rPr lang="en-IN"/>
              <a:t/>
            </a:r>
            <a:br>
              <a:rPr lang="en-IN"/>
            </a:br>
            <a:endParaRPr lang="en-IN"/>
          </a:p>
        </p:txBody>
      </p:sp>
      <p:sp>
        <p:nvSpPr>
          <p:cNvPr id="3" name="Content Placeholder 2"/>
          <p:cNvSpPr txBox="1">
            <a:spLocks noGrp="1"/>
          </p:cNvSpPr>
          <p:nvPr>
            <p:ph type="body" idx="4294967295"/>
          </p:nvPr>
        </p:nvSpPr>
        <p:spPr/>
        <p:txBody>
          <a:bodyPr>
            <a:normAutofit fontScale="85000" lnSpcReduction="20000"/>
          </a:bodyPr>
          <a:lstStyle/>
          <a:p>
            <a:pPr lvl="0"/>
            <a:r>
              <a:rPr lang="en-US"/>
              <a:t>jQuery syntax is used to select HTML elements and perform actions on them.</a:t>
            </a:r>
          </a:p>
          <a:p>
            <a:pPr lvl="0"/>
            <a:r>
              <a:rPr lang="en-US"/>
              <a:t>The basic syntax of jQuery is</a:t>
            </a:r>
            <a:r>
              <a:rPr lang="en-US" b="1"/>
              <a:t>    $(selector).action()</a:t>
            </a:r>
          </a:p>
          <a:p>
            <a:pPr lvl="0"/>
            <a:r>
              <a:rPr lang="en-US"/>
              <a:t>The $ sign is used to access jQuery.</a:t>
            </a:r>
          </a:p>
          <a:p>
            <a:pPr lvl="0"/>
            <a:r>
              <a:rPr lang="en-US"/>
              <a:t>The selector is used to find HTML elements.</a:t>
            </a:r>
          </a:p>
          <a:p>
            <a:pPr lvl="0"/>
            <a:r>
              <a:rPr lang="en-US"/>
              <a:t>The action() defines the operation to be performed on selected elements.</a:t>
            </a:r>
          </a:p>
          <a:p>
            <a:pPr lvl="0">
              <a:buNone/>
            </a:pPr>
            <a:endParaRPr lang="en-US"/>
          </a:p>
          <a:p>
            <a:pPr lvl="0"/>
            <a:r>
              <a:rPr lang="en-US" b="1"/>
              <a:t>Examples:</a:t>
            </a:r>
          </a:p>
          <a:p>
            <a:pPr lvl="0">
              <a:buNone/>
            </a:pPr>
            <a:endParaRPr lang="en-US"/>
          </a:p>
          <a:p>
            <a:pPr lvl="0"/>
            <a:r>
              <a:rPr lang="en-US"/>
              <a:t>$(this).hide() – hides the current element.</a:t>
            </a:r>
          </a:p>
          <a:p>
            <a:pPr lvl="0"/>
            <a:r>
              <a:rPr lang="en-US"/>
              <a:t>$("p").hide() – hides all &lt;p&gt; elements.</a:t>
            </a:r>
          </a:p>
          <a:p>
            <a:pPr lvl="0"/>
            <a:r>
              <a:rPr lang="en-US"/>
              <a:t>$(".test").hide() – hides all elements with class="test".</a:t>
            </a:r>
          </a:p>
          <a:p>
            <a:pPr lvl="0"/>
            <a:r>
              <a:rPr lang="en-US"/>
              <a:t>$("#test").hide() – hides the element with id="test".</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Document Ready Event in jQuery&#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IN"/>
              <a:t/>
            </a:r>
            <a:br>
              <a:rPr lang="en-IN"/>
            </a:br>
            <a:endParaRPr lang="en-IN"/>
          </a:p>
        </p:txBody>
      </p:sp>
      <p:sp>
        <p:nvSpPr>
          <p:cNvPr id="3" name="Content Placeholder 2"/>
          <p:cNvSpPr txBox="1">
            <a:spLocks noGrp="1"/>
          </p:cNvSpPr>
          <p:nvPr>
            <p:ph type="body" idx="4294967295"/>
          </p:nvPr>
        </p:nvSpPr>
        <p:spPr>
          <a:xfrm>
            <a:off x="1440000" y="900000"/>
            <a:ext cx="10326600" cy="5957640"/>
          </a:xfrm>
        </p:spPr>
        <p:txBody>
          <a:bodyPr>
            <a:normAutofit fontScale="77500" lnSpcReduction="20000"/>
          </a:bodyPr>
          <a:lstStyle/>
          <a:p>
            <a:pPr lvl="0"/>
            <a:r>
              <a:rPr lang="en-US"/>
              <a:t>jQuery methods are written inside the document ready event.</a:t>
            </a:r>
          </a:p>
          <a:p>
            <a:pPr lvl="0"/>
            <a:r>
              <a:rPr lang="en-US"/>
              <a:t>The syntax is</a:t>
            </a:r>
          </a:p>
          <a:p>
            <a:pPr marL="914400" lvl="0" algn="just">
              <a:spcBef>
                <a:spcPts val="601"/>
              </a:spcBef>
              <a:buNone/>
              <a:tabLst>
                <a:tab pos="914400" algn="l"/>
              </a:tabLst>
            </a:pPr>
            <a:r>
              <a:rPr lang="en-US" sz="2000"/>
              <a:t>$(document).ready(function(){</a:t>
            </a:r>
          </a:p>
          <a:p>
            <a:pPr marL="914400" lvl="0" algn="just">
              <a:spcBef>
                <a:spcPts val="601"/>
              </a:spcBef>
              <a:buNone/>
              <a:tabLst>
                <a:tab pos="914400" algn="l"/>
              </a:tabLst>
            </a:pPr>
            <a:r>
              <a:rPr lang="en-US" sz="2000"/>
              <a:t>  	// jQuery methods go here...</a:t>
            </a:r>
          </a:p>
          <a:p>
            <a:pPr marL="914400" lvl="0" algn="just">
              <a:spcBef>
                <a:spcPts val="601"/>
              </a:spcBef>
              <a:buNone/>
              <a:tabLst>
                <a:tab pos="914400" algn="l"/>
              </a:tabLst>
            </a:pPr>
            <a:r>
              <a:rPr lang="en-US" sz="2000"/>
              <a:t>});</a:t>
            </a:r>
          </a:p>
          <a:p>
            <a:pPr lvl="0">
              <a:buNone/>
              <a:tabLst>
                <a:tab pos="0" algn="l"/>
              </a:tabLst>
            </a:pPr>
            <a:endParaRPr lang="en-US"/>
          </a:p>
          <a:p>
            <a:pPr lvl="0">
              <a:tabLst>
                <a:tab pos="0" algn="l"/>
              </a:tabLst>
            </a:pPr>
            <a:r>
              <a:rPr lang="en-US"/>
              <a:t>It ensures that jQuery code runs only after the document is fully loaded.</a:t>
            </a:r>
          </a:p>
          <a:p>
            <a:pPr lvl="0">
              <a:tabLst>
                <a:tab pos="0" algn="l"/>
              </a:tabLst>
            </a:pPr>
            <a:r>
              <a:rPr lang="en-US"/>
              <a:t>This prevents errors caused by accessing elements before they exist.</a:t>
            </a:r>
          </a:p>
          <a:p>
            <a:pPr lvl="0">
              <a:spcBef>
                <a:spcPts val="1191"/>
              </a:spcBef>
              <a:spcAft>
                <a:spcPts val="992"/>
              </a:spcAft>
              <a:tabLst>
                <a:tab pos="0" algn="l"/>
              </a:tabLst>
            </a:pPr>
            <a:r>
              <a:rPr lang="en-US"/>
              <a:t>Here are some examples of actions that can fail if methods are run before the document is fully loaded:</a:t>
            </a:r>
          </a:p>
          <a:p>
            <a:pPr lvl="0">
              <a:spcBef>
                <a:spcPts val="1191"/>
              </a:spcBef>
              <a:spcAft>
                <a:spcPts val="992"/>
              </a:spcAft>
              <a:tabLst>
                <a:tab pos="0" algn="l"/>
              </a:tabLst>
            </a:pPr>
            <a:r>
              <a:rPr lang="en-US"/>
              <a:t>Trying to hide an element that is not created yet</a:t>
            </a:r>
          </a:p>
          <a:p>
            <a:pPr lvl="0">
              <a:spcBef>
                <a:spcPts val="1191"/>
              </a:spcBef>
              <a:spcAft>
                <a:spcPts val="992"/>
              </a:spcAft>
              <a:tabLst>
                <a:tab pos="0" algn="l"/>
              </a:tabLst>
            </a:pPr>
            <a:r>
              <a:rPr lang="en-US"/>
              <a:t>Trying to get the size of an image that is not loaded yet</a:t>
            </a:r>
          </a:p>
          <a:p>
            <a:pPr lvl="0">
              <a:tabLst>
                <a:tab pos="0" algn="l"/>
              </a:tabLst>
            </a:pPr>
            <a:r>
              <a:rPr lang="en-US"/>
              <a:t>It is good practice to wait until the page is ready before using jQuery.</a:t>
            </a:r>
          </a:p>
          <a:p>
            <a:pPr lvl="0">
              <a:tabLst>
                <a:tab pos="0" algn="l"/>
              </a:tabLst>
            </a:pPr>
            <a:r>
              <a:rPr lang="en-US"/>
              <a:t>It allows JavaScript code to be placed inside the &lt;head&gt; section.</a:t>
            </a:r>
          </a:p>
          <a:p>
            <a:pPr lvl="0">
              <a:tabLst>
                <a:tab pos="0" algn="l"/>
              </a:tabLst>
            </a:pPr>
            <a:r>
              <a:rPr lang="en-US"/>
              <a:t>A shorter syntax for document ready event is</a:t>
            </a:r>
          </a:p>
          <a:p>
            <a:pPr marL="914400" lvl="0" algn="just">
              <a:spcBef>
                <a:spcPts val="601"/>
              </a:spcBef>
              <a:buNone/>
              <a:tabLst>
                <a:tab pos="914400" algn="l"/>
              </a:tabLst>
            </a:pPr>
            <a:r>
              <a:rPr lang="en-US" sz="2000"/>
              <a:t>$(function(){</a:t>
            </a:r>
          </a:p>
          <a:p>
            <a:pPr marL="914400" lvl="0" algn="just">
              <a:spcBef>
                <a:spcPts val="601"/>
              </a:spcBef>
              <a:buNone/>
              <a:tabLst>
                <a:tab pos="914400" algn="l"/>
              </a:tabLst>
            </a:pPr>
            <a:r>
              <a:rPr lang="en-US" sz="2000"/>
              <a:t>  // jQuery methods go here...</a:t>
            </a:r>
          </a:p>
          <a:p>
            <a:pPr marL="914400" lvl="0" algn="just">
              <a:spcBef>
                <a:spcPts val="601"/>
              </a:spcBef>
              <a:buNone/>
              <a:tabLst>
                <a:tab pos="914400" algn="l"/>
              </a:tabLst>
            </a:pPr>
            <a:r>
              <a:rPr lang="en-US" sz="2000"/>
              <a:t>});</a:t>
            </a:r>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jQuery Selectors&#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US"/>
              <a:t>jQuery Selectors</a:t>
            </a:r>
            <a:r>
              <a:rPr lang="en-IN"/>
              <a:t/>
            </a:r>
            <a:br>
              <a:rPr lang="en-IN"/>
            </a:br>
            <a:endParaRPr lang="en-IN"/>
          </a:p>
        </p:txBody>
      </p:sp>
      <p:sp>
        <p:nvSpPr>
          <p:cNvPr id="3" name="Content Placeholder 2"/>
          <p:cNvSpPr txBox="1">
            <a:spLocks noGrp="1"/>
          </p:cNvSpPr>
          <p:nvPr>
            <p:ph type="body" idx="4294967295"/>
          </p:nvPr>
        </p:nvSpPr>
        <p:spPr>
          <a:xfrm>
            <a:off x="1062359" y="1247040"/>
            <a:ext cx="10797119" cy="5610600"/>
          </a:xfrm>
        </p:spPr>
        <p:txBody>
          <a:bodyPr>
            <a:normAutofit fontScale="77500" lnSpcReduction="20000"/>
          </a:bodyPr>
          <a:lstStyle/>
          <a:p>
            <a:pPr lvl="0"/>
            <a:r>
              <a:rPr lang="en-US"/>
              <a:t>jQuery selectors are used to select and manipulate HTML elements.</a:t>
            </a:r>
          </a:p>
          <a:p>
            <a:pPr lvl="0"/>
            <a:r>
              <a:rPr lang="en-US"/>
              <a:t>They help in finding elements based on name, id, class, type, attributes, and values.</a:t>
            </a:r>
          </a:p>
          <a:p>
            <a:pPr lvl="0"/>
            <a:r>
              <a:rPr lang="en-US"/>
              <a:t>jQuery selectors are based on CSS selectors.</a:t>
            </a:r>
          </a:p>
          <a:p>
            <a:pPr lvl="0"/>
            <a:r>
              <a:rPr lang="en-US"/>
              <a:t>jQuery also provides some additional custom selectors.</a:t>
            </a:r>
          </a:p>
          <a:p>
            <a:pPr lvl="0"/>
            <a:r>
              <a:rPr lang="en-US"/>
              <a:t>All jQuery selectors start with $().</a:t>
            </a:r>
          </a:p>
          <a:p>
            <a:pPr lvl="0">
              <a:buNone/>
            </a:pPr>
            <a:endParaRPr lang="en-US"/>
          </a:p>
          <a:p>
            <a:pPr lvl="0">
              <a:spcBef>
                <a:spcPts val="1380"/>
              </a:spcBef>
              <a:buNone/>
              <a:tabLst>
                <a:tab pos="0" algn="l"/>
              </a:tabLst>
            </a:pPr>
            <a:r>
              <a:rPr lang="en-US" sz="4600" b="1"/>
              <a:t>Element Selector</a:t>
            </a:r>
          </a:p>
          <a:p>
            <a:pPr lvl="0">
              <a:buNone/>
              <a:tabLst>
                <a:tab pos="0" algn="l"/>
              </a:tabLst>
            </a:pPr>
            <a:endParaRPr lang="en-US"/>
          </a:p>
          <a:p>
            <a:pPr lvl="0">
              <a:tabLst>
                <a:tab pos="0" algn="l"/>
              </a:tabLst>
            </a:pPr>
            <a:r>
              <a:rPr lang="en-US"/>
              <a:t>The element selector selects elements based on the element name.</a:t>
            </a:r>
          </a:p>
          <a:p>
            <a:pPr lvl="0">
              <a:tabLst>
                <a:tab pos="0" algn="l"/>
              </a:tabLst>
            </a:pPr>
            <a:r>
              <a:rPr lang="en-US"/>
              <a:t>Example: $("p") selects all &lt;p&gt; elements on the page.</a:t>
            </a:r>
          </a:p>
          <a:p>
            <a:pPr lvl="0">
              <a:tabLst>
                <a:tab pos="0" algn="l"/>
              </a:tabLst>
            </a:pPr>
            <a:r>
              <a:rPr lang="en-US"/>
              <a:t>jQuery can perform actions on selected elements.</a:t>
            </a:r>
          </a:p>
          <a:p>
            <a:pPr lvl="0" algn="just">
              <a:buNone/>
              <a:tabLst>
                <a:tab pos="0" algn="l"/>
              </a:tabLst>
            </a:pPr>
            <a:r>
              <a:rPr lang="en-US"/>
              <a:t>$(document).ready(</a:t>
            </a:r>
            <a:r>
              <a:rPr lang="en-US">
                <a:solidFill>
                  <a:srgbClr val="005CC5"/>
                </a:solidFill>
              </a:rPr>
              <a:t>function</a:t>
            </a:r>
            <a:r>
              <a:rPr lang="en-US"/>
              <a:t>(){</a:t>
            </a:r>
          </a:p>
          <a:p>
            <a:pPr lvl="0" algn="just">
              <a:buNone/>
              <a:tabLst>
                <a:tab pos="0" algn="l"/>
              </a:tabLst>
            </a:pPr>
            <a:r>
              <a:rPr lang="en-US"/>
              <a:t>		$(</a:t>
            </a:r>
            <a:r>
              <a:rPr lang="en-US">
                <a:solidFill>
                  <a:srgbClr val="008000"/>
                </a:solidFill>
              </a:rPr>
              <a:t>"button"</a:t>
            </a:r>
            <a:r>
              <a:rPr lang="en-US"/>
              <a:t>).click(</a:t>
            </a:r>
            <a:r>
              <a:rPr lang="en-US">
                <a:solidFill>
                  <a:srgbClr val="005CC5"/>
                </a:solidFill>
              </a:rPr>
              <a:t>function</a:t>
            </a:r>
            <a:r>
              <a:rPr lang="en-US"/>
              <a:t>(){</a:t>
            </a:r>
          </a:p>
          <a:p>
            <a:pPr lvl="0" algn="just">
              <a:buNone/>
              <a:tabLst>
                <a:tab pos="0" algn="l"/>
              </a:tabLst>
            </a:pPr>
            <a:r>
              <a:rPr lang="en-US"/>
              <a:t>			$(</a:t>
            </a:r>
            <a:r>
              <a:rPr lang="en-US">
                <a:solidFill>
                  <a:srgbClr val="008000"/>
                </a:solidFill>
              </a:rPr>
              <a:t>"p"</a:t>
            </a:r>
            <a:r>
              <a:rPr lang="en-US"/>
              <a:t>).hide();</a:t>
            </a:r>
          </a:p>
          <a:p>
            <a:pPr lvl="0" algn="just">
              <a:buNone/>
              <a:tabLst>
                <a:tab pos="0" algn="l"/>
              </a:tabLst>
            </a:pPr>
            <a:r>
              <a:rPr lang="en-US"/>
              <a:t>		});</a:t>
            </a:r>
          </a:p>
          <a:p>
            <a:pPr lvl="0" algn="just">
              <a:buNone/>
              <a:tabLst>
                <a:tab pos="0" algn="l"/>
              </a:tabLst>
            </a:pPr>
            <a:r>
              <a:rPr lang="en-US"/>
              <a:t>	});</a:t>
            </a:r>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jQuery #id Selector&#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US"/>
              <a:t>jQuery #id Selector</a:t>
            </a:r>
            <a:r>
              <a:rPr lang="en-IN"/>
              <a:t/>
            </a:r>
            <a:br>
              <a:rPr lang="en-IN"/>
            </a:br>
            <a:endParaRPr lang="en-IN"/>
          </a:p>
        </p:txBody>
      </p:sp>
      <p:sp>
        <p:nvSpPr>
          <p:cNvPr id="3" name="Content Placeholder 2"/>
          <p:cNvSpPr txBox="1">
            <a:spLocks noGrp="1"/>
          </p:cNvSpPr>
          <p:nvPr>
            <p:ph type="body" idx="4294967295"/>
          </p:nvPr>
        </p:nvSpPr>
        <p:spPr/>
        <p:txBody>
          <a:bodyPr>
            <a:normAutofit fontScale="92500" lnSpcReduction="10000"/>
          </a:bodyPr>
          <a:lstStyle/>
          <a:p>
            <a:pPr lvl="0"/>
            <a:r>
              <a:rPr lang="en-US"/>
              <a:t>The #id selector uses the id attribute to find a specific HTML element.</a:t>
            </a:r>
          </a:p>
          <a:p>
            <a:pPr lvl="0"/>
            <a:r>
              <a:rPr lang="en-US"/>
              <a:t>An id is always unique within a web page.</a:t>
            </a:r>
          </a:p>
          <a:p>
            <a:pPr lvl="0"/>
            <a:r>
              <a:rPr lang="en-US"/>
              <a:t>The #id selector is used to select a single element.</a:t>
            </a:r>
          </a:p>
          <a:p>
            <a:pPr lvl="0"/>
            <a:r>
              <a:rPr lang="en-US"/>
              <a:t>It is written using a hash # followed by the id name.</a:t>
            </a:r>
          </a:p>
          <a:p>
            <a:pPr lvl="0"/>
            <a:r>
              <a:rPr lang="en-US"/>
              <a:t>Example: $("#test") selects the element with id="test".</a:t>
            </a:r>
          </a:p>
          <a:p>
            <a:pPr lvl="0" algn="just">
              <a:buNone/>
              <a:tabLst>
                <a:tab pos="0" algn="l"/>
              </a:tabLst>
            </a:pPr>
            <a:r>
              <a:rPr lang="en-US"/>
              <a:t>$(document).ready(</a:t>
            </a:r>
            <a:r>
              <a:rPr lang="en-US">
                <a:solidFill>
                  <a:srgbClr val="005CC5"/>
                </a:solidFill>
              </a:rPr>
              <a:t>function</a:t>
            </a:r>
            <a:r>
              <a:rPr lang="en-US"/>
              <a:t>(){</a:t>
            </a:r>
          </a:p>
          <a:p>
            <a:pPr lvl="0" algn="just">
              <a:buNone/>
              <a:tabLst>
                <a:tab pos="0" algn="l"/>
              </a:tabLst>
            </a:pPr>
            <a:r>
              <a:rPr lang="en-US"/>
              <a:t>		$(</a:t>
            </a:r>
            <a:r>
              <a:rPr lang="en-US">
                <a:solidFill>
                  <a:srgbClr val="008000"/>
                </a:solidFill>
              </a:rPr>
              <a:t>"button"</a:t>
            </a:r>
            <a:r>
              <a:rPr lang="en-US"/>
              <a:t>).click(</a:t>
            </a:r>
            <a:r>
              <a:rPr lang="en-US">
                <a:solidFill>
                  <a:srgbClr val="005CC5"/>
                </a:solidFill>
              </a:rPr>
              <a:t>function</a:t>
            </a:r>
            <a:r>
              <a:rPr lang="en-US"/>
              <a:t>(){</a:t>
            </a:r>
          </a:p>
          <a:p>
            <a:pPr lvl="0" algn="just">
              <a:buNone/>
              <a:tabLst>
                <a:tab pos="0" algn="l"/>
              </a:tabLst>
            </a:pPr>
            <a:r>
              <a:rPr lang="en-US"/>
              <a:t>			$(</a:t>
            </a:r>
            <a:r>
              <a:rPr lang="en-US">
                <a:solidFill>
                  <a:srgbClr val="008000"/>
                </a:solidFill>
              </a:rPr>
              <a:t>"#test"</a:t>
            </a:r>
            <a:r>
              <a:rPr lang="en-US"/>
              <a:t>).hide();</a:t>
            </a:r>
          </a:p>
          <a:p>
            <a:pPr lvl="0" algn="just">
              <a:buNone/>
              <a:tabLst>
                <a:tab pos="0" algn="l"/>
              </a:tabLst>
            </a:pPr>
            <a:r>
              <a:rPr lang="en-US"/>
              <a:t>		});</a:t>
            </a:r>
          </a:p>
          <a:p>
            <a:pPr lvl="0" algn="just">
              <a:buNone/>
              <a:tabLst>
                <a:tab pos="0" algn="l"/>
              </a:tabLst>
            </a:pPr>
            <a:r>
              <a:rPr lang="en-US"/>
              <a:t>	});</a:t>
            </a:r>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jQuery .class Selector&#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US"/>
              <a:t>jQuery .class Selector</a:t>
            </a:r>
            <a:r>
              <a:rPr lang="en-IN"/>
              <a:t/>
            </a:r>
            <a:br>
              <a:rPr lang="en-IN"/>
            </a:br>
            <a:endParaRPr lang="en-IN"/>
          </a:p>
        </p:txBody>
      </p:sp>
      <p:sp>
        <p:nvSpPr>
          <p:cNvPr id="3" name="Content Placeholder 2"/>
          <p:cNvSpPr txBox="1">
            <a:spLocks noGrp="1"/>
          </p:cNvSpPr>
          <p:nvPr>
            <p:ph type="body" idx="4294967295"/>
          </p:nvPr>
        </p:nvSpPr>
        <p:spPr/>
        <p:txBody>
          <a:bodyPr>
            <a:normAutofit/>
          </a:bodyPr>
          <a:lstStyle/>
          <a:p>
            <a:pPr lvl="0"/>
            <a:r>
              <a:rPr lang="en-US"/>
              <a:t>The .class selector is used to find elements with a specific class.</a:t>
            </a:r>
          </a:p>
          <a:p>
            <a:pPr lvl="0"/>
            <a:r>
              <a:rPr lang="en-US"/>
              <a:t>It selects all elements that share the same class name.</a:t>
            </a:r>
          </a:p>
          <a:p>
            <a:pPr lvl="0"/>
            <a:r>
              <a:rPr lang="en-US"/>
              <a:t>The class selector is written using a period . followed by the class name.</a:t>
            </a:r>
          </a:p>
          <a:p>
            <a:pPr lvl="0"/>
            <a:r>
              <a:rPr lang="en-US"/>
              <a:t>Example: $(".test") selects all elements with class="test".</a:t>
            </a:r>
          </a:p>
          <a:p>
            <a:pPr marL="457200" lvl="0" algn="just">
              <a:spcBef>
                <a:spcPts val="601"/>
              </a:spcBef>
              <a:buNone/>
              <a:tabLst>
                <a:tab pos="457200" algn="l"/>
              </a:tabLst>
            </a:pPr>
            <a:r>
              <a:rPr lang="en-US" sz="2000"/>
              <a:t>$(document).ready(</a:t>
            </a:r>
            <a:r>
              <a:rPr lang="en-US" sz="2000">
                <a:solidFill>
                  <a:srgbClr val="005CC5"/>
                </a:solidFill>
              </a:rPr>
              <a:t>function</a:t>
            </a:r>
            <a:r>
              <a:rPr lang="en-US" sz="2000"/>
              <a:t>(){</a:t>
            </a:r>
          </a:p>
          <a:p>
            <a:pPr marL="457200" lvl="0" algn="just">
              <a:spcBef>
                <a:spcPts val="601"/>
              </a:spcBef>
              <a:buNone/>
              <a:tabLst>
                <a:tab pos="457200" algn="l"/>
              </a:tabLst>
            </a:pPr>
            <a:r>
              <a:rPr lang="en-US" sz="2000"/>
              <a:t>	$(</a:t>
            </a:r>
            <a:r>
              <a:rPr lang="en-US" sz="2000">
                <a:solidFill>
                  <a:srgbClr val="008000"/>
                </a:solidFill>
              </a:rPr>
              <a:t>"button"</a:t>
            </a:r>
            <a:r>
              <a:rPr lang="en-US" sz="2000"/>
              <a:t>).click(</a:t>
            </a:r>
            <a:r>
              <a:rPr lang="en-US" sz="2000">
                <a:solidFill>
                  <a:srgbClr val="005CC5"/>
                </a:solidFill>
              </a:rPr>
              <a:t>function</a:t>
            </a:r>
            <a:r>
              <a:rPr lang="en-US" sz="2000"/>
              <a:t>(){</a:t>
            </a:r>
          </a:p>
          <a:p>
            <a:pPr marL="457200" lvl="0" algn="just">
              <a:spcBef>
                <a:spcPts val="601"/>
              </a:spcBef>
              <a:buNone/>
              <a:tabLst>
                <a:tab pos="457200" algn="l"/>
              </a:tabLst>
            </a:pPr>
            <a:r>
              <a:rPr lang="en-US" sz="2000"/>
              <a:t>		$(</a:t>
            </a:r>
            <a:r>
              <a:rPr lang="en-US" sz="2000">
                <a:solidFill>
                  <a:srgbClr val="008000"/>
                </a:solidFill>
              </a:rPr>
              <a:t>".test"</a:t>
            </a:r>
            <a:r>
              <a:rPr lang="en-US" sz="2000"/>
              <a:t>).hide();</a:t>
            </a:r>
          </a:p>
          <a:p>
            <a:pPr marL="457200" lvl="0" algn="just">
              <a:spcBef>
                <a:spcPts val="601"/>
              </a:spcBef>
              <a:buNone/>
              <a:tabLst>
                <a:tab pos="457200" algn="l"/>
              </a:tabLst>
            </a:pPr>
            <a:r>
              <a:rPr lang="en-US" sz="2000"/>
              <a:t>	});</a:t>
            </a:r>
          </a:p>
          <a:p>
            <a:pPr marL="457200" lvl="0" algn="just">
              <a:spcBef>
                <a:spcPts val="601"/>
              </a:spcBef>
              <a:buNone/>
              <a:tabLst>
                <a:tab pos="457200" algn="l"/>
              </a:tabLst>
            </a:pPr>
            <a:r>
              <a:rPr lang="en-US" sz="2000"/>
              <a:t>});</a:t>
            </a:r>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Content Placeholder 2"/>
          <p:cNvSpPr txBox="1">
            <a:spLocks noGrp="1"/>
          </p:cNvSpPr>
          <p:nvPr>
            <p:ph type="body" idx="4294967295"/>
          </p:nvPr>
        </p:nvSpPr>
        <p:spPr>
          <a:xfrm>
            <a:off x="838080" y="254520"/>
            <a:ext cx="10515240" cy="6409800"/>
          </a:xfrm>
        </p:spPr>
        <p:txBody>
          <a:bodyPr/>
          <a:lstStyle/>
          <a:p>
            <a:pPr lvl="0"/>
            <a:r>
              <a:rPr lang="en-US" b="1" dirty="0"/>
              <a:t>More Examples of </a:t>
            </a:r>
            <a:r>
              <a:rPr lang="en-US" b="1" dirty="0" err="1"/>
              <a:t>jQuery</a:t>
            </a:r>
            <a:r>
              <a:rPr lang="en-US" b="1" dirty="0"/>
              <a:t> Selectors</a:t>
            </a:r>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US" sz="2400" dirty="0"/>
          </a:p>
          <a:p>
            <a:pPr lvl="0" algn="just">
              <a:spcBef>
                <a:spcPts val="720"/>
              </a:spcBef>
              <a:buNone/>
            </a:pPr>
            <a:endParaRPr lang="en-IN" sz="2400" dirty="0"/>
          </a:p>
        </p:txBody>
      </p:sp>
      <p:pic>
        <p:nvPicPr>
          <p:cNvPr id="3" name="Picture 3"/>
          <p:cNvPicPr>
            <a:picLocks noChangeAspect="1"/>
          </p:cNvPicPr>
          <p:nvPr/>
        </p:nvPicPr>
        <p:blipFill>
          <a:blip r:embed="rId3">
            <a:lum bright="-50000"/>
            <a:alphaModFix/>
          </a:blip>
          <a:srcRect/>
          <a:stretch>
            <a:fillRect/>
          </a:stretch>
        </p:blipFill>
        <p:spPr>
          <a:xfrm>
            <a:off x="2675520" y="627480"/>
            <a:ext cx="7203600" cy="4700160"/>
          </a:xfrm>
          <a:prstGeom prst="rect">
            <a:avLst/>
          </a:prstGeom>
          <a:noFill/>
          <a:ln>
            <a:noFill/>
          </a:ln>
        </p:spPr>
      </p:pic>
      <p:pic>
        <p:nvPicPr>
          <p:cNvPr id="4" name="Picture 5"/>
          <p:cNvPicPr>
            <a:picLocks noChangeAspect="1"/>
          </p:cNvPicPr>
          <p:nvPr/>
        </p:nvPicPr>
        <p:blipFill>
          <a:blip r:embed="rId4">
            <a:lum bright="-50000"/>
            <a:alphaModFix/>
          </a:blip>
          <a:srcRect/>
          <a:stretch>
            <a:fillRect/>
          </a:stretch>
        </p:blipFill>
        <p:spPr>
          <a:xfrm>
            <a:off x="2675520" y="5328000"/>
            <a:ext cx="7228080" cy="1402199"/>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Functions in a Separate File &#10;">
    <p:spTree>
      <p:nvGrpSpPr>
        <p:cNvPr id="1" name=""/>
        <p:cNvGrpSpPr/>
        <p:nvPr/>
      </p:nvGrpSpPr>
      <p:grpSpPr>
        <a:xfrm>
          <a:off x="0" y="0"/>
          <a:ext cx="0" cy="0"/>
          <a:chOff x="0" y="0"/>
          <a:chExt cx="0" cy="0"/>
        </a:xfrm>
      </p:grpSpPr>
      <p:sp>
        <p:nvSpPr>
          <p:cNvPr id="2" name="Title 1"/>
          <p:cNvSpPr txBox="1">
            <a:spLocks noGrp="1"/>
          </p:cNvSpPr>
          <p:nvPr>
            <p:ph type="title" idx="4294967295"/>
          </p:nvPr>
        </p:nvSpPr>
        <p:spPr>
          <a:xfrm>
            <a:off x="1086480" y="392760"/>
            <a:ext cx="9029519" cy="1325160"/>
          </a:xfrm>
        </p:spPr>
        <p:txBody>
          <a:bodyPr>
            <a:normAutofit fontScale="90000"/>
          </a:bodyPr>
          <a:lstStyle/>
          <a:p>
            <a:pPr lvl="0"/>
            <a:r>
              <a:rPr lang="en-US"/>
              <a:t>Functions in a Separate File </a:t>
            </a:r>
            <a:r>
              <a:rPr lang="en-IN"/>
              <a:t/>
            </a:r>
            <a:br>
              <a:rPr lang="en-IN"/>
            </a:br>
            <a:endParaRPr lang="en-IN"/>
          </a:p>
        </p:txBody>
      </p:sp>
      <p:sp>
        <p:nvSpPr>
          <p:cNvPr id="3" name="Content Placeholder 2"/>
          <p:cNvSpPr txBox="1">
            <a:spLocks noGrp="1"/>
          </p:cNvSpPr>
          <p:nvPr>
            <p:ph type="body" idx="4294967295"/>
          </p:nvPr>
        </p:nvSpPr>
        <p:spPr/>
        <p:txBody>
          <a:bodyPr>
            <a:normAutofit fontScale="92500" lnSpcReduction="20000"/>
          </a:bodyPr>
          <a:lstStyle/>
          <a:p>
            <a:pPr lvl="0"/>
            <a:r>
              <a:rPr lang="en-US"/>
              <a:t>jQuery functions can be placed in a separate .js file.</a:t>
            </a:r>
          </a:p>
          <a:p>
            <a:pPr lvl="0"/>
            <a:r>
              <a:rPr lang="en-US"/>
              <a:t>This is useful when a website contains many pages.</a:t>
            </a:r>
          </a:p>
          <a:p>
            <a:pPr lvl="0"/>
            <a:r>
              <a:rPr lang="en-US"/>
              <a:t>It makes the code easier to maintain and manage.</a:t>
            </a:r>
          </a:p>
          <a:p>
            <a:pPr lvl="0"/>
            <a:r>
              <a:rPr lang="en-US"/>
              <a:t>The separate file is linked using the &lt;script&gt; tag.</a:t>
            </a:r>
          </a:p>
          <a:p>
            <a:pPr lvl="0"/>
            <a:r>
              <a:rPr lang="en-US"/>
              <a:t>The src attribute is used to refer to the external .js file.</a:t>
            </a:r>
          </a:p>
          <a:p>
            <a:pPr lvl="0"/>
            <a:r>
              <a:rPr lang="en-US"/>
              <a:t>jQuery library should be included before the custom .js file.</a:t>
            </a:r>
          </a:p>
          <a:p>
            <a:pPr lvl="0">
              <a:buNone/>
              <a:tabLst>
                <a:tab pos="0" algn="l"/>
              </a:tabLst>
            </a:pPr>
            <a:r>
              <a:rPr lang="en-US">
                <a:solidFill>
                  <a:srgbClr val="999999"/>
                </a:solidFill>
              </a:rPr>
              <a:t>&lt;</a:t>
            </a:r>
            <a:r>
              <a:rPr lang="en-US">
                <a:solidFill>
                  <a:srgbClr val="990055"/>
                </a:solidFill>
              </a:rPr>
              <a:t>head</a:t>
            </a:r>
            <a:r>
              <a:rPr lang="en-US">
                <a:solidFill>
                  <a:srgbClr val="999999"/>
                </a:solidFill>
              </a:rPr>
              <a:t>&gt;</a:t>
            </a:r>
            <a:r>
              <a:rPr lang="en-US"/>
              <a:t/>
            </a:r>
            <a:br>
              <a:rPr lang="en-US"/>
            </a:br>
            <a:r>
              <a:rPr lang="en-US">
                <a:solidFill>
                  <a:srgbClr val="999999"/>
                </a:solidFill>
              </a:rPr>
              <a:t>&lt;</a:t>
            </a:r>
            <a:r>
              <a:rPr lang="en-US">
                <a:solidFill>
                  <a:srgbClr val="990055"/>
                </a:solidFill>
              </a:rPr>
              <a:t>script</a:t>
            </a:r>
            <a:r>
              <a:rPr lang="en-US">
                <a:solidFill>
                  <a:srgbClr val="008000"/>
                </a:solidFill>
              </a:rPr>
              <a:t> src</a:t>
            </a:r>
            <a:r>
              <a:rPr lang="en-US">
                <a:solidFill>
                  <a:srgbClr val="005CC5"/>
                </a:solidFill>
              </a:rPr>
              <a:t>="https://ajax.googleapis.com/ajax/libs/jquery/3.7.1/jquery.min.js"</a:t>
            </a:r>
            <a:r>
              <a:rPr lang="en-US">
                <a:solidFill>
                  <a:srgbClr val="999999"/>
                </a:solidFill>
              </a:rPr>
              <a:t>&gt;&lt;</a:t>
            </a:r>
            <a:r>
              <a:rPr lang="en-US">
                <a:solidFill>
                  <a:srgbClr val="990055"/>
                </a:solidFill>
              </a:rPr>
              <a:t>/script</a:t>
            </a:r>
            <a:r>
              <a:rPr lang="en-US">
                <a:solidFill>
                  <a:srgbClr val="999999"/>
                </a:solidFill>
              </a:rPr>
              <a:t>&gt;</a:t>
            </a:r>
            <a:r>
              <a:rPr lang="en-US"/>
              <a:t/>
            </a:r>
            <a:br>
              <a:rPr lang="en-US"/>
            </a:br>
            <a:r>
              <a:rPr lang="en-US">
                <a:solidFill>
                  <a:srgbClr val="999999"/>
                </a:solidFill>
              </a:rPr>
              <a:t>&lt;</a:t>
            </a:r>
            <a:r>
              <a:rPr lang="en-US">
                <a:solidFill>
                  <a:srgbClr val="990055"/>
                </a:solidFill>
              </a:rPr>
              <a:t>script</a:t>
            </a:r>
            <a:r>
              <a:rPr lang="en-US">
                <a:solidFill>
                  <a:srgbClr val="008000"/>
                </a:solidFill>
              </a:rPr>
              <a:t> src</a:t>
            </a:r>
            <a:r>
              <a:rPr lang="en-US">
                <a:solidFill>
                  <a:srgbClr val="005CC5"/>
                </a:solidFill>
              </a:rPr>
              <a:t>="my_jquery_functions.js"</a:t>
            </a:r>
            <a:r>
              <a:rPr lang="en-US">
                <a:solidFill>
                  <a:srgbClr val="999999"/>
                </a:solidFill>
              </a:rPr>
              <a:t>&gt;&lt;</a:t>
            </a:r>
            <a:r>
              <a:rPr lang="en-US">
                <a:solidFill>
                  <a:srgbClr val="990055"/>
                </a:solidFill>
              </a:rPr>
              <a:t>/script</a:t>
            </a:r>
            <a:r>
              <a:rPr lang="en-US">
                <a:solidFill>
                  <a:srgbClr val="999999"/>
                </a:solidFill>
              </a:rPr>
              <a:t>&gt;</a:t>
            </a:r>
            <a:r>
              <a:rPr lang="en-US"/>
              <a:t/>
            </a:r>
            <a:br>
              <a:rPr lang="en-US"/>
            </a:br>
            <a:r>
              <a:rPr lang="en-US">
                <a:solidFill>
                  <a:srgbClr val="999999"/>
                </a:solidFill>
              </a:rPr>
              <a:t>&lt;</a:t>
            </a:r>
            <a:r>
              <a:rPr lang="en-US">
                <a:solidFill>
                  <a:srgbClr val="990055"/>
                </a:solidFill>
              </a:rPr>
              <a:t>/head</a:t>
            </a:r>
            <a:r>
              <a:rPr lang="en-US">
                <a:solidFill>
                  <a:srgbClr val="999999"/>
                </a:solidFill>
              </a:rPr>
              <a:t>&gt;</a:t>
            </a:r>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jQuery Event Methods&#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IN" b="1"/>
              <a:t>jQuery Event Methods</a:t>
            </a:r>
            <a:r>
              <a:rPr lang="en-IN"/>
              <a:t/>
            </a:r>
            <a:br>
              <a:rPr lang="en-IN"/>
            </a:br>
            <a:endParaRPr lang="en-IN"/>
          </a:p>
        </p:txBody>
      </p:sp>
      <p:sp>
        <p:nvSpPr>
          <p:cNvPr id="3" name="Content Placeholder 2"/>
          <p:cNvSpPr txBox="1">
            <a:spLocks noGrp="1"/>
          </p:cNvSpPr>
          <p:nvPr>
            <p:ph type="body" idx="4294967295"/>
          </p:nvPr>
        </p:nvSpPr>
        <p:spPr/>
        <p:txBody>
          <a:bodyPr/>
          <a:lstStyle/>
          <a:p>
            <a:pPr lvl="0" algn="just"/>
            <a:r>
              <a:rPr lang="en-US" dirty="0"/>
              <a:t>All the different visitors' actions that a web page can respond to are called events.</a:t>
            </a:r>
          </a:p>
          <a:p>
            <a:pPr lvl="0" algn="just"/>
            <a:r>
              <a:rPr lang="en-US" dirty="0"/>
              <a:t>An event represents the precise moment when something happens.</a:t>
            </a:r>
          </a:p>
          <a:p>
            <a:pPr lvl="0" algn="just"/>
            <a:r>
              <a:rPr lang="en-US" dirty="0"/>
              <a:t>Here are some common DOM events:</a:t>
            </a:r>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US" dirty="0"/>
          </a:p>
          <a:p>
            <a:pPr lvl="0" algn="just">
              <a:buNone/>
            </a:pPr>
            <a:endParaRPr lang="en-IN" dirty="0"/>
          </a:p>
          <a:p>
            <a:pPr lvl="0">
              <a:buNone/>
            </a:pPr>
            <a:endParaRPr lang="en-IN" dirty="0"/>
          </a:p>
        </p:txBody>
      </p:sp>
      <p:pic>
        <p:nvPicPr>
          <p:cNvPr id="4" name="Picture 3"/>
          <p:cNvPicPr>
            <a:picLocks noChangeAspect="1"/>
          </p:cNvPicPr>
          <p:nvPr/>
        </p:nvPicPr>
        <p:blipFill>
          <a:blip r:embed="rId3">
            <a:lum bright="-50000"/>
            <a:alphaModFix/>
          </a:blip>
          <a:srcRect r="9148" b="-796"/>
          <a:stretch>
            <a:fillRect/>
          </a:stretch>
        </p:blipFill>
        <p:spPr>
          <a:xfrm>
            <a:off x="1494360" y="4183920"/>
            <a:ext cx="10747080" cy="2419920"/>
          </a:xfrm>
          <a:prstGeom prst="rect">
            <a:avLst/>
          </a:prstGeom>
          <a:noFill/>
          <a:ln>
            <a:noFill/>
          </a:ln>
        </p:spPr>
      </p:pic>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jQuery Syntax For Event Methods&#10;">
    <p:spTree>
      <p:nvGrpSpPr>
        <p:cNvPr id="1" name=""/>
        <p:cNvGrpSpPr/>
        <p:nvPr/>
      </p:nvGrpSpPr>
      <p:grpSpPr>
        <a:xfrm>
          <a:off x="0" y="0"/>
          <a:ext cx="0" cy="0"/>
          <a:chOff x="0" y="0"/>
          <a:chExt cx="0" cy="0"/>
        </a:xfrm>
      </p:grpSpPr>
      <p:sp>
        <p:nvSpPr>
          <p:cNvPr id="2" name="Title 1"/>
          <p:cNvSpPr txBox="1">
            <a:spLocks noGrp="1"/>
          </p:cNvSpPr>
          <p:nvPr>
            <p:ph type="title" idx="4294967295"/>
          </p:nvPr>
        </p:nvSpPr>
        <p:spPr/>
        <p:txBody>
          <a:bodyPr>
            <a:normAutofit fontScale="90000"/>
          </a:bodyPr>
          <a:lstStyle/>
          <a:p>
            <a:pPr lvl="0"/>
            <a:r>
              <a:rPr lang="en-US" b="1"/>
              <a:t>jQuery Syntax For Event Methods</a:t>
            </a:r>
            <a:r>
              <a:rPr lang="en-IN" b="1"/>
              <a:t/>
            </a:r>
            <a:br>
              <a:rPr lang="en-IN" b="1"/>
            </a:br>
            <a:endParaRPr lang="en-IN" b="1"/>
          </a:p>
        </p:txBody>
      </p:sp>
      <p:sp>
        <p:nvSpPr>
          <p:cNvPr id="3" name="Content Placeholder 2"/>
          <p:cNvSpPr txBox="1">
            <a:spLocks noGrp="1"/>
          </p:cNvSpPr>
          <p:nvPr>
            <p:ph type="body" idx="4294967295"/>
          </p:nvPr>
        </p:nvSpPr>
        <p:spPr/>
        <p:txBody>
          <a:bodyPr/>
          <a:lstStyle/>
          <a:p>
            <a:pPr lvl="0">
              <a:spcBef>
                <a:spcPts val="720"/>
              </a:spcBef>
            </a:pPr>
            <a:r>
              <a:rPr lang="en-US" sz="2400"/>
              <a:t>In jQuery, most DOM events have an equivalent jQuery method.</a:t>
            </a:r>
          </a:p>
          <a:p>
            <a:pPr lvl="0">
              <a:spcBef>
                <a:spcPts val="720"/>
              </a:spcBef>
            </a:pPr>
            <a:r>
              <a:rPr lang="en-US" sz="2400"/>
              <a:t>To assign a click event to all paragraphs on a page, you can do this:</a:t>
            </a:r>
          </a:p>
          <a:p>
            <a:pPr lvl="1" algn="just"/>
            <a:r>
              <a:rPr lang="en-IN"/>
              <a:t>$("p").click();</a:t>
            </a:r>
          </a:p>
          <a:p>
            <a:pPr lvl="0" algn="just">
              <a:spcBef>
                <a:spcPts val="720"/>
              </a:spcBef>
            </a:pPr>
            <a:r>
              <a:rPr lang="en-US" sz="2400"/>
              <a:t>The next step is to define what should happen when the event fires. You must pass a function to the event:</a:t>
            </a:r>
          </a:p>
          <a:p>
            <a:pPr marL="457200" lvl="0" algn="just">
              <a:spcBef>
                <a:spcPts val="601"/>
              </a:spcBef>
              <a:buNone/>
              <a:tabLst>
                <a:tab pos="457200" algn="l"/>
              </a:tabLst>
            </a:pPr>
            <a:r>
              <a:rPr lang="en-US" sz="2000"/>
              <a:t>$(</a:t>
            </a:r>
            <a:r>
              <a:rPr lang="en-US" sz="2000">
                <a:solidFill>
                  <a:srgbClr val="008000"/>
                </a:solidFill>
              </a:rPr>
              <a:t>"p"</a:t>
            </a:r>
            <a:r>
              <a:rPr lang="en-US" sz="2000"/>
              <a:t>).click(</a:t>
            </a:r>
            <a:r>
              <a:rPr lang="en-US" sz="2000">
                <a:solidFill>
                  <a:srgbClr val="005CC5"/>
                </a:solidFill>
              </a:rPr>
              <a:t>function</a:t>
            </a:r>
            <a:r>
              <a:rPr lang="en-US" sz="2000"/>
              <a:t>(){</a:t>
            </a:r>
          </a:p>
          <a:p>
            <a:pPr marL="457200" lvl="0" algn="just">
              <a:spcBef>
                <a:spcPts val="601"/>
              </a:spcBef>
              <a:buNone/>
              <a:tabLst>
                <a:tab pos="457200" algn="l"/>
              </a:tabLst>
            </a:pPr>
            <a:r>
              <a:rPr lang="en-US" sz="2000">
                <a:solidFill>
                  <a:srgbClr val="708090"/>
                </a:solidFill>
              </a:rPr>
              <a:t>//actiongoeshere!!</a:t>
            </a:r>
          </a:p>
          <a:p>
            <a:pPr marL="457200" lvl="0" algn="just">
              <a:spcBef>
                <a:spcPts val="601"/>
              </a:spcBef>
              <a:buNone/>
              <a:tabLst>
                <a:tab pos="457200" algn="l"/>
              </a:tabLst>
            </a:pPr>
            <a:r>
              <a:rPr lang="en-US" sz="2000"/>
              <a:t>});</a:t>
            </a:r>
          </a:p>
          <a:p>
            <a:pPr lvl="0">
              <a:buNone/>
              <a:tabLst>
                <a:tab pos="0" algn="l"/>
              </a:tabLst>
            </a:pPr>
            <a:endParaRPr lang="en-IN"/>
          </a:p>
        </p:txBody>
      </p:sp>
    </p:spTree>
  </p:cSld>
  <p:clrMapOvr>
    <a:masterClrMapping/>
  </p:clrMapOvr>
  <p:transition>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page29">
    <p:spTree>
      <p:nvGrpSpPr>
        <p:cNvPr id="1" name=""/>
        <p:cNvGrpSpPr/>
        <p:nvPr/>
      </p:nvGrpSpPr>
      <p:grpSpPr>
        <a:xfrm>
          <a:off x="0" y="0"/>
          <a:ext cx="0" cy="0"/>
          <a:chOff x="0" y="0"/>
          <a:chExt cx="0" cy="0"/>
        </a:xfrm>
      </p:grpSpPr>
      <p:sp>
        <p:nvSpPr>
          <p:cNvPr id="2" name="Content Placeholder 1"/>
          <p:cNvSpPr txBox="1">
            <a:spLocks noGrp="1"/>
          </p:cNvSpPr>
          <p:nvPr>
            <p:ph type="body" idx="4294967295"/>
          </p:nvPr>
        </p:nvSpPr>
        <p:spPr>
          <a:xfrm>
            <a:off x="838080" y="254520"/>
            <a:ext cx="10515240" cy="6409800"/>
          </a:xfrm>
        </p:spPr>
        <p:txBody>
          <a:bodyPr>
            <a:normAutofit lnSpcReduction="10000"/>
          </a:bodyPr>
          <a:lstStyle/>
          <a:p>
            <a:pPr lvl="0">
              <a:spcBef>
                <a:spcPts val="1001"/>
              </a:spcBef>
              <a:buClr>
                <a:srgbClr val="000000"/>
              </a:buClr>
            </a:pPr>
            <a:r>
              <a:rPr lang="en-US" b="1"/>
              <a:t>Commonly Used jQuery Event Methods</a:t>
            </a:r>
          </a:p>
          <a:p>
            <a:pPr lvl="0">
              <a:spcBef>
                <a:spcPts val="1001"/>
              </a:spcBef>
              <a:buClr>
                <a:srgbClr val="000000"/>
              </a:buClr>
            </a:pPr>
            <a:r>
              <a:rPr lang="en-US" sz="2400" b="1"/>
              <a:t>$(document).ready()</a:t>
            </a:r>
          </a:p>
          <a:p>
            <a:pPr lvl="0">
              <a:spcBef>
                <a:spcPts val="1001"/>
              </a:spcBef>
              <a:buClr>
                <a:srgbClr val="000000"/>
              </a:buClr>
            </a:pPr>
            <a:r>
              <a:rPr lang="en-US" sz="2400"/>
              <a:t>The </a:t>
            </a:r>
            <a:r>
              <a:rPr lang="en-US"/>
              <a:t>$(document).ready()</a:t>
            </a:r>
            <a:r>
              <a:rPr lang="en-US" sz="2400"/>
              <a:t> method allows us to execute a function when the document is fully loaded.</a:t>
            </a:r>
          </a:p>
          <a:p>
            <a:pPr lvl="0" algn="just">
              <a:spcBef>
                <a:spcPts val="1001"/>
              </a:spcBef>
              <a:buNone/>
            </a:pPr>
            <a:endParaRPr lang="en-US" sz="2400"/>
          </a:p>
          <a:p>
            <a:pPr lvl="0">
              <a:spcBef>
                <a:spcPts val="1001"/>
              </a:spcBef>
              <a:buClr>
                <a:srgbClr val="000000"/>
              </a:buClr>
            </a:pPr>
            <a:r>
              <a:rPr lang="en-US" sz="2400" b="1"/>
              <a:t>click()</a:t>
            </a:r>
          </a:p>
          <a:p>
            <a:pPr lvl="0">
              <a:spcBef>
                <a:spcPts val="1001"/>
              </a:spcBef>
              <a:buClr>
                <a:srgbClr val="000000"/>
              </a:buClr>
            </a:pPr>
            <a:r>
              <a:rPr lang="en-US" sz="2400"/>
              <a:t>The </a:t>
            </a:r>
            <a:r>
              <a:rPr lang="en-US"/>
              <a:t>click()</a:t>
            </a:r>
            <a:r>
              <a:rPr lang="en-US" sz="2400"/>
              <a:t> method attaches an event handler function to an HTML element.</a:t>
            </a:r>
          </a:p>
          <a:p>
            <a:pPr lvl="0">
              <a:spcBef>
                <a:spcPts val="1001"/>
              </a:spcBef>
              <a:buClr>
                <a:srgbClr val="000000"/>
              </a:buClr>
            </a:pPr>
            <a:r>
              <a:rPr lang="en-US" sz="2400"/>
              <a:t>The function is executed when the user clicks on the HTML element.</a:t>
            </a:r>
          </a:p>
          <a:p>
            <a:pPr marL="457200" lvl="0" algn="just">
              <a:spcBef>
                <a:spcPts val="499"/>
              </a:spcBef>
              <a:buNone/>
              <a:tabLst>
                <a:tab pos="457200" algn="l"/>
              </a:tabLst>
            </a:pPr>
            <a:r>
              <a:rPr lang="en-US" sz="2400"/>
              <a:t>$(</a:t>
            </a:r>
            <a:r>
              <a:rPr lang="en-US" sz="2400">
                <a:solidFill>
                  <a:srgbClr val="008000"/>
                </a:solidFill>
              </a:rPr>
              <a:t>"p"</a:t>
            </a:r>
            <a:r>
              <a:rPr lang="en-US" sz="2400"/>
              <a:t>).click(</a:t>
            </a:r>
            <a:r>
              <a:rPr lang="en-US" sz="2400">
                <a:solidFill>
                  <a:srgbClr val="005CC5"/>
                </a:solidFill>
              </a:rPr>
              <a:t>function</a:t>
            </a:r>
            <a:r>
              <a:rPr lang="en-US" sz="2400"/>
              <a:t>(){</a:t>
            </a:r>
          </a:p>
          <a:p>
            <a:pPr marL="457200" lvl="0" algn="just">
              <a:spcBef>
                <a:spcPts val="499"/>
              </a:spcBef>
              <a:buNone/>
              <a:tabLst>
                <a:tab pos="457200" algn="l"/>
              </a:tabLst>
            </a:pPr>
            <a:r>
              <a:rPr lang="en-US" sz="2400"/>
              <a:t>	$(</a:t>
            </a:r>
            <a:r>
              <a:rPr lang="en-US" sz="2400">
                <a:solidFill>
                  <a:srgbClr val="005CC5"/>
                </a:solidFill>
              </a:rPr>
              <a:t>this</a:t>
            </a:r>
            <a:r>
              <a:rPr lang="en-US" sz="2400"/>
              <a:t>).hide();</a:t>
            </a:r>
          </a:p>
          <a:p>
            <a:pPr marL="457200" lvl="0" algn="just">
              <a:spcBef>
                <a:spcPts val="499"/>
              </a:spcBef>
              <a:buNone/>
              <a:tabLst>
                <a:tab pos="457200" algn="l"/>
              </a:tabLst>
            </a:pPr>
            <a:r>
              <a:rPr lang="en-US" sz="2400"/>
              <a:t>});</a:t>
            </a:r>
          </a:p>
          <a:p>
            <a:pPr lvl="0">
              <a:spcBef>
                <a:spcPts val="1001"/>
              </a:spcBef>
              <a:buClr>
                <a:srgbClr val="000000"/>
              </a:buClr>
              <a:tabLst>
                <a:tab pos="0" algn="l"/>
              </a:tabLst>
            </a:pPr>
            <a:r>
              <a:rPr lang="en-US" sz="2400" b="1"/>
              <a:t>dblclick()</a:t>
            </a:r>
          </a:p>
          <a:p>
            <a:pPr lvl="0">
              <a:spcBef>
                <a:spcPts val="1001"/>
              </a:spcBef>
              <a:buClr>
                <a:srgbClr val="000000"/>
              </a:buClr>
              <a:tabLst>
                <a:tab pos="0" algn="l"/>
              </a:tabLst>
            </a:pPr>
            <a:r>
              <a:rPr lang="en-US" sz="2400"/>
              <a:t>The </a:t>
            </a:r>
            <a:r>
              <a:rPr lang="en-US"/>
              <a:t>dblclick()</a:t>
            </a:r>
            <a:r>
              <a:rPr lang="en-US" sz="2400"/>
              <a:t> method attaches an event handler function to an HTML element.</a:t>
            </a:r>
          </a:p>
          <a:p>
            <a:pPr marL="457200" lvl="0" algn="just">
              <a:spcBef>
                <a:spcPts val="499"/>
              </a:spcBef>
              <a:buNone/>
              <a:tabLst>
                <a:tab pos="457200" algn="l"/>
              </a:tabLst>
            </a:pPr>
            <a:r>
              <a:rPr lang="en-US" sz="2400"/>
              <a:t>$(</a:t>
            </a:r>
            <a:r>
              <a:rPr lang="en-US" sz="2400">
                <a:solidFill>
                  <a:srgbClr val="008000"/>
                </a:solidFill>
              </a:rPr>
              <a:t>"p"</a:t>
            </a:r>
            <a:r>
              <a:rPr lang="en-US" sz="2400"/>
              <a:t>).dblclick(</a:t>
            </a:r>
            <a:r>
              <a:rPr lang="en-US" sz="2400">
                <a:solidFill>
                  <a:srgbClr val="005CC5"/>
                </a:solidFill>
              </a:rPr>
              <a:t>function</a:t>
            </a:r>
            <a:r>
              <a:rPr lang="en-US" sz="2400"/>
              <a:t>(){</a:t>
            </a:r>
          </a:p>
          <a:p>
            <a:pPr marL="457200" lvl="0" algn="just">
              <a:spcBef>
                <a:spcPts val="499"/>
              </a:spcBef>
              <a:buNone/>
              <a:tabLst>
                <a:tab pos="457200" algn="l"/>
              </a:tabLst>
            </a:pPr>
            <a:r>
              <a:rPr lang="en-US" sz="2400"/>
              <a:t>	$(</a:t>
            </a:r>
            <a:r>
              <a:rPr lang="en-US" sz="2400">
                <a:solidFill>
                  <a:srgbClr val="005CC5"/>
                </a:solidFill>
              </a:rPr>
              <a:t>this</a:t>
            </a:r>
            <a:r>
              <a:rPr lang="en-US" sz="2400"/>
              <a:t>).hide();</a:t>
            </a:r>
          </a:p>
          <a:p>
            <a:pPr marL="457200" lvl="0" algn="just">
              <a:spcBef>
                <a:spcPts val="499"/>
              </a:spcBef>
              <a:buNone/>
              <a:tabLst>
                <a:tab pos="457200" algn="l"/>
              </a:tabLst>
            </a:pPr>
            <a:r>
              <a:rPr lang="en-US" sz="2400"/>
              <a:t>});</a:t>
            </a:r>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IN" sz="2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page30">
    <p:spTree>
      <p:nvGrpSpPr>
        <p:cNvPr id="1" name=""/>
        <p:cNvGrpSpPr/>
        <p:nvPr/>
      </p:nvGrpSpPr>
      <p:grpSpPr>
        <a:xfrm>
          <a:off x="0" y="0"/>
          <a:ext cx="0" cy="0"/>
          <a:chOff x="0" y="0"/>
          <a:chExt cx="0" cy="0"/>
        </a:xfrm>
      </p:grpSpPr>
      <p:sp>
        <p:nvSpPr>
          <p:cNvPr id="2" name="Content Placeholder 3"/>
          <p:cNvSpPr txBox="1">
            <a:spLocks noGrp="1"/>
          </p:cNvSpPr>
          <p:nvPr>
            <p:ph type="body" idx="4294967295"/>
          </p:nvPr>
        </p:nvSpPr>
        <p:spPr>
          <a:xfrm>
            <a:off x="838080" y="254520"/>
            <a:ext cx="10515240" cy="6409800"/>
          </a:xfrm>
        </p:spPr>
        <p:txBody>
          <a:bodyPr/>
          <a:lstStyle/>
          <a:p>
            <a:pPr lvl="0">
              <a:spcBef>
                <a:spcPts val="1001"/>
              </a:spcBef>
              <a:buNone/>
            </a:pPr>
            <a:endParaRPr lang="en-US"/>
          </a:p>
          <a:p>
            <a:pPr lvl="0">
              <a:spcBef>
                <a:spcPts val="1001"/>
              </a:spcBef>
              <a:buClr>
                <a:srgbClr val="000000"/>
              </a:buClr>
            </a:pPr>
            <a:r>
              <a:rPr lang="en-US" sz="2400" b="1"/>
              <a:t>mouseenter()</a:t>
            </a:r>
          </a:p>
          <a:p>
            <a:pPr lvl="0">
              <a:spcBef>
                <a:spcPts val="1001"/>
              </a:spcBef>
              <a:buClr>
                <a:srgbClr val="000000"/>
              </a:buClr>
            </a:pPr>
            <a:r>
              <a:rPr lang="en-US" sz="2400"/>
              <a:t>The </a:t>
            </a:r>
            <a:r>
              <a:rPr lang="en-US"/>
              <a:t>mouseenter()</a:t>
            </a:r>
            <a:r>
              <a:rPr lang="en-US" sz="2400"/>
              <a:t> method attaches an event handler function to an HTML element.</a:t>
            </a:r>
          </a:p>
          <a:p>
            <a:pPr marL="457200" lvl="0" algn="just">
              <a:spcBef>
                <a:spcPts val="499"/>
              </a:spcBef>
              <a:buNone/>
              <a:tabLst>
                <a:tab pos="457200" algn="l"/>
              </a:tabLst>
            </a:pPr>
            <a:r>
              <a:rPr lang="en-US" sz="2400"/>
              <a:t>$(</a:t>
            </a:r>
            <a:r>
              <a:rPr lang="en-US" sz="2400">
                <a:solidFill>
                  <a:srgbClr val="008000"/>
                </a:solidFill>
              </a:rPr>
              <a:t>"#p1"</a:t>
            </a:r>
            <a:r>
              <a:rPr lang="en-US" sz="2400"/>
              <a:t>).mouseenter(</a:t>
            </a:r>
            <a:r>
              <a:rPr lang="en-US" sz="2400">
                <a:solidFill>
                  <a:srgbClr val="005CC5"/>
                </a:solidFill>
              </a:rPr>
              <a:t>function</a:t>
            </a:r>
            <a:r>
              <a:rPr lang="en-US" sz="2400"/>
              <a:t>(){</a:t>
            </a:r>
          </a:p>
          <a:p>
            <a:pPr marL="457200" lvl="0" algn="just">
              <a:spcBef>
                <a:spcPts val="499"/>
              </a:spcBef>
              <a:buNone/>
              <a:tabLst>
                <a:tab pos="457200" algn="l"/>
              </a:tabLst>
            </a:pPr>
            <a:r>
              <a:rPr lang="en-US" sz="2400"/>
              <a:t>alert(</a:t>
            </a:r>
            <a:r>
              <a:rPr lang="en-US" sz="2400">
                <a:solidFill>
                  <a:srgbClr val="008000"/>
                </a:solidFill>
              </a:rPr>
              <a:t>"You entered p1!"</a:t>
            </a:r>
            <a:r>
              <a:rPr lang="en-US" sz="2400"/>
              <a:t>);</a:t>
            </a:r>
          </a:p>
          <a:p>
            <a:pPr marL="457200" lvl="0" algn="just">
              <a:spcBef>
                <a:spcPts val="499"/>
              </a:spcBef>
              <a:buNone/>
              <a:tabLst>
                <a:tab pos="457200" algn="l"/>
              </a:tabLst>
            </a:pPr>
            <a:r>
              <a:rPr lang="en-US" sz="2400"/>
              <a:t>});</a:t>
            </a:r>
          </a:p>
          <a:p>
            <a:pPr lvl="0" algn="just">
              <a:spcBef>
                <a:spcPts val="1001"/>
              </a:spcBef>
              <a:buNone/>
              <a:tabLst>
                <a:tab pos="0" algn="l"/>
              </a:tabLst>
            </a:pPr>
            <a:endParaRPr lang="en-US" sz="2400"/>
          </a:p>
          <a:p>
            <a:pPr lvl="0">
              <a:spcBef>
                <a:spcPts val="1001"/>
              </a:spcBef>
              <a:buClr>
                <a:srgbClr val="000000"/>
              </a:buClr>
              <a:tabLst>
                <a:tab pos="0" algn="l"/>
              </a:tabLst>
            </a:pPr>
            <a:r>
              <a:rPr lang="en-US" sz="2400" b="1"/>
              <a:t>mouseleave()</a:t>
            </a:r>
          </a:p>
          <a:p>
            <a:pPr lvl="0">
              <a:spcBef>
                <a:spcPts val="1001"/>
              </a:spcBef>
              <a:buClr>
                <a:srgbClr val="000000"/>
              </a:buClr>
              <a:tabLst>
                <a:tab pos="0" algn="l"/>
              </a:tabLst>
            </a:pPr>
            <a:r>
              <a:rPr lang="en-US" sz="2400"/>
              <a:t>The </a:t>
            </a:r>
            <a:r>
              <a:rPr lang="en-US"/>
              <a:t>mouseleave()</a:t>
            </a:r>
            <a:r>
              <a:rPr lang="en-US" sz="2400"/>
              <a:t> method attaches an event handler function to an HTML element.</a:t>
            </a:r>
          </a:p>
          <a:p>
            <a:pPr marL="457200" lvl="0" algn="just">
              <a:spcBef>
                <a:spcPts val="499"/>
              </a:spcBef>
              <a:buNone/>
              <a:tabLst>
                <a:tab pos="457200" algn="l"/>
              </a:tabLst>
            </a:pPr>
            <a:r>
              <a:rPr lang="en-US" sz="2400"/>
              <a:t>$(</a:t>
            </a:r>
            <a:r>
              <a:rPr lang="en-US" sz="2400">
                <a:solidFill>
                  <a:srgbClr val="008000"/>
                </a:solidFill>
              </a:rPr>
              <a:t>"#p1"</a:t>
            </a:r>
            <a:r>
              <a:rPr lang="en-US" sz="2400"/>
              <a:t>).mouseleave(</a:t>
            </a:r>
            <a:r>
              <a:rPr lang="en-US" sz="2400">
                <a:solidFill>
                  <a:srgbClr val="005CC5"/>
                </a:solidFill>
              </a:rPr>
              <a:t>function</a:t>
            </a:r>
            <a:r>
              <a:rPr lang="en-US" sz="2400"/>
              <a:t>(){ </a:t>
            </a:r>
          </a:p>
          <a:p>
            <a:pPr marL="457200" lvl="0" algn="just">
              <a:spcBef>
                <a:spcPts val="499"/>
              </a:spcBef>
              <a:buNone/>
              <a:tabLst>
                <a:tab pos="457200" algn="l"/>
              </a:tabLst>
            </a:pPr>
            <a:r>
              <a:rPr lang="en-US" sz="2400"/>
              <a:t>	alert(</a:t>
            </a:r>
            <a:r>
              <a:rPr lang="en-US" sz="2400">
                <a:solidFill>
                  <a:srgbClr val="008000"/>
                </a:solidFill>
              </a:rPr>
              <a:t>"Bye! You now leave p1!"</a:t>
            </a:r>
            <a:r>
              <a:rPr lang="en-US" sz="2400"/>
              <a:t>);</a:t>
            </a:r>
          </a:p>
          <a:p>
            <a:pPr marL="457200" lvl="0" algn="just">
              <a:spcBef>
                <a:spcPts val="499"/>
              </a:spcBef>
              <a:buNone/>
              <a:tabLst>
                <a:tab pos="457200" algn="l"/>
              </a:tabLst>
            </a:pPr>
            <a:r>
              <a:rPr lang="en-US" sz="2400"/>
              <a:t>});</a:t>
            </a:r>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IN" sz="2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page31">
    <p:spTree>
      <p:nvGrpSpPr>
        <p:cNvPr id="1" name=""/>
        <p:cNvGrpSpPr/>
        <p:nvPr/>
      </p:nvGrpSpPr>
      <p:grpSpPr>
        <a:xfrm>
          <a:off x="0" y="0"/>
          <a:ext cx="0" cy="0"/>
          <a:chOff x="0" y="0"/>
          <a:chExt cx="0" cy="0"/>
        </a:xfrm>
      </p:grpSpPr>
      <p:sp>
        <p:nvSpPr>
          <p:cNvPr id="2" name="Content Placeholder 4"/>
          <p:cNvSpPr txBox="1">
            <a:spLocks noGrp="1"/>
          </p:cNvSpPr>
          <p:nvPr>
            <p:ph type="body" idx="4294967295"/>
          </p:nvPr>
        </p:nvSpPr>
        <p:spPr>
          <a:xfrm>
            <a:off x="838080" y="254520"/>
            <a:ext cx="10515240" cy="6409800"/>
          </a:xfrm>
        </p:spPr>
        <p:txBody>
          <a:bodyPr/>
          <a:lstStyle/>
          <a:p>
            <a:pPr lvl="0">
              <a:spcBef>
                <a:spcPts val="1001"/>
              </a:spcBef>
              <a:buNone/>
            </a:pPr>
            <a:endParaRPr lang="en-US"/>
          </a:p>
          <a:p>
            <a:pPr lvl="0">
              <a:spcBef>
                <a:spcPts val="1001"/>
              </a:spcBef>
              <a:buClr>
                <a:srgbClr val="000000"/>
              </a:buClr>
            </a:pPr>
            <a:r>
              <a:rPr lang="en-US" sz="2400" b="1"/>
              <a:t>mousedown()</a:t>
            </a:r>
          </a:p>
          <a:p>
            <a:pPr lvl="0">
              <a:spcBef>
                <a:spcPts val="1001"/>
              </a:spcBef>
              <a:buClr>
                <a:srgbClr val="000000"/>
              </a:buClr>
            </a:pPr>
            <a:r>
              <a:rPr lang="en-US" sz="2400"/>
              <a:t>The </a:t>
            </a:r>
            <a:r>
              <a:rPr lang="en-US"/>
              <a:t>mousedown()</a:t>
            </a:r>
            <a:r>
              <a:rPr lang="en-US" sz="2400"/>
              <a:t> method attaches an event handler function to an HTML element.</a:t>
            </a:r>
          </a:p>
          <a:p>
            <a:pPr lvl="0">
              <a:spcBef>
                <a:spcPts val="1001"/>
              </a:spcBef>
              <a:buClr>
                <a:srgbClr val="000000"/>
              </a:buClr>
            </a:pPr>
            <a:r>
              <a:rPr lang="en-US" sz="2400"/>
              <a:t>The function is executed, when the left, middle or right mouse button is pressed down, while the mouse is over the HTML element:</a:t>
            </a:r>
          </a:p>
          <a:p>
            <a:pPr marL="457200" lvl="0">
              <a:spcBef>
                <a:spcPts val="499"/>
              </a:spcBef>
              <a:buNone/>
              <a:tabLst>
                <a:tab pos="457200" algn="l"/>
              </a:tabLst>
            </a:pPr>
            <a:r>
              <a:rPr lang="en-US" sz="2400"/>
              <a:t>$(</a:t>
            </a:r>
            <a:r>
              <a:rPr lang="en-US" sz="2400">
                <a:solidFill>
                  <a:srgbClr val="008000"/>
                </a:solidFill>
              </a:rPr>
              <a:t>"#p1"</a:t>
            </a:r>
            <a:r>
              <a:rPr lang="en-US" sz="2400"/>
              <a:t>).mousedown(</a:t>
            </a:r>
            <a:r>
              <a:rPr lang="en-US" sz="2400">
                <a:solidFill>
                  <a:srgbClr val="005CC5"/>
                </a:solidFill>
              </a:rPr>
              <a:t>function</a:t>
            </a:r>
            <a:r>
              <a:rPr lang="en-US" sz="2400"/>
              <a:t>(){</a:t>
            </a:r>
            <a:br>
              <a:rPr lang="en-US" sz="2400"/>
            </a:br>
            <a:r>
              <a:rPr lang="en-US" sz="2400"/>
              <a:t>  alert(</a:t>
            </a:r>
            <a:r>
              <a:rPr lang="en-US" sz="2400">
                <a:solidFill>
                  <a:srgbClr val="008000"/>
                </a:solidFill>
              </a:rPr>
              <a:t>"Mouse down over p1!"</a:t>
            </a:r>
            <a:r>
              <a:rPr lang="en-US" sz="2400"/>
              <a:t>);</a:t>
            </a:r>
            <a:br>
              <a:rPr lang="en-US" sz="2400"/>
            </a:br>
            <a:r>
              <a:rPr lang="en-US" sz="2400"/>
              <a:t>});</a:t>
            </a:r>
          </a:p>
          <a:p>
            <a:pPr lvl="0">
              <a:spcBef>
                <a:spcPts val="1001"/>
              </a:spcBef>
              <a:buClr>
                <a:srgbClr val="000000"/>
              </a:buClr>
              <a:tabLst>
                <a:tab pos="0" algn="l"/>
              </a:tabLst>
            </a:pPr>
            <a:r>
              <a:rPr lang="en-US" sz="2400" b="1"/>
              <a:t>mouseup()</a:t>
            </a:r>
          </a:p>
          <a:p>
            <a:pPr lvl="0">
              <a:spcBef>
                <a:spcPts val="1001"/>
              </a:spcBef>
              <a:buClr>
                <a:srgbClr val="000000"/>
              </a:buClr>
              <a:tabLst>
                <a:tab pos="0" algn="l"/>
              </a:tabLst>
            </a:pPr>
            <a:r>
              <a:rPr lang="en-US" sz="2400"/>
              <a:t>The </a:t>
            </a:r>
            <a:r>
              <a:rPr lang="en-US"/>
              <a:t>mouseup()</a:t>
            </a:r>
            <a:r>
              <a:rPr lang="en-US" sz="2400"/>
              <a:t> method attaches an event handler function to an HTML element.</a:t>
            </a:r>
          </a:p>
          <a:p>
            <a:pPr marL="457200" lvl="0">
              <a:spcBef>
                <a:spcPts val="499"/>
              </a:spcBef>
              <a:buNone/>
              <a:tabLst>
                <a:tab pos="457200" algn="l"/>
              </a:tabLst>
            </a:pPr>
            <a:r>
              <a:rPr lang="en-US" sz="2400"/>
              <a:t>$(</a:t>
            </a:r>
            <a:r>
              <a:rPr lang="en-US" sz="2400">
                <a:solidFill>
                  <a:srgbClr val="008000"/>
                </a:solidFill>
              </a:rPr>
              <a:t>"#p1"</a:t>
            </a:r>
            <a:r>
              <a:rPr lang="en-US" sz="2400"/>
              <a:t>).mouseup(</a:t>
            </a:r>
            <a:r>
              <a:rPr lang="en-US" sz="2400">
                <a:solidFill>
                  <a:srgbClr val="005CC5"/>
                </a:solidFill>
              </a:rPr>
              <a:t>function</a:t>
            </a:r>
            <a:r>
              <a:rPr lang="en-US" sz="2400"/>
              <a:t>(){</a:t>
            </a:r>
            <a:br>
              <a:rPr lang="en-US" sz="2400"/>
            </a:br>
            <a:r>
              <a:rPr lang="en-US" sz="2400"/>
              <a:t>  alert(</a:t>
            </a:r>
            <a:r>
              <a:rPr lang="en-US" sz="2400">
                <a:solidFill>
                  <a:srgbClr val="008000"/>
                </a:solidFill>
              </a:rPr>
              <a:t>"Mouse up over p1!"</a:t>
            </a:r>
            <a:r>
              <a:rPr lang="en-US" sz="2400"/>
              <a:t>);</a:t>
            </a:r>
            <a:br>
              <a:rPr lang="en-US" sz="2400"/>
            </a:br>
            <a:r>
              <a:rPr lang="en-US" sz="2400"/>
              <a:t>});</a:t>
            </a:r>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IN" sz="2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page32">
    <p:spTree>
      <p:nvGrpSpPr>
        <p:cNvPr id="1" name=""/>
        <p:cNvGrpSpPr/>
        <p:nvPr/>
      </p:nvGrpSpPr>
      <p:grpSpPr>
        <a:xfrm>
          <a:off x="0" y="0"/>
          <a:ext cx="0" cy="0"/>
          <a:chOff x="0" y="0"/>
          <a:chExt cx="0" cy="0"/>
        </a:xfrm>
      </p:grpSpPr>
      <p:sp>
        <p:nvSpPr>
          <p:cNvPr id="2" name="Content Placeholder 6"/>
          <p:cNvSpPr txBox="1">
            <a:spLocks noGrp="1"/>
          </p:cNvSpPr>
          <p:nvPr>
            <p:ph type="body" idx="4294967295"/>
          </p:nvPr>
        </p:nvSpPr>
        <p:spPr>
          <a:xfrm>
            <a:off x="838080" y="254520"/>
            <a:ext cx="10515240" cy="6409800"/>
          </a:xfrm>
        </p:spPr>
        <p:txBody>
          <a:bodyPr>
            <a:normAutofit lnSpcReduction="10000"/>
          </a:bodyPr>
          <a:lstStyle/>
          <a:p>
            <a:pPr lvl="0">
              <a:spcBef>
                <a:spcPts val="1001"/>
              </a:spcBef>
              <a:buNone/>
            </a:pPr>
            <a:endParaRPr lang="en-US"/>
          </a:p>
          <a:p>
            <a:pPr lvl="0">
              <a:spcBef>
                <a:spcPts val="1001"/>
              </a:spcBef>
              <a:buClr>
                <a:srgbClr val="000000"/>
              </a:buClr>
            </a:pPr>
            <a:r>
              <a:rPr lang="en-US" sz="2400" b="1"/>
              <a:t>hover()</a:t>
            </a:r>
          </a:p>
          <a:p>
            <a:pPr lvl="0">
              <a:spcBef>
                <a:spcPts val="1001"/>
              </a:spcBef>
              <a:buClr>
                <a:srgbClr val="000000"/>
              </a:buClr>
            </a:pPr>
            <a:r>
              <a:rPr lang="en-US" sz="2000"/>
              <a:t>The </a:t>
            </a:r>
            <a:r>
              <a:rPr lang="en-US" sz="2400"/>
              <a:t>hover()</a:t>
            </a:r>
            <a:r>
              <a:rPr lang="en-US" sz="2000"/>
              <a:t> method takes two functions and is a combination of the </a:t>
            </a:r>
            <a:r>
              <a:rPr lang="en-US" sz="2400">
                <a:solidFill>
                  <a:srgbClr val="FF0000"/>
                </a:solidFill>
              </a:rPr>
              <a:t>mouseenter()</a:t>
            </a:r>
            <a:r>
              <a:rPr lang="en-US" sz="2000">
                <a:solidFill>
                  <a:srgbClr val="FF0000"/>
                </a:solidFill>
              </a:rPr>
              <a:t> </a:t>
            </a:r>
            <a:r>
              <a:rPr lang="en-US" sz="2000"/>
              <a:t>and </a:t>
            </a:r>
            <a:r>
              <a:rPr lang="en-US" sz="2400">
                <a:solidFill>
                  <a:srgbClr val="FF0000"/>
                </a:solidFill>
              </a:rPr>
              <a:t>mouseleave()</a:t>
            </a:r>
            <a:r>
              <a:rPr lang="en-US" sz="2000">
                <a:solidFill>
                  <a:srgbClr val="FF0000"/>
                </a:solidFill>
              </a:rPr>
              <a:t> </a:t>
            </a:r>
            <a:r>
              <a:rPr lang="en-US" sz="2000"/>
              <a:t>methods.</a:t>
            </a:r>
          </a:p>
          <a:p>
            <a:pPr lvl="0" algn="just">
              <a:spcBef>
                <a:spcPts val="1001"/>
              </a:spcBef>
              <a:buClr>
                <a:srgbClr val="000000"/>
              </a:buClr>
            </a:pPr>
            <a:r>
              <a:rPr lang="en-US" sz="2400"/>
              <a:t>The first function is executed when the mouse enters the HTML element, and the second function is executed when the mouse leaves the HTML element:</a:t>
            </a:r>
          </a:p>
          <a:p>
            <a:pPr marL="457200" lvl="0" algn="just">
              <a:spcBef>
                <a:spcPts val="499"/>
              </a:spcBef>
              <a:buNone/>
              <a:tabLst>
                <a:tab pos="457200" algn="l"/>
              </a:tabLst>
            </a:pPr>
            <a:r>
              <a:rPr lang="en-US" sz="2000"/>
              <a:t>$(</a:t>
            </a:r>
            <a:r>
              <a:rPr lang="en-US" sz="2000">
                <a:solidFill>
                  <a:srgbClr val="008000"/>
                </a:solidFill>
              </a:rPr>
              <a:t>"#p1"</a:t>
            </a:r>
            <a:r>
              <a:rPr lang="en-US" sz="2000"/>
              <a:t>).hover(</a:t>
            </a:r>
            <a:r>
              <a:rPr lang="en-US" sz="2000">
                <a:solidFill>
                  <a:srgbClr val="005CC5"/>
                </a:solidFill>
              </a:rPr>
              <a:t>function</a:t>
            </a:r>
            <a:r>
              <a:rPr lang="en-US" sz="2000"/>
              <a:t>(){</a:t>
            </a:r>
          </a:p>
          <a:p>
            <a:pPr marL="457200" lvl="0" algn="just">
              <a:spcBef>
                <a:spcPts val="499"/>
              </a:spcBef>
              <a:buNone/>
              <a:tabLst>
                <a:tab pos="457200" algn="l"/>
              </a:tabLst>
            </a:pPr>
            <a:r>
              <a:rPr lang="en-US" sz="2000"/>
              <a:t>	alert(</a:t>
            </a:r>
            <a:r>
              <a:rPr lang="en-US" sz="2000">
                <a:solidFill>
                  <a:srgbClr val="008000"/>
                </a:solidFill>
              </a:rPr>
              <a:t>"You entered p1!"</a:t>
            </a:r>
            <a:r>
              <a:rPr lang="en-US" sz="2000"/>
              <a:t>);</a:t>
            </a:r>
          </a:p>
          <a:p>
            <a:pPr marL="457200" lvl="0" algn="just">
              <a:spcBef>
                <a:spcPts val="499"/>
              </a:spcBef>
              <a:buNone/>
              <a:tabLst>
                <a:tab pos="457200" algn="l"/>
              </a:tabLst>
            </a:pPr>
            <a:r>
              <a:rPr lang="en-US" sz="2000"/>
              <a:t>},</a:t>
            </a:r>
          </a:p>
          <a:p>
            <a:pPr marL="457200" lvl="0" algn="just">
              <a:spcBef>
                <a:spcPts val="499"/>
              </a:spcBef>
              <a:buNone/>
              <a:tabLst>
                <a:tab pos="457200" algn="l"/>
              </a:tabLst>
            </a:pPr>
            <a:r>
              <a:rPr lang="en-US" sz="2000">
                <a:solidFill>
                  <a:srgbClr val="005CC5"/>
                </a:solidFill>
              </a:rPr>
              <a:t>function</a:t>
            </a:r>
            <a:r>
              <a:rPr lang="en-US" sz="2000"/>
              <a:t>(){</a:t>
            </a:r>
          </a:p>
          <a:p>
            <a:pPr marL="457200" lvl="0" algn="just">
              <a:spcBef>
                <a:spcPts val="499"/>
              </a:spcBef>
              <a:buNone/>
              <a:tabLst>
                <a:tab pos="457200" algn="l"/>
              </a:tabLst>
            </a:pPr>
            <a:r>
              <a:rPr lang="en-US" sz="2000"/>
              <a:t>	alert(</a:t>
            </a:r>
            <a:r>
              <a:rPr lang="en-US" sz="2000">
                <a:solidFill>
                  <a:srgbClr val="008000"/>
                </a:solidFill>
              </a:rPr>
              <a:t>"Bye! You now leave p1!"</a:t>
            </a:r>
            <a:r>
              <a:rPr lang="en-US" sz="2000"/>
              <a:t>);</a:t>
            </a:r>
          </a:p>
          <a:p>
            <a:pPr marL="457200" lvl="0" algn="just">
              <a:spcBef>
                <a:spcPts val="499"/>
              </a:spcBef>
              <a:buNone/>
              <a:tabLst>
                <a:tab pos="457200" algn="l"/>
              </a:tabLst>
            </a:pPr>
            <a:r>
              <a:rPr lang="en-US" sz="2000"/>
              <a:t>});</a:t>
            </a:r>
          </a:p>
          <a:p>
            <a:pPr lvl="0">
              <a:spcBef>
                <a:spcPts val="1001"/>
              </a:spcBef>
              <a:buClr>
                <a:srgbClr val="000000"/>
              </a:buClr>
              <a:tabLst>
                <a:tab pos="0" algn="l"/>
              </a:tabLst>
            </a:pPr>
            <a:r>
              <a:rPr lang="en-US" sz="2400" b="1"/>
              <a:t>focus()</a:t>
            </a:r>
          </a:p>
          <a:p>
            <a:pPr lvl="0">
              <a:spcBef>
                <a:spcPts val="1001"/>
              </a:spcBef>
              <a:buClr>
                <a:srgbClr val="000000"/>
              </a:buClr>
              <a:tabLst>
                <a:tab pos="0" algn="l"/>
              </a:tabLst>
            </a:pPr>
            <a:r>
              <a:rPr lang="en-US" sz="2400"/>
              <a:t>The </a:t>
            </a:r>
            <a:r>
              <a:rPr lang="en-US"/>
              <a:t>focus()</a:t>
            </a:r>
            <a:r>
              <a:rPr lang="en-US" sz="2400"/>
              <a:t> method attaches an event handler function to an HTML form field.</a:t>
            </a:r>
          </a:p>
          <a:p>
            <a:pPr lvl="0">
              <a:spcBef>
                <a:spcPts val="1001"/>
              </a:spcBef>
              <a:buClr>
                <a:srgbClr val="000000"/>
              </a:buClr>
              <a:tabLst>
                <a:tab pos="0" algn="l"/>
              </a:tabLst>
            </a:pPr>
            <a:r>
              <a:rPr lang="en-US" sz="2400"/>
              <a:t>The function is executed when the form field gets focus:</a:t>
            </a:r>
          </a:p>
          <a:p>
            <a:pPr marL="457200" lvl="0">
              <a:spcBef>
                <a:spcPts val="499"/>
              </a:spcBef>
              <a:buNone/>
              <a:tabLst>
                <a:tab pos="457200" algn="l"/>
              </a:tabLst>
            </a:pPr>
            <a:r>
              <a:rPr lang="en-US" sz="2000"/>
              <a:t>$(</a:t>
            </a:r>
            <a:r>
              <a:rPr lang="en-US" sz="2000">
                <a:solidFill>
                  <a:srgbClr val="008000"/>
                </a:solidFill>
              </a:rPr>
              <a:t>"input"</a:t>
            </a:r>
            <a:r>
              <a:rPr lang="en-US" sz="2000"/>
              <a:t>).focus(</a:t>
            </a:r>
            <a:r>
              <a:rPr lang="en-US" sz="2000">
                <a:solidFill>
                  <a:srgbClr val="005CC5"/>
                </a:solidFill>
              </a:rPr>
              <a:t>function</a:t>
            </a:r>
            <a:r>
              <a:rPr lang="en-US" sz="2000"/>
              <a:t>(){</a:t>
            </a:r>
            <a:br>
              <a:rPr lang="en-US" sz="2000"/>
            </a:br>
            <a:r>
              <a:rPr lang="en-US" sz="2000"/>
              <a:t>  $(</a:t>
            </a:r>
            <a:r>
              <a:rPr lang="en-US" sz="2000">
                <a:solidFill>
                  <a:srgbClr val="005CC5"/>
                </a:solidFill>
              </a:rPr>
              <a:t>this</a:t>
            </a:r>
            <a:r>
              <a:rPr lang="en-US" sz="2000"/>
              <a:t>).css(</a:t>
            </a:r>
            <a:r>
              <a:rPr lang="en-US" sz="2000">
                <a:solidFill>
                  <a:srgbClr val="008000"/>
                </a:solidFill>
              </a:rPr>
              <a:t>"background-color"</a:t>
            </a:r>
            <a:r>
              <a:rPr lang="en-US" sz="2000"/>
              <a:t>, </a:t>
            </a:r>
            <a:r>
              <a:rPr lang="en-US" sz="2000">
                <a:solidFill>
                  <a:srgbClr val="008000"/>
                </a:solidFill>
              </a:rPr>
              <a:t>"#cccccc"</a:t>
            </a:r>
            <a:r>
              <a:rPr lang="en-US" sz="2000"/>
              <a:t>);</a:t>
            </a:r>
            <a:br>
              <a:rPr lang="en-US" sz="2000"/>
            </a:br>
            <a:r>
              <a:rPr lang="en-US" sz="2000"/>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page33">
    <p:spTree>
      <p:nvGrpSpPr>
        <p:cNvPr id="1" name=""/>
        <p:cNvGrpSpPr/>
        <p:nvPr/>
      </p:nvGrpSpPr>
      <p:grpSpPr>
        <a:xfrm>
          <a:off x="0" y="0"/>
          <a:ext cx="0" cy="0"/>
          <a:chOff x="0" y="0"/>
          <a:chExt cx="0" cy="0"/>
        </a:xfrm>
      </p:grpSpPr>
      <p:sp>
        <p:nvSpPr>
          <p:cNvPr id="2" name="Content Placeholder 7"/>
          <p:cNvSpPr txBox="1">
            <a:spLocks noGrp="1"/>
          </p:cNvSpPr>
          <p:nvPr>
            <p:ph type="body" idx="4294967295"/>
          </p:nvPr>
        </p:nvSpPr>
        <p:spPr>
          <a:xfrm>
            <a:off x="838080" y="254520"/>
            <a:ext cx="10515240" cy="6409800"/>
          </a:xfrm>
        </p:spPr>
        <p:txBody>
          <a:bodyPr>
            <a:normAutofit fontScale="92500" lnSpcReduction="20000"/>
          </a:bodyPr>
          <a:lstStyle/>
          <a:p>
            <a:pPr lvl="0">
              <a:spcBef>
                <a:spcPts val="1001"/>
              </a:spcBef>
              <a:buClr>
                <a:srgbClr val="000000"/>
              </a:buClr>
            </a:pPr>
            <a:r>
              <a:rPr lang="en-US" sz="2400" b="1"/>
              <a:t>blur()</a:t>
            </a:r>
          </a:p>
          <a:p>
            <a:pPr lvl="0">
              <a:spcBef>
                <a:spcPts val="1001"/>
              </a:spcBef>
              <a:buClr>
                <a:srgbClr val="000000"/>
              </a:buClr>
            </a:pPr>
            <a:r>
              <a:rPr lang="en-US" sz="2400"/>
              <a:t>The </a:t>
            </a:r>
            <a:r>
              <a:rPr lang="en-US"/>
              <a:t>blur()</a:t>
            </a:r>
            <a:r>
              <a:rPr lang="en-US" sz="2400"/>
              <a:t> method attaches an event handler function to an HTML form field.</a:t>
            </a:r>
          </a:p>
          <a:p>
            <a:pPr lvl="0">
              <a:spcBef>
                <a:spcPts val="1001"/>
              </a:spcBef>
              <a:buClr>
                <a:srgbClr val="000000"/>
              </a:buClr>
            </a:pPr>
            <a:r>
              <a:rPr lang="en-US" sz="2400"/>
              <a:t>The function is executed when the form field loses focus:</a:t>
            </a:r>
          </a:p>
          <a:p>
            <a:pPr marL="457200" lvl="0">
              <a:spcBef>
                <a:spcPts val="499"/>
              </a:spcBef>
              <a:buNone/>
              <a:tabLst>
                <a:tab pos="457200" algn="l"/>
              </a:tabLst>
            </a:pPr>
            <a:r>
              <a:rPr lang="en-US" sz="2400"/>
              <a:t>$(</a:t>
            </a:r>
            <a:r>
              <a:rPr lang="en-US" sz="2400">
                <a:solidFill>
                  <a:srgbClr val="008000"/>
                </a:solidFill>
              </a:rPr>
              <a:t>"input"</a:t>
            </a:r>
            <a:r>
              <a:rPr lang="en-US" sz="2400"/>
              <a:t>).blur(</a:t>
            </a:r>
            <a:r>
              <a:rPr lang="en-US" sz="2400">
                <a:solidFill>
                  <a:srgbClr val="005CC5"/>
                </a:solidFill>
              </a:rPr>
              <a:t>function</a:t>
            </a:r>
            <a:r>
              <a:rPr lang="en-US" sz="2400"/>
              <a:t>(){</a:t>
            </a:r>
            <a:br>
              <a:rPr lang="en-US" sz="2400"/>
            </a:br>
            <a:r>
              <a:rPr lang="en-US" sz="2400"/>
              <a:t>  $(</a:t>
            </a:r>
            <a:r>
              <a:rPr lang="en-US" sz="2400">
                <a:solidFill>
                  <a:srgbClr val="005CC5"/>
                </a:solidFill>
              </a:rPr>
              <a:t>this</a:t>
            </a:r>
            <a:r>
              <a:rPr lang="en-US" sz="2400"/>
              <a:t>).css(</a:t>
            </a:r>
            <a:r>
              <a:rPr lang="en-US" sz="2400">
                <a:solidFill>
                  <a:srgbClr val="008000"/>
                </a:solidFill>
              </a:rPr>
              <a:t>"background-color"</a:t>
            </a:r>
            <a:r>
              <a:rPr lang="en-US" sz="2400"/>
              <a:t>, </a:t>
            </a:r>
            <a:r>
              <a:rPr lang="en-US" sz="2400">
                <a:solidFill>
                  <a:srgbClr val="008000"/>
                </a:solidFill>
              </a:rPr>
              <a:t>"#ffffff"</a:t>
            </a:r>
            <a:r>
              <a:rPr lang="en-US" sz="2400"/>
              <a:t>);</a:t>
            </a:r>
            <a:br>
              <a:rPr lang="en-US" sz="2400"/>
            </a:br>
            <a:r>
              <a:rPr lang="en-US" sz="2400"/>
              <a:t>});</a:t>
            </a:r>
          </a:p>
          <a:p>
            <a:pPr lvl="0" algn="just">
              <a:spcBef>
                <a:spcPts val="1001"/>
              </a:spcBef>
              <a:buClr>
                <a:srgbClr val="000000"/>
              </a:buClr>
              <a:tabLst>
                <a:tab pos="0" algn="l"/>
              </a:tabLst>
            </a:pPr>
            <a:r>
              <a:rPr lang="en-IN" sz="2400" b="1"/>
              <a:t>The on() Method</a:t>
            </a:r>
          </a:p>
          <a:p>
            <a:pPr lvl="0" algn="just">
              <a:spcBef>
                <a:spcPts val="1001"/>
              </a:spcBef>
              <a:buClr>
                <a:srgbClr val="000000"/>
              </a:buClr>
              <a:tabLst>
                <a:tab pos="0" algn="l"/>
              </a:tabLst>
            </a:pPr>
            <a:r>
              <a:rPr lang="en-US" sz="2400"/>
              <a:t>The </a:t>
            </a:r>
            <a:r>
              <a:rPr lang="en-US"/>
              <a:t>on()</a:t>
            </a:r>
            <a:r>
              <a:rPr lang="en-US" sz="2400"/>
              <a:t> method attaches one or more event handlers for the selected elements.</a:t>
            </a:r>
          </a:p>
          <a:p>
            <a:pPr marL="457200" lvl="0" algn="just">
              <a:spcBef>
                <a:spcPts val="499"/>
              </a:spcBef>
              <a:buNone/>
              <a:tabLst>
                <a:tab pos="457200" algn="l"/>
              </a:tabLst>
            </a:pPr>
            <a:r>
              <a:rPr lang="en-US" sz="2000"/>
              <a:t>$(</a:t>
            </a:r>
            <a:r>
              <a:rPr lang="en-US" sz="2000">
                <a:solidFill>
                  <a:srgbClr val="008000"/>
                </a:solidFill>
              </a:rPr>
              <a:t>"p"</a:t>
            </a:r>
            <a:r>
              <a:rPr lang="en-US" sz="2000"/>
              <a:t>).on(</a:t>
            </a:r>
            <a:r>
              <a:rPr lang="en-US" sz="2000">
                <a:solidFill>
                  <a:srgbClr val="008000"/>
                </a:solidFill>
              </a:rPr>
              <a:t>"click"</a:t>
            </a:r>
            <a:r>
              <a:rPr lang="en-US" sz="2000"/>
              <a:t>,</a:t>
            </a:r>
            <a:r>
              <a:rPr lang="en-US" sz="2000">
                <a:solidFill>
                  <a:srgbClr val="005CC5"/>
                </a:solidFill>
              </a:rPr>
              <a:t>function</a:t>
            </a:r>
            <a:r>
              <a:rPr lang="en-US" sz="2000"/>
              <a:t>(){</a:t>
            </a:r>
          </a:p>
          <a:p>
            <a:pPr marL="457200" lvl="0" algn="just">
              <a:spcBef>
                <a:spcPts val="499"/>
              </a:spcBef>
              <a:buNone/>
              <a:tabLst>
                <a:tab pos="457200" algn="l"/>
              </a:tabLst>
            </a:pPr>
            <a:r>
              <a:rPr lang="en-US" sz="2000"/>
              <a:t>	$(</a:t>
            </a:r>
            <a:r>
              <a:rPr lang="en-US" sz="2000">
                <a:solidFill>
                  <a:srgbClr val="005CC5"/>
                </a:solidFill>
              </a:rPr>
              <a:t>this</a:t>
            </a:r>
            <a:r>
              <a:rPr lang="en-US" sz="2000"/>
              <a:t>).hide();</a:t>
            </a:r>
          </a:p>
          <a:p>
            <a:pPr marL="457200" lvl="0" algn="just">
              <a:spcBef>
                <a:spcPts val="499"/>
              </a:spcBef>
              <a:buNone/>
              <a:tabLst>
                <a:tab pos="457200" algn="l"/>
              </a:tabLst>
            </a:pPr>
            <a:r>
              <a:rPr lang="en-US" sz="2000"/>
              <a:t>});</a:t>
            </a:r>
          </a:p>
          <a:p>
            <a:pPr lvl="0" algn="just">
              <a:spcBef>
                <a:spcPts val="1001"/>
              </a:spcBef>
              <a:buClr>
                <a:srgbClr val="000000"/>
              </a:buClr>
              <a:tabLst>
                <a:tab pos="0" algn="l"/>
              </a:tabLst>
            </a:pPr>
            <a:r>
              <a:rPr lang="en-US" sz="2400"/>
              <a:t>Attach multiple event handlers to a </a:t>
            </a:r>
            <a:r>
              <a:rPr lang="en-US"/>
              <a:t>&lt;p&gt;</a:t>
            </a:r>
            <a:r>
              <a:rPr lang="en-US" sz="2400"/>
              <a:t> element:</a:t>
            </a:r>
          </a:p>
          <a:p>
            <a:pPr marL="457200" lvl="0" algn="just">
              <a:spcBef>
                <a:spcPts val="499"/>
              </a:spcBef>
              <a:buNone/>
              <a:tabLst>
                <a:tab pos="457200" algn="l"/>
              </a:tabLst>
            </a:pPr>
            <a:r>
              <a:rPr lang="en-IN" sz="1700"/>
              <a:t>$(</a:t>
            </a:r>
            <a:r>
              <a:rPr lang="en-IN" sz="1700">
                <a:solidFill>
                  <a:srgbClr val="008000"/>
                </a:solidFill>
              </a:rPr>
              <a:t>"p"</a:t>
            </a:r>
            <a:r>
              <a:rPr lang="en-IN" sz="1700"/>
              <a:t>).on({</a:t>
            </a:r>
          </a:p>
          <a:p>
            <a:pPr marL="457200" lvl="0" algn="just">
              <a:spcBef>
                <a:spcPts val="499"/>
              </a:spcBef>
              <a:buNone/>
              <a:tabLst>
                <a:tab pos="457200" algn="l"/>
              </a:tabLst>
            </a:pPr>
            <a:r>
              <a:rPr lang="en-IN" sz="1700"/>
              <a:t>mouseenter:</a:t>
            </a:r>
            <a:r>
              <a:rPr lang="en-IN" sz="1700">
                <a:solidFill>
                  <a:srgbClr val="005CC5"/>
                </a:solidFill>
              </a:rPr>
              <a:t>function</a:t>
            </a:r>
            <a:r>
              <a:rPr lang="en-IN" sz="1700"/>
              <a:t>(){</a:t>
            </a:r>
          </a:p>
          <a:p>
            <a:pPr marL="457200" lvl="0" algn="just">
              <a:spcBef>
                <a:spcPts val="499"/>
              </a:spcBef>
              <a:buNone/>
              <a:tabLst>
                <a:tab pos="457200" algn="l"/>
              </a:tabLst>
            </a:pPr>
            <a:r>
              <a:rPr lang="en-IN" sz="1700"/>
              <a:t>$(</a:t>
            </a:r>
            <a:r>
              <a:rPr lang="en-IN" sz="1700">
                <a:solidFill>
                  <a:srgbClr val="005CC5"/>
                </a:solidFill>
              </a:rPr>
              <a:t>this</a:t>
            </a:r>
            <a:r>
              <a:rPr lang="en-IN" sz="1700"/>
              <a:t>).css(</a:t>
            </a:r>
            <a:r>
              <a:rPr lang="en-IN" sz="1700">
                <a:solidFill>
                  <a:srgbClr val="008000"/>
                </a:solidFill>
              </a:rPr>
              <a:t>"background-color"</a:t>
            </a:r>
            <a:r>
              <a:rPr lang="en-IN" sz="1700"/>
              <a:t>,</a:t>
            </a:r>
            <a:r>
              <a:rPr lang="en-IN" sz="1700">
                <a:solidFill>
                  <a:srgbClr val="008000"/>
                </a:solidFill>
              </a:rPr>
              <a:t>"lightgray"</a:t>
            </a:r>
            <a:r>
              <a:rPr lang="en-IN" sz="1700"/>
              <a:t>);</a:t>
            </a:r>
          </a:p>
          <a:p>
            <a:pPr marL="457200" lvl="0" algn="just">
              <a:spcBef>
                <a:spcPts val="499"/>
              </a:spcBef>
              <a:buNone/>
              <a:tabLst>
                <a:tab pos="457200" algn="l"/>
              </a:tabLst>
            </a:pPr>
            <a:r>
              <a:rPr lang="en-IN" sz="1700"/>
              <a:t>},</a:t>
            </a:r>
          </a:p>
          <a:p>
            <a:pPr marL="457200" lvl="0" algn="just">
              <a:spcBef>
                <a:spcPts val="499"/>
              </a:spcBef>
              <a:buNone/>
              <a:tabLst>
                <a:tab pos="457200" algn="l"/>
              </a:tabLst>
            </a:pPr>
            <a:r>
              <a:rPr lang="en-IN" sz="1700"/>
              <a:t>mouseleave:</a:t>
            </a:r>
            <a:r>
              <a:rPr lang="en-IN" sz="1700">
                <a:solidFill>
                  <a:srgbClr val="005CC5"/>
                </a:solidFill>
              </a:rPr>
              <a:t>function</a:t>
            </a:r>
            <a:r>
              <a:rPr lang="en-IN" sz="1700"/>
              <a:t>(){</a:t>
            </a:r>
          </a:p>
          <a:p>
            <a:pPr marL="457200" lvl="0" algn="just">
              <a:spcBef>
                <a:spcPts val="499"/>
              </a:spcBef>
              <a:buNone/>
              <a:tabLst>
                <a:tab pos="457200" algn="l"/>
              </a:tabLst>
            </a:pPr>
            <a:r>
              <a:rPr lang="en-IN" sz="1700"/>
              <a:t>$(</a:t>
            </a:r>
            <a:r>
              <a:rPr lang="en-IN" sz="1700">
                <a:solidFill>
                  <a:srgbClr val="005CC5"/>
                </a:solidFill>
              </a:rPr>
              <a:t>this</a:t>
            </a:r>
            <a:r>
              <a:rPr lang="en-IN" sz="1700"/>
              <a:t>).css(</a:t>
            </a:r>
            <a:r>
              <a:rPr lang="en-IN" sz="1700">
                <a:solidFill>
                  <a:srgbClr val="008000"/>
                </a:solidFill>
              </a:rPr>
              <a:t>"background-color"</a:t>
            </a:r>
            <a:r>
              <a:rPr lang="en-IN" sz="1700"/>
              <a:t>,</a:t>
            </a:r>
            <a:r>
              <a:rPr lang="en-IN" sz="1700">
                <a:solidFill>
                  <a:srgbClr val="008000"/>
                </a:solidFill>
              </a:rPr>
              <a:t>"lightblue"</a:t>
            </a:r>
            <a:r>
              <a:rPr lang="en-IN" sz="1700"/>
              <a:t>);</a:t>
            </a:r>
          </a:p>
          <a:p>
            <a:pPr marL="457200" lvl="0" algn="just">
              <a:spcBef>
                <a:spcPts val="499"/>
              </a:spcBef>
              <a:buNone/>
              <a:tabLst>
                <a:tab pos="457200" algn="l"/>
              </a:tabLst>
            </a:pPr>
            <a:r>
              <a:rPr lang="en-IN" sz="1700"/>
              <a:t>},</a:t>
            </a:r>
          </a:p>
          <a:p>
            <a:pPr marL="457200" lvl="0" algn="just">
              <a:spcBef>
                <a:spcPts val="499"/>
              </a:spcBef>
              <a:buNone/>
              <a:tabLst>
                <a:tab pos="457200" algn="l"/>
              </a:tabLst>
            </a:pPr>
            <a:r>
              <a:rPr lang="en-IN" sz="1700"/>
              <a:t>click:</a:t>
            </a:r>
            <a:r>
              <a:rPr lang="en-IN" sz="1700">
                <a:solidFill>
                  <a:srgbClr val="005CC5"/>
                </a:solidFill>
              </a:rPr>
              <a:t>function</a:t>
            </a:r>
            <a:r>
              <a:rPr lang="en-IN" sz="1700"/>
              <a:t>(){</a:t>
            </a:r>
          </a:p>
          <a:p>
            <a:pPr marL="457200" lvl="0" algn="just">
              <a:spcBef>
                <a:spcPts val="499"/>
              </a:spcBef>
              <a:buNone/>
              <a:tabLst>
                <a:tab pos="457200" algn="l"/>
              </a:tabLst>
            </a:pPr>
            <a:r>
              <a:rPr lang="en-IN" sz="1700"/>
              <a:t>$(</a:t>
            </a:r>
            <a:r>
              <a:rPr lang="en-IN" sz="1700">
                <a:solidFill>
                  <a:srgbClr val="005CC5"/>
                </a:solidFill>
              </a:rPr>
              <a:t>this</a:t>
            </a:r>
            <a:r>
              <a:rPr lang="en-IN" sz="1700"/>
              <a:t>).css(</a:t>
            </a:r>
            <a:r>
              <a:rPr lang="en-IN" sz="1700">
                <a:solidFill>
                  <a:srgbClr val="008000"/>
                </a:solidFill>
              </a:rPr>
              <a:t>"background-color"</a:t>
            </a:r>
            <a:r>
              <a:rPr lang="en-IN" sz="1700"/>
              <a:t>,</a:t>
            </a:r>
            <a:r>
              <a:rPr lang="en-IN" sz="1700">
                <a:solidFill>
                  <a:srgbClr val="008000"/>
                </a:solidFill>
              </a:rPr>
              <a:t>"yellow"</a:t>
            </a:r>
            <a:r>
              <a:rPr lang="en-IN" sz="1700"/>
              <a:t>);</a:t>
            </a:r>
          </a:p>
          <a:p>
            <a:pPr marL="457200" lvl="0" algn="just">
              <a:spcBef>
                <a:spcPts val="499"/>
              </a:spcBef>
              <a:buNone/>
              <a:tabLst>
                <a:tab pos="457200" algn="l"/>
              </a:tabLst>
            </a:pPr>
            <a:r>
              <a:rPr lang="en-IN" sz="1700"/>
              <a:t>}</a:t>
            </a:r>
          </a:p>
          <a:p>
            <a:pPr marL="457200" lvl="0" algn="just">
              <a:spcBef>
                <a:spcPts val="499"/>
              </a:spcBef>
              <a:buNone/>
              <a:tabLst>
                <a:tab pos="457200" algn="l"/>
              </a:tabLst>
            </a:pPr>
            <a:r>
              <a:rPr lang="en-IN" sz="1700"/>
              <a:t>});</a:t>
            </a:r>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US" sz="2400"/>
          </a:p>
          <a:p>
            <a:pPr lvl="0" algn="just">
              <a:spcBef>
                <a:spcPts val="1001"/>
              </a:spcBef>
              <a:buNone/>
              <a:tabLst>
                <a:tab pos="0" algn="l"/>
              </a:tabLst>
            </a:pPr>
            <a:endParaRPr lang="en-IN" sz="240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8D4187-543A-DF02-24E8-3F5BF9F7705D}"/>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727A960-3DB3-D7B2-DB6D-FB0DB73583C4}"/>
              </a:ext>
            </a:extLst>
          </p:cNvPr>
          <p:cNvSpPr>
            <a:spLocks noGrp="1"/>
          </p:cNvSpPr>
          <p:nvPr>
            <p:ph idx="1"/>
          </p:nvPr>
        </p:nvSpPr>
        <p:spPr>
          <a:xfrm>
            <a:off x="838200" y="254524"/>
            <a:ext cx="10515600" cy="6410227"/>
          </a:xfrm>
        </p:spPr>
        <p:txBody>
          <a:bodyPr>
            <a:normAutofit lnSpcReduction="10000"/>
          </a:bodyPr>
          <a:lstStyle/>
          <a:p>
            <a:r>
              <a:rPr lang="en-IN" b="1" dirty="0">
                <a:solidFill>
                  <a:srgbClr val="FF0000"/>
                </a:solidFill>
              </a:rPr>
              <a:t>jQuery Effects</a:t>
            </a:r>
            <a:endParaRPr lang="en-US" dirty="0">
              <a:solidFill>
                <a:srgbClr val="FF0000"/>
              </a:solidFill>
            </a:endParaRPr>
          </a:p>
          <a:p>
            <a:pPr algn="just"/>
            <a:r>
              <a:rPr lang="en-US" sz="2400" dirty="0">
                <a:solidFill>
                  <a:srgbClr val="FF3399"/>
                </a:solidFill>
              </a:rPr>
              <a:t>Hide, Show, Toggle, Slide, Fade, and Animate</a:t>
            </a:r>
            <a:r>
              <a:rPr lang="en-US" sz="2400" dirty="0"/>
              <a:t>.</a:t>
            </a:r>
          </a:p>
          <a:p>
            <a:r>
              <a:rPr lang="en-US" sz="2400" b="1" dirty="0"/>
              <a:t>jQuery hide() and show()</a:t>
            </a:r>
          </a:p>
          <a:p>
            <a:r>
              <a:rPr lang="en-US" sz="2400" dirty="0"/>
              <a:t>With jQuery, you can hide and show HTML elements with the </a:t>
            </a:r>
            <a:r>
              <a:rPr lang="en-US" dirty="0">
                <a:solidFill>
                  <a:srgbClr val="FF0000"/>
                </a:solidFill>
              </a:rPr>
              <a:t>hide()</a:t>
            </a:r>
            <a:r>
              <a:rPr lang="en-US" sz="2400" dirty="0">
                <a:solidFill>
                  <a:srgbClr val="FF0000"/>
                </a:solidFill>
              </a:rPr>
              <a:t> </a:t>
            </a:r>
            <a:r>
              <a:rPr lang="en-US" sz="2400" dirty="0"/>
              <a:t>and </a:t>
            </a:r>
            <a:r>
              <a:rPr lang="en-US" dirty="0">
                <a:solidFill>
                  <a:srgbClr val="FF0000"/>
                </a:solidFill>
              </a:rPr>
              <a:t>show()</a:t>
            </a:r>
            <a:r>
              <a:rPr lang="en-US" sz="2400" dirty="0">
                <a:solidFill>
                  <a:srgbClr val="FF0000"/>
                </a:solidFill>
              </a:rPr>
              <a:t> </a:t>
            </a:r>
            <a:r>
              <a:rPr lang="en-US" sz="2400" dirty="0"/>
              <a:t>methods.</a:t>
            </a:r>
          </a:p>
          <a:p>
            <a:pPr algn="just"/>
            <a:r>
              <a:rPr lang="en-IN" sz="2400" b="1" dirty="0"/>
              <a:t>Syntax:</a:t>
            </a:r>
            <a:endParaRPr lang="en-US" sz="2400" b="1" dirty="0"/>
          </a:p>
          <a:p>
            <a:pPr lvl="1" algn="just"/>
            <a:r>
              <a:rPr lang="en-US" dirty="0"/>
              <a:t>$(</a:t>
            </a:r>
            <a:r>
              <a:rPr lang="en-US" i="1" dirty="0"/>
              <a:t>selector</a:t>
            </a:r>
            <a:r>
              <a:rPr lang="en-US" dirty="0"/>
              <a:t>).hide(</a:t>
            </a:r>
            <a:r>
              <a:rPr lang="en-US" i="1" dirty="0" err="1"/>
              <a:t>speed,callback</a:t>
            </a:r>
            <a:r>
              <a:rPr lang="en-US" dirty="0"/>
              <a:t>);</a:t>
            </a:r>
          </a:p>
          <a:p>
            <a:pPr lvl="1" algn="just"/>
            <a:r>
              <a:rPr lang="en-US" dirty="0"/>
              <a:t>$(</a:t>
            </a:r>
            <a:r>
              <a:rPr lang="en-US" i="1" dirty="0"/>
              <a:t>selector</a:t>
            </a:r>
            <a:r>
              <a:rPr lang="en-US" dirty="0"/>
              <a:t>).show(</a:t>
            </a:r>
            <a:r>
              <a:rPr lang="en-US" i="1" dirty="0" err="1"/>
              <a:t>speed,callback</a:t>
            </a:r>
            <a:r>
              <a:rPr lang="en-US" dirty="0"/>
              <a:t>); </a:t>
            </a:r>
            <a:endParaRPr lang="en-US" sz="2000" dirty="0"/>
          </a:p>
          <a:p>
            <a:r>
              <a:rPr lang="en-US" sz="2400" dirty="0"/>
              <a:t>The optional speed parameter specifies the speed of the hiding/showing, and can take the following values: "slow", "fast", or milliseconds.</a:t>
            </a:r>
          </a:p>
          <a:p>
            <a:r>
              <a:rPr lang="en-US" sz="2400" dirty="0"/>
              <a:t>The optional callback parameter is a function to be executed after the </a:t>
            </a:r>
            <a:r>
              <a:rPr lang="en-US" dirty="0"/>
              <a:t>hide()</a:t>
            </a:r>
            <a:r>
              <a:rPr lang="en-US" sz="2400" dirty="0"/>
              <a:t> or </a:t>
            </a:r>
            <a:r>
              <a:rPr lang="en-US" dirty="0"/>
              <a:t>show()</a:t>
            </a:r>
            <a:r>
              <a:rPr lang="en-US" sz="2400" dirty="0"/>
              <a:t> method completes.</a:t>
            </a:r>
          </a:p>
          <a:p>
            <a:pPr algn="just"/>
            <a:r>
              <a:rPr lang="en-IN" sz="2400" b="1" dirty="0"/>
              <a:t>jQuery toggle()</a:t>
            </a:r>
          </a:p>
          <a:p>
            <a:pPr algn="just"/>
            <a:r>
              <a:rPr lang="en-US" sz="2400" dirty="0"/>
              <a:t>You can also toggle between hiding and showing an element with the </a:t>
            </a:r>
            <a:r>
              <a:rPr lang="en-US" dirty="0"/>
              <a:t>toggle()</a:t>
            </a:r>
            <a:r>
              <a:rPr lang="en-US" sz="2400" dirty="0"/>
              <a:t> method.</a:t>
            </a:r>
          </a:p>
          <a:p>
            <a:pPr lvl="1" algn="just"/>
            <a:r>
              <a:rPr lang="en-IN" dirty="0"/>
              <a:t>$(</a:t>
            </a:r>
            <a:r>
              <a:rPr lang="en-IN" i="1" dirty="0"/>
              <a:t>selector</a:t>
            </a:r>
            <a:r>
              <a:rPr lang="en-IN" dirty="0"/>
              <a:t>).toggle(</a:t>
            </a:r>
            <a:r>
              <a:rPr lang="en-IN" i="1" dirty="0" err="1"/>
              <a:t>speed,callback</a:t>
            </a:r>
            <a:r>
              <a:rPr lang="en-IN" dirty="0"/>
              <a:t>); </a:t>
            </a:r>
            <a:endParaRPr lang="en-US" sz="20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11003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2D6A1D7-ABF8-B1DE-1A76-B18B864D6472}"/>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0CEB9C9-C55C-0765-E386-8F91F76F5674}"/>
              </a:ext>
            </a:extLst>
          </p:cNvPr>
          <p:cNvSpPr>
            <a:spLocks noGrp="1"/>
          </p:cNvSpPr>
          <p:nvPr>
            <p:ph idx="1"/>
          </p:nvPr>
        </p:nvSpPr>
        <p:spPr>
          <a:xfrm>
            <a:off x="838200" y="254524"/>
            <a:ext cx="10515600" cy="6410227"/>
          </a:xfrm>
        </p:spPr>
        <p:txBody>
          <a:bodyPr/>
          <a:lstStyle/>
          <a:p>
            <a:r>
              <a:rPr lang="en-IN" b="1" dirty="0"/>
              <a:t>jQuery Effects - Fading</a:t>
            </a:r>
          </a:p>
          <a:p>
            <a:pPr algn="just"/>
            <a:r>
              <a:rPr lang="en-IN" sz="2400" b="1" dirty="0"/>
              <a:t>jQuery Fading Methods</a:t>
            </a:r>
          </a:p>
          <a:p>
            <a:pPr algn="just"/>
            <a:r>
              <a:rPr lang="en-US" sz="2400" dirty="0"/>
              <a:t>With jQuery you can fade an element in and out of visibility</a:t>
            </a:r>
          </a:p>
          <a:p>
            <a:pPr algn="just"/>
            <a:r>
              <a:rPr lang="en-US" sz="2400" dirty="0"/>
              <a:t>jQuery has the following fade methods:</a:t>
            </a:r>
          </a:p>
          <a:p>
            <a:pPr lvl="1"/>
            <a:r>
              <a:rPr lang="en-IN" sz="2000" dirty="0" err="1">
                <a:solidFill>
                  <a:srgbClr val="FF3399"/>
                </a:solidFill>
                <a:latin typeface="Courier New" panose="02070309020205020404" pitchFamily="49" charset="0"/>
              </a:rPr>
              <a:t>fadeIn</a:t>
            </a:r>
            <a:r>
              <a:rPr lang="en-IN" sz="2000" dirty="0">
                <a:solidFill>
                  <a:srgbClr val="FF3399"/>
                </a:solidFill>
                <a:latin typeface="Courier New" panose="02070309020205020404" pitchFamily="49" charset="0"/>
              </a:rPr>
              <a:t>()	</a:t>
            </a:r>
            <a:endParaRPr lang="en-IN" sz="2000" dirty="0">
              <a:solidFill>
                <a:srgbClr val="FF3399"/>
              </a:solidFill>
            </a:endParaRPr>
          </a:p>
          <a:p>
            <a:pPr lvl="1"/>
            <a:r>
              <a:rPr lang="en-IN" sz="2000" dirty="0" err="1">
                <a:solidFill>
                  <a:srgbClr val="FF3399"/>
                </a:solidFill>
                <a:latin typeface="Courier New" panose="02070309020205020404" pitchFamily="49" charset="0"/>
              </a:rPr>
              <a:t>fadeOut</a:t>
            </a:r>
            <a:r>
              <a:rPr lang="en-IN" sz="2000" dirty="0">
                <a:solidFill>
                  <a:srgbClr val="FF3399"/>
                </a:solidFill>
                <a:latin typeface="Courier New" panose="02070309020205020404" pitchFamily="49" charset="0"/>
              </a:rPr>
              <a:t>()</a:t>
            </a:r>
            <a:endParaRPr lang="en-IN" sz="2000" dirty="0">
              <a:solidFill>
                <a:srgbClr val="FF3399"/>
              </a:solidFill>
            </a:endParaRPr>
          </a:p>
          <a:p>
            <a:pPr lvl="1"/>
            <a:r>
              <a:rPr lang="en-IN" sz="2000" dirty="0" err="1">
                <a:solidFill>
                  <a:srgbClr val="FF3399"/>
                </a:solidFill>
                <a:latin typeface="Courier New" panose="02070309020205020404" pitchFamily="49" charset="0"/>
              </a:rPr>
              <a:t>fadeToggle</a:t>
            </a:r>
            <a:r>
              <a:rPr lang="en-IN" sz="2000" dirty="0">
                <a:solidFill>
                  <a:srgbClr val="FF3399"/>
                </a:solidFill>
                <a:latin typeface="Courier New" panose="02070309020205020404" pitchFamily="49" charset="0"/>
              </a:rPr>
              <a:t>()</a:t>
            </a:r>
            <a:endParaRPr lang="en-IN" sz="2000" dirty="0">
              <a:solidFill>
                <a:srgbClr val="FF3399"/>
              </a:solidFill>
            </a:endParaRPr>
          </a:p>
          <a:p>
            <a:pPr lvl="1"/>
            <a:r>
              <a:rPr lang="en-IN" sz="2000" dirty="0" err="1">
                <a:solidFill>
                  <a:srgbClr val="FF3399"/>
                </a:solidFill>
                <a:latin typeface="Courier New" panose="02070309020205020404" pitchFamily="49" charset="0"/>
              </a:rPr>
              <a:t>fadeTo</a:t>
            </a:r>
            <a:r>
              <a:rPr lang="en-IN" sz="2000" dirty="0">
                <a:solidFill>
                  <a:srgbClr val="FF3399"/>
                </a:solidFill>
                <a:latin typeface="Courier New" panose="02070309020205020404" pitchFamily="49" charset="0"/>
              </a:rPr>
              <a:t>()</a:t>
            </a:r>
            <a:endParaRPr lang="en-IN" sz="2000" dirty="0">
              <a:solidFill>
                <a:srgbClr val="FF3399"/>
              </a:solidFill>
            </a:endParaRPr>
          </a:p>
          <a:p>
            <a:pPr algn="just"/>
            <a:r>
              <a:rPr lang="en-IN" sz="2400" dirty="0"/>
              <a:t>$(</a:t>
            </a:r>
            <a:r>
              <a:rPr lang="en-IN" sz="2400" i="1" dirty="0"/>
              <a:t>selector</a:t>
            </a:r>
            <a:r>
              <a:rPr lang="en-IN" sz="2400" dirty="0"/>
              <a:t>).</a:t>
            </a:r>
            <a:r>
              <a:rPr lang="en-IN" sz="2400" dirty="0" err="1"/>
              <a:t>fadeIn</a:t>
            </a:r>
            <a:r>
              <a:rPr lang="en-IN" sz="2400" dirty="0"/>
              <a:t>(</a:t>
            </a:r>
            <a:r>
              <a:rPr lang="en-IN" sz="2400" i="1" dirty="0" err="1"/>
              <a:t>speed,callback</a:t>
            </a:r>
            <a:r>
              <a:rPr lang="en-IN" sz="2400" dirty="0"/>
              <a:t>);</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 xmlns:a16="http://schemas.microsoft.com/office/drawing/2014/main" id="{1D5C0FFB-68B2-C533-B81D-D45CF3BFCD2F}"/>
              </a:ext>
            </a:extLst>
          </p:cNvPr>
          <p:cNvPicPr>
            <a:picLocks noChangeAspect="1"/>
          </p:cNvPicPr>
          <p:nvPr/>
        </p:nvPicPr>
        <p:blipFill>
          <a:blip r:embed="rId2"/>
          <a:stretch>
            <a:fillRect/>
          </a:stretch>
        </p:blipFill>
        <p:spPr>
          <a:xfrm>
            <a:off x="7915529" y="3241346"/>
            <a:ext cx="3105583" cy="1495634"/>
          </a:xfrm>
          <a:prstGeom prst="rect">
            <a:avLst/>
          </a:prstGeom>
        </p:spPr>
      </p:pic>
      <p:pic>
        <p:nvPicPr>
          <p:cNvPr id="6" name="Picture 5">
            <a:extLst>
              <a:ext uri="{FF2B5EF4-FFF2-40B4-BE49-F238E27FC236}">
                <a16:creationId xmlns="" xmlns:a16="http://schemas.microsoft.com/office/drawing/2014/main" id="{38754CCA-3490-3C8C-28EF-989FA67237FC}"/>
              </a:ext>
            </a:extLst>
          </p:cNvPr>
          <p:cNvPicPr>
            <a:picLocks noChangeAspect="1"/>
          </p:cNvPicPr>
          <p:nvPr/>
        </p:nvPicPr>
        <p:blipFill>
          <a:blip r:embed="rId3"/>
          <a:stretch>
            <a:fillRect/>
          </a:stretch>
        </p:blipFill>
        <p:spPr>
          <a:xfrm>
            <a:off x="8855722" y="1313575"/>
            <a:ext cx="3153215" cy="1524213"/>
          </a:xfrm>
          <a:prstGeom prst="rect">
            <a:avLst/>
          </a:prstGeom>
        </p:spPr>
      </p:pic>
      <p:pic>
        <p:nvPicPr>
          <p:cNvPr id="8" name="Picture 7">
            <a:extLst>
              <a:ext uri="{FF2B5EF4-FFF2-40B4-BE49-F238E27FC236}">
                <a16:creationId xmlns="" xmlns:a16="http://schemas.microsoft.com/office/drawing/2014/main" id="{65C33F77-807F-A2A6-8F47-532D4ADC4EEB}"/>
              </a:ext>
            </a:extLst>
          </p:cNvPr>
          <p:cNvPicPr>
            <a:picLocks noChangeAspect="1"/>
          </p:cNvPicPr>
          <p:nvPr/>
        </p:nvPicPr>
        <p:blipFill>
          <a:blip r:embed="rId4"/>
          <a:stretch>
            <a:fillRect/>
          </a:stretch>
        </p:blipFill>
        <p:spPr>
          <a:xfrm>
            <a:off x="4276471" y="4574377"/>
            <a:ext cx="3639058" cy="1505160"/>
          </a:xfrm>
          <a:prstGeom prst="rect">
            <a:avLst/>
          </a:prstGeom>
        </p:spPr>
      </p:pic>
      <p:pic>
        <p:nvPicPr>
          <p:cNvPr id="10" name="Picture 9">
            <a:extLst>
              <a:ext uri="{FF2B5EF4-FFF2-40B4-BE49-F238E27FC236}">
                <a16:creationId xmlns="" xmlns:a16="http://schemas.microsoft.com/office/drawing/2014/main" id="{5FF671C4-7EC9-00AD-5C92-1828B4F8C330}"/>
              </a:ext>
            </a:extLst>
          </p:cNvPr>
          <p:cNvPicPr>
            <a:picLocks noChangeAspect="1"/>
          </p:cNvPicPr>
          <p:nvPr/>
        </p:nvPicPr>
        <p:blipFill>
          <a:blip r:embed="rId5"/>
          <a:stretch>
            <a:fillRect/>
          </a:stretch>
        </p:blipFill>
        <p:spPr>
          <a:xfrm>
            <a:off x="971470" y="5398214"/>
            <a:ext cx="3534268" cy="1448002"/>
          </a:xfrm>
          <a:prstGeom prst="rect">
            <a:avLst/>
          </a:prstGeom>
        </p:spPr>
      </p:pic>
    </p:spTree>
    <p:extLst>
      <p:ext uri="{BB962C8B-B14F-4D97-AF65-F5344CB8AC3E}">
        <p14:creationId xmlns:p14="http://schemas.microsoft.com/office/powerpoint/2010/main" val="4151402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6FF48D1-E0B9-90E6-54F0-1693985E9523}"/>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F8FF566-385D-BC1F-133A-A1EA53B9889D}"/>
              </a:ext>
            </a:extLst>
          </p:cNvPr>
          <p:cNvSpPr>
            <a:spLocks noGrp="1"/>
          </p:cNvSpPr>
          <p:nvPr>
            <p:ph idx="1"/>
          </p:nvPr>
        </p:nvSpPr>
        <p:spPr>
          <a:xfrm>
            <a:off x="838200" y="254524"/>
            <a:ext cx="10515600" cy="6410227"/>
          </a:xfrm>
        </p:spPr>
        <p:txBody>
          <a:bodyPr>
            <a:normAutofit/>
          </a:bodyPr>
          <a:lstStyle/>
          <a:p>
            <a:r>
              <a:rPr lang="en-IN" b="1" dirty="0"/>
              <a:t>jQuery Effects - Sliding</a:t>
            </a:r>
            <a:endParaRPr lang="en-US" dirty="0"/>
          </a:p>
          <a:p>
            <a:r>
              <a:rPr lang="en-US" sz="2400" dirty="0"/>
              <a:t>With jQuery you can create a sliding effect on elements.</a:t>
            </a:r>
          </a:p>
          <a:p>
            <a:r>
              <a:rPr lang="en-US" sz="2400" dirty="0"/>
              <a:t>jQuery has the following slide methods:</a:t>
            </a:r>
          </a:p>
          <a:p>
            <a:pPr lvl="1"/>
            <a:r>
              <a:rPr lang="en-US" dirty="0" err="1">
                <a:solidFill>
                  <a:srgbClr val="FF3399"/>
                </a:solidFill>
              </a:rPr>
              <a:t>slideDown</a:t>
            </a:r>
            <a:r>
              <a:rPr lang="en-US" dirty="0">
                <a:solidFill>
                  <a:srgbClr val="FF3399"/>
                </a:solidFill>
              </a:rPr>
              <a:t>()</a:t>
            </a:r>
            <a:endParaRPr lang="en-US" sz="2000" dirty="0">
              <a:solidFill>
                <a:srgbClr val="FF3399"/>
              </a:solidFill>
            </a:endParaRPr>
          </a:p>
          <a:p>
            <a:pPr lvl="1"/>
            <a:r>
              <a:rPr lang="en-US" dirty="0" err="1">
                <a:solidFill>
                  <a:srgbClr val="FF3399"/>
                </a:solidFill>
              </a:rPr>
              <a:t>slideUp</a:t>
            </a:r>
            <a:r>
              <a:rPr lang="en-US" dirty="0">
                <a:solidFill>
                  <a:srgbClr val="FF3399"/>
                </a:solidFill>
              </a:rPr>
              <a:t>()</a:t>
            </a:r>
            <a:endParaRPr lang="en-US" sz="2000" dirty="0">
              <a:solidFill>
                <a:srgbClr val="FF3399"/>
              </a:solidFill>
            </a:endParaRPr>
          </a:p>
          <a:p>
            <a:pPr lvl="1"/>
            <a:r>
              <a:rPr lang="en-US" dirty="0" err="1">
                <a:solidFill>
                  <a:srgbClr val="FF3399"/>
                </a:solidFill>
              </a:rPr>
              <a:t>slideToggle</a:t>
            </a:r>
            <a:r>
              <a:rPr lang="en-US" dirty="0">
                <a:solidFill>
                  <a:srgbClr val="FF3399"/>
                </a:solidFill>
              </a:rPr>
              <a:t>()</a:t>
            </a:r>
            <a:endParaRPr lang="en-US" sz="2000" dirty="0">
              <a:solidFill>
                <a:srgbClr val="FF3399"/>
              </a:solidFill>
            </a:endParaRPr>
          </a:p>
          <a:p>
            <a:pPr algn="just"/>
            <a:r>
              <a:rPr lang="en-IN" sz="2400" b="1" dirty="0"/>
              <a:t>jQuery </a:t>
            </a:r>
            <a:r>
              <a:rPr lang="en-IN" sz="2400" b="1" dirty="0" err="1"/>
              <a:t>slideDown</a:t>
            </a:r>
            <a:r>
              <a:rPr lang="en-IN" sz="2400" b="1" dirty="0"/>
              <a:t>() Method</a:t>
            </a:r>
          </a:p>
          <a:p>
            <a:pPr lvl="1" algn="just"/>
            <a:r>
              <a:rPr lang="en-US" sz="2000" dirty="0"/>
              <a:t>The jQuery </a:t>
            </a:r>
            <a:r>
              <a:rPr lang="en-US" dirty="0" err="1"/>
              <a:t>slideDown</a:t>
            </a:r>
            <a:r>
              <a:rPr lang="en-US" dirty="0"/>
              <a:t>()</a:t>
            </a:r>
            <a:r>
              <a:rPr lang="en-US" sz="2000" dirty="0"/>
              <a:t> method is used to slide down an element.</a:t>
            </a:r>
          </a:p>
          <a:p>
            <a:r>
              <a:rPr lang="en-US" sz="2400" b="1" dirty="0"/>
              <a:t>Syntax: </a:t>
            </a:r>
            <a:r>
              <a:rPr lang="en-US" sz="2400" dirty="0"/>
              <a:t>$(</a:t>
            </a:r>
            <a:r>
              <a:rPr lang="en-US" sz="2400" i="1" dirty="0"/>
              <a:t>selector</a:t>
            </a:r>
            <a:r>
              <a:rPr lang="en-US" sz="2400" dirty="0"/>
              <a:t>).</a:t>
            </a:r>
            <a:r>
              <a:rPr lang="en-US" sz="2400" dirty="0" err="1"/>
              <a:t>slideDown</a:t>
            </a:r>
            <a:r>
              <a:rPr lang="en-US" sz="2400" dirty="0"/>
              <a:t>(</a:t>
            </a:r>
            <a:r>
              <a:rPr lang="en-US" sz="2400" i="1" dirty="0" err="1"/>
              <a:t>speed,callback</a:t>
            </a:r>
            <a:r>
              <a:rPr lang="en-US" sz="2400" dirty="0"/>
              <a:t>);</a:t>
            </a:r>
          </a:p>
          <a:p>
            <a:pPr marL="457200" lvl="1" indent="0">
              <a:buNone/>
            </a:pPr>
            <a:r>
              <a:rPr lang="en-US" sz="2000" dirty="0">
                <a:solidFill>
                  <a:srgbClr val="000000"/>
                </a:solidFill>
                <a:effectLst/>
              </a:rPr>
              <a:t>$(</a:t>
            </a:r>
            <a:r>
              <a:rPr lang="en-US" sz="2000" dirty="0">
                <a:solidFill>
                  <a:srgbClr val="008000"/>
                </a:solidFill>
                <a:effectLst/>
              </a:rPr>
              <a:t>"#flip"</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  $(</a:t>
            </a:r>
            <a:r>
              <a:rPr lang="en-US" sz="2000" dirty="0">
                <a:solidFill>
                  <a:srgbClr val="008000"/>
                </a:solidFill>
                <a:effectLst/>
              </a:rPr>
              <a:t>"#panel"</a:t>
            </a:r>
            <a:r>
              <a:rPr lang="en-US" sz="2000" dirty="0">
                <a:solidFill>
                  <a:srgbClr val="000000"/>
                </a:solidFill>
                <a:effectLst/>
              </a:rPr>
              <a:t>).</a:t>
            </a:r>
            <a:r>
              <a:rPr lang="en-US" sz="2000" dirty="0" err="1">
                <a:solidFill>
                  <a:srgbClr val="000000"/>
                </a:solidFill>
                <a:effectLst/>
              </a:rPr>
              <a:t>slideDown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a:t>
            </a:r>
            <a:endParaRPr lang="en-US" sz="3600" dirty="0"/>
          </a:p>
          <a:p>
            <a:pPr algn="just"/>
            <a:r>
              <a:rPr lang="en-IN" sz="2400" b="1" dirty="0"/>
              <a:t>jQuery </a:t>
            </a:r>
            <a:r>
              <a:rPr lang="en-IN" sz="2400" b="1" dirty="0" err="1"/>
              <a:t>slideUp</a:t>
            </a:r>
            <a:r>
              <a:rPr lang="en-IN" sz="2400" b="1" dirty="0"/>
              <a:t>() Method</a:t>
            </a:r>
          </a:p>
          <a:p>
            <a:pPr lvl="1" algn="just"/>
            <a:r>
              <a:rPr lang="en-US" sz="2000" dirty="0"/>
              <a:t>The jQuery </a:t>
            </a:r>
            <a:r>
              <a:rPr lang="en-US" dirty="0" err="1"/>
              <a:t>slideUp</a:t>
            </a:r>
            <a:r>
              <a:rPr lang="en-US" dirty="0"/>
              <a:t>()</a:t>
            </a:r>
            <a:r>
              <a:rPr lang="en-US" sz="2000" dirty="0"/>
              <a:t> method is used to slide up an element.</a:t>
            </a:r>
          </a:p>
          <a:p>
            <a:r>
              <a:rPr lang="en-US" sz="2400" b="1" dirty="0"/>
              <a:t>Syntax: </a:t>
            </a:r>
            <a:r>
              <a:rPr lang="en-US" sz="2400" dirty="0"/>
              <a:t>(</a:t>
            </a:r>
            <a:r>
              <a:rPr lang="en-US" sz="2400" i="1" dirty="0"/>
              <a:t>selector</a:t>
            </a:r>
            <a:r>
              <a:rPr lang="en-US" sz="2400" dirty="0"/>
              <a:t>).</a:t>
            </a:r>
            <a:r>
              <a:rPr lang="en-US" sz="2400" dirty="0" err="1"/>
              <a:t>slideUp</a:t>
            </a:r>
            <a:r>
              <a:rPr lang="en-US" sz="2400" dirty="0"/>
              <a:t>(</a:t>
            </a:r>
            <a:r>
              <a:rPr lang="en-US" sz="2400" i="1" dirty="0" err="1"/>
              <a:t>speed,callback</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919568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E5EBCCE-AC2E-60DD-3BA6-9D7ED728D439}"/>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A51156E-B37B-EA4E-FA15-0077B713B798}"/>
              </a:ext>
            </a:extLst>
          </p:cNvPr>
          <p:cNvSpPr>
            <a:spLocks noGrp="1"/>
          </p:cNvSpPr>
          <p:nvPr>
            <p:ph idx="1"/>
          </p:nvPr>
        </p:nvSpPr>
        <p:spPr>
          <a:xfrm>
            <a:off x="838200" y="254524"/>
            <a:ext cx="10515600" cy="6410227"/>
          </a:xfrm>
        </p:spPr>
        <p:txBody>
          <a:bodyPr/>
          <a:lstStyle/>
          <a:p>
            <a:r>
              <a:rPr lang="en-US" dirty="0"/>
              <a:t>Continued…</a:t>
            </a:r>
          </a:p>
          <a:p>
            <a:pPr algn="just"/>
            <a:r>
              <a:rPr lang="en-IN" sz="2400" b="1" dirty="0"/>
              <a:t>jQuery </a:t>
            </a:r>
            <a:r>
              <a:rPr lang="en-IN" sz="2400" b="1" dirty="0" err="1"/>
              <a:t>slideToggle</a:t>
            </a:r>
            <a:r>
              <a:rPr lang="en-IN" sz="2400" b="1" dirty="0"/>
              <a:t>() Method</a:t>
            </a:r>
          </a:p>
          <a:p>
            <a:pPr lvl="1"/>
            <a:r>
              <a:rPr lang="en-US" sz="2000" dirty="0"/>
              <a:t>The jQuery </a:t>
            </a:r>
            <a:r>
              <a:rPr lang="en-US" dirty="0" err="1"/>
              <a:t>slideToggle</a:t>
            </a:r>
            <a:r>
              <a:rPr lang="en-US" dirty="0"/>
              <a:t>()</a:t>
            </a:r>
            <a:r>
              <a:rPr lang="en-US" sz="2000" dirty="0"/>
              <a:t> method toggles between the </a:t>
            </a:r>
            <a:r>
              <a:rPr lang="en-US" dirty="0" err="1"/>
              <a:t>slideDown</a:t>
            </a:r>
            <a:r>
              <a:rPr lang="en-US" dirty="0"/>
              <a:t>()</a:t>
            </a:r>
            <a:r>
              <a:rPr lang="en-US" sz="2000" dirty="0"/>
              <a:t> and </a:t>
            </a:r>
            <a:r>
              <a:rPr lang="en-US" dirty="0" err="1"/>
              <a:t>slideUp</a:t>
            </a:r>
            <a:r>
              <a:rPr lang="en-US" dirty="0"/>
              <a:t>()</a:t>
            </a:r>
            <a:r>
              <a:rPr lang="en-US" sz="2000" dirty="0"/>
              <a:t> methods.</a:t>
            </a:r>
          </a:p>
          <a:p>
            <a:pPr lvl="1"/>
            <a:r>
              <a:rPr lang="en-US" sz="2000" dirty="0"/>
              <a:t>If the elements have been slid down, </a:t>
            </a:r>
            <a:r>
              <a:rPr lang="en-US" dirty="0" err="1"/>
              <a:t>slideToggle</a:t>
            </a:r>
            <a:r>
              <a:rPr lang="en-US" dirty="0"/>
              <a:t>()</a:t>
            </a:r>
            <a:r>
              <a:rPr lang="en-US" sz="2000" dirty="0"/>
              <a:t> will slide them up.</a:t>
            </a:r>
          </a:p>
          <a:p>
            <a:pPr lvl="1"/>
            <a:r>
              <a:rPr lang="en-US" sz="2000" dirty="0"/>
              <a:t>If the elements have been slid up, </a:t>
            </a:r>
            <a:r>
              <a:rPr lang="en-US" dirty="0" err="1"/>
              <a:t>slideToggle</a:t>
            </a:r>
            <a:r>
              <a:rPr lang="en-US" dirty="0"/>
              <a:t>()</a:t>
            </a:r>
            <a:r>
              <a:rPr lang="en-US" sz="2000" dirty="0"/>
              <a:t> will slide them down. </a:t>
            </a:r>
          </a:p>
          <a:p>
            <a:pPr algn="just"/>
            <a:r>
              <a:rPr lang="en-IN" sz="2400" dirty="0"/>
              <a:t>$(</a:t>
            </a:r>
            <a:r>
              <a:rPr lang="en-IN" sz="2400" i="1" dirty="0"/>
              <a:t>selector</a:t>
            </a:r>
            <a:r>
              <a:rPr lang="en-IN" sz="2400" dirty="0"/>
              <a:t>).</a:t>
            </a:r>
            <a:r>
              <a:rPr lang="en-IN" sz="2400" dirty="0" err="1"/>
              <a:t>slideToggle</a:t>
            </a:r>
            <a:r>
              <a:rPr lang="en-IN" sz="2400" dirty="0"/>
              <a:t>(</a:t>
            </a:r>
            <a:r>
              <a:rPr lang="en-IN" sz="2400" i="1" dirty="0" err="1"/>
              <a:t>speed,callback</a:t>
            </a:r>
            <a:r>
              <a:rPr lang="en-IN" sz="2400" dirty="0"/>
              <a:t>);</a:t>
            </a:r>
            <a:endParaRPr lang="en-US" sz="2400" dirty="0"/>
          </a:p>
          <a:p>
            <a:pPr marL="457200" lvl="1" indent="0" algn="just">
              <a:buNone/>
            </a:pPr>
            <a:r>
              <a:rPr lang="en-US" sz="2000" dirty="0">
                <a:solidFill>
                  <a:srgbClr val="000000"/>
                </a:solidFill>
                <a:effectLst/>
              </a:rPr>
              <a:t>$(</a:t>
            </a:r>
            <a:r>
              <a:rPr lang="en-US" sz="2000" dirty="0">
                <a:solidFill>
                  <a:srgbClr val="008000"/>
                </a:solidFill>
                <a:effectLst/>
              </a:rPr>
              <a:t>"#flip"</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p>
          <a:p>
            <a:pPr marL="457200" lvl="1" indent="0" algn="just">
              <a:buNone/>
            </a:pPr>
            <a:r>
              <a:rPr lang="en-US" sz="2000" dirty="0">
                <a:solidFill>
                  <a:srgbClr val="000000"/>
                </a:solidFill>
              </a:rPr>
              <a:t>	</a:t>
            </a:r>
            <a:r>
              <a:rPr lang="en-US" sz="2000" dirty="0">
                <a:solidFill>
                  <a:srgbClr val="000000"/>
                </a:solidFill>
                <a:effectLst/>
              </a:rPr>
              <a:t>$(</a:t>
            </a:r>
            <a:r>
              <a:rPr lang="en-US" sz="2000" dirty="0">
                <a:solidFill>
                  <a:srgbClr val="008000"/>
                </a:solidFill>
                <a:effectLst/>
              </a:rPr>
              <a:t>"#panel"</a:t>
            </a:r>
            <a:r>
              <a:rPr lang="en-US" sz="2000" dirty="0">
                <a:solidFill>
                  <a:srgbClr val="000000"/>
                </a:solidFill>
                <a:effectLst/>
              </a:rPr>
              <a:t>).</a:t>
            </a:r>
            <a:r>
              <a:rPr lang="en-US" sz="2000" dirty="0" err="1">
                <a:solidFill>
                  <a:srgbClr val="000000"/>
                </a:solidFill>
                <a:effectLst/>
              </a:rPr>
              <a:t>slideToggle</a:t>
            </a:r>
            <a:r>
              <a:rPr lang="en-US" sz="2000" dirty="0">
                <a:solidFill>
                  <a:srgbClr val="000000"/>
                </a:solidFill>
                <a:effectLst/>
              </a:rPr>
              <a:t>();</a:t>
            </a:r>
          </a:p>
          <a:p>
            <a:pPr marL="457200" lvl="1" indent="0" algn="just">
              <a:buNone/>
            </a:pP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325493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4646A53-15AB-4476-E433-D7198EBFF0D2}"/>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C2CCCD1-8C28-62AD-D455-C2908FA18EBA}"/>
              </a:ext>
            </a:extLst>
          </p:cNvPr>
          <p:cNvSpPr>
            <a:spLocks noGrp="1"/>
          </p:cNvSpPr>
          <p:nvPr>
            <p:ph idx="1"/>
          </p:nvPr>
        </p:nvSpPr>
        <p:spPr>
          <a:xfrm>
            <a:off x="838200" y="254524"/>
            <a:ext cx="10515600" cy="6410227"/>
          </a:xfrm>
        </p:spPr>
        <p:txBody>
          <a:bodyPr>
            <a:normAutofit fontScale="92500" lnSpcReduction="10000"/>
          </a:bodyPr>
          <a:lstStyle/>
          <a:p>
            <a:r>
              <a:rPr lang="en-IN" b="1" dirty="0"/>
              <a:t>jQuery Effects - Animation</a:t>
            </a:r>
            <a:endParaRPr lang="en-US" dirty="0"/>
          </a:p>
          <a:p>
            <a:pPr algn="just"/>
            <a:r>
              <a:rPr lang="en-US" sz="2400" dirty="0"/>
              <a:t>The jQuery </a:t>
            </a:r>
            <a:r>
              <a:rPr lang="en-US" dirty="0">
                <a:solidFill>
                  <a:srgbClr val="FF3399"/>
                </a:solidFill>
              </a:rPr>
              <a:t>animate()</a:t>
            </a:r>
            <a:r>
              <a:rPr lang="en-US" sz="2400" dirty="0">
                <a:solidFill>
                  <a:srgbClr val="FF3399"/>
                </a:solidFill>
              </a:rPr>
              <a:t> </a:t>
            </a:r>
            <a:r>
              <a:rPr lang="en-US" sz="2400" dirty="0"/>
              <a:t>method is used to create custom animations.</a:t>
            </a:r>
          </a:p>
          <a:p>
            <a:r>
              <a:rPr lang="en-US" sz="2400" b="1" dirty="0"/>
              <a:t>Syntax: </a:t>
            </a:r>
            <a:r>
              <a:rPr lang="en-US" sz="2400" dirty="0"/>
              <a:t>$(</a:t>
            </a:r>
            <a:r>
              <a:rPr lang="en-US" sz="2400" i="1" dirty="0"/>
              <a:t>selector</a:t>
            </a:r>
            <a:r>
              <a:rPr lang="en-US" sz="2400" dirty="0"/>
              <a:t>).animate({</a:t>
            </a:r>
            <a:r>
              <a:rPr lang="en-US" sz="2400" i="1" dirty="0"/>
              <a:t>params</a:t>
            </a:r>
            <a:r>
              <a:rPr lang="en-US" sz="2400" dirty="0"/>
              <a:t>}</a:t>
            </a:r>
            <a:r>
              <a:rPr lang="en-US" sz="2400" i="1" dirty="0"/>
              <a:t>,</a:t>
            </a:r>
            <a:r>
              <a:rPr lang="en-US" sz="2400" i="1" dirty="0" err="1"/>
              <a:t>speed,callback</a:t>
            </a:r>
            <a:r>
              <a:rPr lang="en-US" sz="2400" dirty="0"/>
              <a:t>);</a:t>
            </a:r>
          </a:p>
          <a:p>
            <a:pPr algn="just"/>
            <a:r>
              <a:rPr lang="en-US" sz="2400" dirty="0"/>
              <a:t>The required </a:t>
            </a:r>
            <a:r>
              <a:rPr lang="en-US" sz="2400" dirty="0">
                <a:solidFill>
                  <a:srgbClr val="FF0000"/>
                </a:solidFill>
              </a:rPr>
              <a:t>params</a:t>
            </a:r>
            <a:r>
              <a:rPr lang="en-US" sz="2400" dirty="0"/>
              <a:t> parameter defines the CSS properties to be animated.</a:t>
            </a:r>
          </a:p>
          <a:p>
            <a:pPr marL="457200" lvl="1" indent="0" algn="just">
              <a:buNone/>
            </a:pPr>
            <a:r>
              <a:rPr lang="en-IN" sz="2000" dirty="0">
                <a:solidFill>
                  <a:srgbClr val="000000"/>
                </a:solidFill>
                <a:effectLst/>
              </a:rPr>
              <a:t>$(</a:t>
            </a:r>
            <a:r>
              <a:rPr lang="en-IN" sz="2000" dirty="0">
                <a:solidFill>
                  <a:srgbClr val="008000"/>
                </a:solidFill>
                <a:effectLst/>
              </a:rPr>
              <a:t>"button"</a:t>
            </a:r>
            <a:r>
              <a:rPr lang="en-IN" sz="2000" dirty="0">
                <a:solidFill>
                  <a:srgbClr val="000000"/>
                </a:solidFill>
                <a:effectLst/>
              </a:rPr>
              <a:t>).click(</a:t>
            </a:r>
            <a:r>
              <a:rPr lang="en-IN" sz="2000" dirty="0">
                <a:solidFill>
                  <a:srgbClr val="005CC5"/>
                </a:solidFill>
                <a:effectLst/>
              </a:rPr>
              <a:t>function</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a:t>
            </a:r>
            <a:r>
              <a:rPr lang="en-IN" sz="2000" dirty="0">
                <a:solidFill>
                  <a:srgbClr val="008000"/>
                </a:solidFill>
                <a:effectLst/>
              </a:rPr>
              <a:t>"div"</a:t>
            </a:r>
            <a:r>
              <a:rPr lang="en-IN" sz="2000" dirty="0">
                <a:solidFill>
                  <a:srgbClr val="000000"/>
                </a:solidFill>
                <a:effectLst/>
              </a:rPr>
              <a:t>).animate({</a:t>
            </a:r>
          </a:p>
          <a:p>
            <a:pPr marL="457200" lvl="1" indent="0" algn="just">
              <a:buNone/>
            </a:pPr>
            <a:r>
              <a:rPr lang="en-IN" sz="2000" dirty="0">
                <a:solidFill>
                  <a:srgbClr val="000000"/>
                </a:solidFill>
              </a:rPr>
              <a:t>		</a:t>
            </a:r>
            <a:r>
              <a:rPr lang="en-IN" sz="2000" dirty="0">
                <a:solidFill>
                  <a:srgbClr val="000000"/>
                </a:solidFill>
                <a:effectLst/>
              </a:rPr>
              <a:t>left:</a:t>
            </a:r>
            <a:r>
              <a:rPr lang="en-IN" sz="2000" dirty="0">
                <a:solidFill>
                  <a:srgbClr val="008000"/>
                </a:solidFill>
                <a:effectLst/>
              </a:rPr>
              <a:t>'250px’</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opacity:</a:t>
            </a:r>
            <a:r>
              <a:rPr lang="en-IN" sz="2000" dirty="0">
                <a:solidFill>
                  <a:srgbClr val="008000"/>
                </a:solidFill>
                <a:effectLst/>
              </a:rPr>
              <a:t>'0.5’</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height:</a:t>
            </a:r>
            <a:r>
              <a:rPr lang="en-IN" sz="2000" dirty="0">
                <a:solidFill>
                  <a:srgbClr val="008000"/>
                </a:solidFill>
                <a:effectLst/>
              </a:rPr>
              <a:t>'150px’</a:t>
            </a:r>
            <a:r>
              <a:rPr lang="en-IN" sz="2000" dirty="0">
                <a:solidFill>
                  <a:srgbClr val="000000"/>
                </a:solidFill>
                <a:effectLst/>
              </a:rPr>
              <a:t>,</a:t>
            </a:r>
          </a:p>
          <a:p>
            <a:pPr marL="457200" lvl="1" indent="0" algn="just">
              <a:buNone/>
            </a:pPr>
            <a:r>
              <a:rPr lang="en-IN" sz="2000" dirty="0">
                <a:solidFill>
                  <a:srgbClr val="000000"/>
                </a:solidFill>
              </a:rPr>
              <a:t>		</a:t>
            </a:r>
            <a:r>
              <a:rPr lang="en-IN" sz="2000" dirty="0">
                <a:solidFill>
                  <a:srgbClr val="000000"/>
                </a:solidFill>
                <a:effectLst/>
              </a:rPr>
              <a:t>width:</a:t>
            </a:r>
            <a:r>
              <a:rPr lang="en-IN" sz="2000" dirty="0">
                <a:solidFill>
                  <a:srgbClr val="008000"/>
                </a:solidFill>
                <a:effectLst/>
              </a:rPr>
              <a:t>'150px’</a:t>
            </a:r>
          </a:p>
          <a:p>
            <a:pPr marL="457200" lvl="1" indent="0" algn="just">
              <a:buNone/>
            </a:pPr>
            <a:r>
              <a:rPr lang="en-IN" sz="2000" dirty="0">
                <a:solidFill>
                  <a:srgbClr val="008000"/>
                </a:solidFill>
              </a:rPr>
              <a:t>	</a:t>
            </a:r>
            <a:r>
              <a:rPr lang="en-IN" sz="2000" dirty="0">
                <a:solidFill>
                  <a:srgbClr val="000000"/>
                </a:solidFill>
                <a:effectLst/>
              </a:rPr>
              <a:t>});</a:t>
            </a:r>
          </a:p>
          <a:p>
            <a:pPr marL="457200" lvl="1" indent="0" algn="just">
              <a:buNone/>
            </a:pPr>
            <a:r>
              <a:rPr lang="en-IN" sz="2000" dirty="0">
                <a:solidFill>
                  <a:srgbClr val="000000"/>
                </a:solidFill>
                <a:effectLst/>
              </a:rPr>
              <a:t>}); </a:t>
            </a:r>
            <a:endParaRPr lang="en-US" sz="3600" dirty="0"/>
          </a:p>
          <a:p>
            <a:r>
              <a:rPr lang="en-US" sz="2400" b="1" dirty="0"/>
              <a:t>jQuery animate() - Using Pre-defined Values</a:t>
            </a:r>
          </a:p>
          <a:p>
            <a:r>
              <a:rPr lang="en-US" sz="2000" dirty="0"/>
              <a:t>You can even specify a property's animation value as "</a:t>
            </a:r>
            <a:r>
              <a:rPr lang="en-US" sz="2400" dirty="0">
                <a:solidFill>
                  <a:srgbClr val="FF3399"/>
                </a:solidFill>
              </a:rPr>
              <a:t>show</a:t>
            </a:r>
            <a:r>
              <a:rPr lang="en-US" sz="2000" dirty="0"/>
              <a:t>", "</a:t>
            </a:r>
            <a:r>
              <a:rPr lang="en-US" sz="2400" dirty="0">
                <a:solidFill>
                  <a:srgbClr val="FF3399"/>
                </a:solidFill>
              </a:rPr>
              <a:t>hide</a:t>
            </a:r>
            <a:r>
              <a:rPr lang="en-US" sz="2000" dirty="0"/>
              <a:t>", or "</a:t>
            </a:r>
            <a:r>
              <a:rPr lang="en-US" sz="2400" dirty="0">
                <a:solidFill>
                  <a:srgbClr val="FF3399"/>
                </a:solidFill>
              </a:rPr>
              <a:t>toggle</a:t>
            </a:r>
            <a:r>
              <a:rPr lang="en-US" sz="2000" dirty="0"/>
              <a:t>":</a:t>
            </a:r>
          </a:p>
          <a:p>
            <a:pPr marL="457200" lvl="1" indent="0">
              <a:buNone/>
            </a:pPr>
            <a:r>
              <a:rPr lang="en-US" sz="2000" dirty="0">
                <a:solidFill>
                  <a:srgbClr val="000000"/>
                </a:solidFill>
                <a:effectLst/>
              </a:rPr>
              <a:t>$(</a:t>
            </a:r>
            <a:r>
              <a:rPr lang="en-US" sz="2000" dirty="0">
                <a:solidFill>
                  <a:srgbClr val="008000"/>
                </a:solidFill>
                <a:effectLst/>
              </a:rPr>
              <a:t>"button"</a:t>
            </a:r>
            <a:r>
              <a:rPr lang="en-US" sz="2000" dirty="0">
                <a:solidFill>
                  <a:srgbClr val="000000"/>
                </a:solidFill>
                <a:effectLst/>
              </a:rPr>
              <a:t>).click(</a:t>
            </a:r>
            <a:r>
              <a:rPr lang="en-US" sz="2000" dirty="0">
                <a:solidFill>
                  <a:srgbClr val="005CC5"/>
                </a:solidFill>
                <a:effectLst/>
              </a:rPr>
              <a:t>function</a:t>
            </a:r>
            <a:r>
              <a:rPr lang="en-US" sz="2000" dirty="0">
                <a:solidFill>
                  <a:srgbClr val="000000"/>
                </a:solidFill>
                <a:effectLst/>
              </a:rPr>
              <a:t>(){</a:t>
            </a:r>
            <a:br>
              <a:rPr lang="en-US" sz="2000" dirty="0">
                <a:solidFill>
                  <a:srgbClr val="000000"/>
                </a:solidFill>
                <a:effectLst/>
              </a:rPr>
            </a:br>
            <a:r>
              <a:rPr lang="en-US" sz="2000" dirty="0">
                <a:solidFill>
                  <a:srgbClr val="000000"/>
                </a:solidFill>
                <a:effectLst/>
              </a:rPr>
              <a:t>  $(</a:t>
            </a:r>
            <a:r>
              <a:rPr lang="en-US" sz="2000" dirty="0">
                <a:solidFill>
                  <a:srgbClr val="008000"/>
                </a:solidFill>
                <a:effectLst/>
              </a:rPr>
              <a:t>"div"</a:t>
            </a:r>
            <a:r>
              <a:rPr lang="en-US" sz="2000" dirty="0">
                <a:solidFill>
                  <a:srgbClr val="000000"/>
                </a:solidFill>
                <a:effectLst/>
              </a:rPr>
              <a:t>).animate({</a:t>
            </a:r>
            <a:br>
              <a:rPr lang="en-US" sz="2000" dirty="0">
                <a:solidFill>
                  <a:srgbClr val="000000"/>
                </a:solidFill>
                <a:effectLst/>
              </a:rPr>
            </a:br>
            <a:r>
              <a:rPr lang="en-US" sz="2000" dirty="0">
                <a:solidFill>
                  <a:srgbClr val="000000"/>
                </a:solidFill>
                <a:effectLst/>
              </a:rPr>
              <a:t>    height: </a:t>
            </a:r>
            <a:r>
              <a:rPr lang="en-US" sz="2000" dirty="0">
                <a:solidFill>
                  <a:srgbClr val="008000"/>
                </a:solidFill>
                <a:effectLst/>
              </a:rPr>
              <a:t>'toggle'</a:t>
            </a:r>
            <a:r>
              <a:rPr lang="en-US" sz="2000" dirty="0">
                <a:solidFill>
                  <a:srgbClr val="000000"/>
                </a:solidFill>
                <a:effectLst/>
              </a:rPr>
              <a:t/>
            </a:r>
            <a:br>
              <a:rPr lang="en-US" sz="2000" dirty="0">
                <a:solidFill>
                  <a:srgbClr val="000000"/>
                </a:solidFill>
                <a:effectLst/>
              </a:rPr>
            </a:br>
            <a:r>
              <a:rPr lang="en-US" sz="2000" dirty="0">
                <a:solidFill>
                  <a:srgbClr val="000000"/>
                </a:solidFill>
                <a:effectLst/>
              </a:rPr>
              <a:t>  });</a:t>
            </a:r>
            <a:br>
              <a:rPr lang="en-US" sz="2000" dirty="0">
                <a:solidFill>
                  <a:srgbClr val="000000"/>
                </a:solidFill>
                <a:effectLst/>
              </a:rPr>
            </a:br>
            <a:r>
              <a:rPr lang="en-US" sz="2000" dirty="0">
                <a:solidFill>
                  <a:srgbClr val="000000"/>
                </a:solidFill>
                <a:effectLst/>
              </a:rPr>
              <a:t>});</a:t>
            </a:r>
            <a:endParaRPr lang="en-US" sz="36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67390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ED26A5F-ED52-A6EC-79E4-2B40D4E7FD5E}"/>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69017C2-D0CD-4655-6391-BCC9C26FFD42}"/>
              </a:ext>
            </a:extLst>
          </p:cNvPr>
          <p:cNvSpPr>
            <a:spLocks noGrp="1"/>
          </p:cNvSpPr>
          <p:nvPr>
            <p:ph idx="1"/>
          </p:nvPr>
        </p:nvSpPr>
        <p:spPr>
          <a:xfrm>
            <a:off x="838200" y="254524"/>
            <a:ext cx="10515600" cy="6410227"/>
          </a:xfrm>
        </p:spPr>
        <p:txBody>
          <a:bodyPr/>
          <a:lstStyle/>
          <a:p>
            <a:r>
              <a:rPr lang="en-US" dirty="0"/>
              <a:t>Continued…</a:t>
            </a:r>
          </a:p>
          <a:p>
            <a:pPr algn="just"/>
            <a:r>
              <a:rPr lang="en-US" sz="2400" b="1" dirty="0"/>
              <a:t>jQuery animate() - Uses Queue Functionality</a:t>
            </a:r>
          </a:p>
          <a:p>
            <a:pPr algn="just"/>
            <a:r>
              <a:rPr lang="en-US" sz="2400" dirty="0"/>
              <a:t>By default, jQuery comes with queue functionality for animations.</a:t>
            </a:r>
          </a:p>
          <a:p>
            <a:pPr algn="just"/>
            <a:r>
              <a:rPr lang="en-US" sz="2400" dirty="0"/>
              <a:t>This means that if you write multiple </a:t>
            </a:r>
            <a:r>
              <a:rPr lang="en-US" dirty="0"/>
              <a:t>animate()</a:t>
            </a:r>
            <a:r>
              <a:rPr lang="en-US" sz="2400" dirty="0"/>
              <a:t> calls after each other, jQuery creates an "internal" queue with these method calls. Then it runs the animate calls ONE by ONE.</a:t>
            </a:r>
          </a:p>
          <a:p>
            <a:pPr marL="457200" lvl="1" indent="0" algn="just">
              <a:buNone/>
            </a:pPr>
            <a:r>
              <a:rPr lang="en-IN" sz="1800" dirty="0">
                <a:solidFill>
                  <a:srgbClr val="000000"/>
                </a:solidFill>
                <a:effectLst/>
              </a:rPr>
              <a:t>$(</a:t>
            </a:r>
            <a:r>
              <a:rPr lang="en-IN" sz="1800" dirty="0">
                <a:solidFill>
                  <a:srgbClr val="008000"/>
                </a:solidFill>
                <a:effectLst/>
              </a:rPr>
              <a:t>"button"</a:t>
            </a:r>
            <a:r>
              <a:rPr lang="en-IN" sz="1800" dirty="0">
                <a:solidFill>
                  <a:srgbClr val="000000"/>
                </a:solidFill>
                <a:effectLst/>
              </a:rPr>
              <a:t>).click(</a:t>
            </a:r>
            <a:r>
              <a:rPr lang="en-IN" sz="1800" dirty="0">
                <a:solidFill>
                  <a:srgbClr val="005CC5"/>
                </a:solidFill>
                <a:effectLst/>
              </a:rPr>
              <a:t>function</a:t>
            </a:r>
            <a:r>
              <a:rPr lang="en-IN" sz="1800" dirty="0">
                <a:solidFill>
                  <a:srgbClr val="000000"/>
                </a:solidFill>
                <a:effectLst/>
              </a:rPr>
              <a:t>(){</a:t>
            </a:r>
          </a:p>
          <a:p>
            <a:pPr marL="457200" lvl="1" indent="0" algn="just">
              <a:buNone/>
            </a:pPr>
            <a:r>
              <a:rPr lang="en-IN" sz="1800" dirty="0">
                <a:solidFill>
                  <a:srgbClr val="005CC5"/>
                </a:solidFill>
                <a:effectLst/>
              </a:rPr>
              <a:t>var</a:t>
            </a:r>
            <a:r>
              <a:rPr lang="en-IN" sz="1800" dirty="0">
                <a:solidFill>
                  <a:srgbClr val="000000"/>
                </a:solidFill>
                <a:effectLst/>
              </a:rPr>
              <a:t> div = $(</a:t>
            </a:r>
            <a:r>
              <a:rPr lang="en-IN" sz="1800" dirty="0">
                <a:solidFill>
                  <a:srgbClr val="008000"/>
                </a:solidFill>
                <a:effectLst/>
              </a:rPr>
              <a:t>"div"</a:t>
            </a:r>
            <a:r>
              <a:rPr lang="en-IN" sz="1800" dirty="0">
                <a:solidFill>
                  <a:srgbClr val="000000"/>
                </a:solidFill>
                <a:effectLst/>
              </a:rPr>
              <a:t>);</a:t>
            </a:r>
          </a:p>
          <a:p>
            <a:pPr marL="457200" lvl="1" indent="0" algn="just">
              <a:buNone/>
            </a:pPr>
            <a:r>
              <a:rPr lang="en-IN" sz="1800" dirty="0" err="1">
                <a:solidFill>
                  <a:srgbClr val="000000"/>
                </a:solidFill>
                <a:effectLst/>
              </a:rPr>
              <a:t>div.animate</a:t>
            </a:r>
            <a:r>
              <a:rPr lang="en-IN" sz="1800" dirty="0">
                <a:solidFill>
                  <a:srgbClr val="000000"/>
                </a:solidFill>
                <a:effectLst/>
              </a:rPr>
              <a:t>({height: </a:t>
            </a:r>
            <a:r>
              <a:rPr lang="en-IN" sz="1800" dirty="0">
                <a:solidFill>
                  <a:srgbClr val="008000"/>
                </a:solidFill>
                <a:effectLst/>
              </a:rPr>
              <a:t>'300px'</a:t>
            </a:r>
            <a:r>
              <a:rPr lang="en-IN" sz="1800" dirty="0">
                <a:solidFill>
                  <a:srgbClr val="000000"/>
                </a:solidFill>
                <a:effectLst/>
              </a:rPr>
              <a:t>, opacity: </a:t>
            </a:r>
            <a:r>
              <a:rPr lang="en-IN" sz="1800" dirty="0">
                <a:solidFill>
                  <a:srgbClr val="008000"/>
                </a:solidFill>
                <a:effectLst/>
              </a:rPr>
              <a:t>'0.4'</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a:solidFill>
                  <a:srgbClr val="000000"/>
                </a:solidFill>
                <a:effectLst/>
              </a:rPr>
              <a:t> </a:t>
            </a:r>
            <a:r>
              <a:rPr lang="en-IN" sz="1800" dirty="0" err="1">
                <a:solidFill>
                  <a:srgbClr val="000000"/>
                </a:solidFill>
                <a:effectLst/>
              </a:rPr>
              <a:t>div.animate</a:t>
            </a:r>
            <a:r>
              <a:rPr lang="en-IN" sz="1800" dirty="0">
                <a:solidFill>
                  <a:srgbClr val="000000"/>
                </a:solidFill>
                <a:effectLst/>
              </a:rPr>
              <a:t>({width: </a:t>
            </a:r>
            <a:r>
              <a:rPr lang="en-IN" sz="1800" dirty="0">
                <a:solidFill>
                  <a:srgbClr val="008000"/>
                </a:solidFill>
                <a:effectLst/>
              </a:rPr>
              <a:t>'300px'</a:t>
            </a:r>
            <a:r>
              <a:rPr lang="en-IN" sz="1800" dirty="0">
                <a:solidFill>
                  <a:srgbClr val="000000"/>
                </a:solidFill>
                <a:effectLst/>
              </a:rPr>
              <a:t>, opacity: </a:t>
            </a:r>
            <a:r>
              <a:rPr lang="en-IN" sz="1800" dirty="0">
                <a:solidFill>
                  <a:srgbClr val="008000"/>
                </a:solidFill>
                <a:effectLst/>
              </a:rPr>
              <a:t>'0.8'</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a:solidFill>
                  <a:srgbClr val="000000"/>
                </a:solidFill>
                <a:effectLst/>
              </a:rPr>
              <a:t> </a:t>
            </a:r>
            <a:r>
              <a:rPr lang="en-IN" sz="1800" dirty="0" err="1">
                <a:solidFill>
                  <a:srgbClr val="000000"/>
                </a:solidFill>
                <a:effectLst/>
              </a:rPr>
              <a:t>div.animate</a:t>
            </a:r>
            <a:r>
              <a:rPr lang="en-IN" sz="1800" dirty="0">
                <a:solidFill>
                  <a:srgbClr val="000000"/>
                </a:solidFill>
                <a:effectLst/>
              </a:rPr>
              <a:t>({height: </a:t>
            </a:r>
            <a:r>
              <a:rPr lang="en-IN" sz="1800" dirty="0">
                <a:solidFill>
                  <a:srgbClr val="008000"/>
                </a:solidFill>
                <a:effectLst/>
              </a:rPr>
              <a:t>'100px'</a:t>
            </a:r>
            <a:r>
              <a:rPr lang="en-IN" sz="1800" dirty="0">
                <a:solidFill>
                  <a:srgbClr val="000000"/>
                </a:solidFill>
                <a:effectLst/>
              </a:rPr>
              <a:t>, opacity: </a:t>
            </a:r>
            <a:r>
              <a:rPr lang="en-IN" sz="1800" dirty="0">
                <a:solidFill>
                  <a:srgbClr val="008000"/>
                </a:solidFill>
                <a:effectLst/>
              </a:rPr>
              <a:t>'0.4'</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err="1">
                <a:solidFill>
                  <a:srgbClr val="000000"/>
                </a:solidFill>
                <a:effectLst/>
              </a:rPr>
              <a:t>div.animate</a:t>
            </a:r>
            <a:r>
              <a:rPr lang="en-IN" sz="1800" dirty="0">
                <a:solidFill>
                  <a:srgbClr val="000000"/>
                </a:solidFill>
                <a:effectLst/>
              </a:rPr>
              <a:t>({width: </a:t>
            </a:r>
            <a:r>
              <a:rPr lang="en-IN" sz="1800" dirty="0">
                <a:solidFill>
                  <a:srgbClr val="008000"/>
                </a:solidFill>
                <a:effectLst/>
              </a:rPr>
              <a:t>'100px'</a:t>
            </a:r>
            <a:r>
              <a:rPr lang="en-IN" sz="1800" dirty="0">
                <a:solidFill>
                  <a:srgbClr val="000000"/>
                </a:solidFill>
                <a:effectLst/>
              </a:rPr>
              <a:t>, opacity: </a:t>
            </a:r>
            <a:r>
              <a:rPr lang="en-IN" sz="1800" dirty="0">
                <a:solidFill>
                  <a:srgbClr val="008000"/>
                </a:solidFill>
                <a:effectLst/>
              </a:rPr>
              <a:t>'0.8'</a:t>
            </a:r>
            <a:r>
              <a:rPr lang="en-IN" sz="1800" dirty="0">
                <a:solidFill>
                  <a:srgbClr val="000000"/>
                </a:solidFill>
                <a:effectLst/>
              </a:rPr>
              <a:t>}, </a:t>
            </a:r>
            <a:r>
              <a:rPr lang="en-IN" sz="1800" dirty="0">
                <a:solidFill>
                  <a:srgbClr val="008000"/>
                </a:solidFill>
                <a:effectLst/>
              </a:rPr>
              <a:t>"slow"</a:t>
            </a:r>
            <a:r>
              <a:rPr lang="en-IN" sz="1800" dirty="0">
                <a:solidFill>
                  <a:srgbClr val="000000"/>
                </a:solidFill>
                <a:effectLst/>
              </a:rPr>
              <a:t>);</a:t>
            </a:r>
          </a:p>
          <a:p>
            <a:pPr marL="457200" lvl="1" indent="0" algn="just">
              <a:buNone/>
            </a:pPr>
            <a:r>
              <a:rPr lang="en-IN" sz="1800" dirty="0">
                <a:solidFill>
                  <a:srgbClr val="000000"/>
                </a:solidFill>
                <a:effectLst/>
              </a:rPr>
              <a:t>});</a:t>
            </a:r>
            <a:endParaRPr lang="en-US" sz="32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819951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921980-5C35-DB59-BDDA-3ABAB08EB836}"/>
            </a:ext>
          </a:extLst>
        </p:cNvPr>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9AAD1A0-AFD5-03F5-F6E0-BC3108E351CD}"/>
              </a:ext>
            </a:extLst>
          </p:cNvPr>
          <p:cNvSpPr>
            <a:spLocks noGrp="1"/>
          </p:cNvSpPr>
          <p:nvPr>
            <p:ph idx="1"/>
          </p:nvPr>
        </p:nvSpPr>
        <p:spPr>
          <a:xfrm>
            <a:off x="838200" y="254524"/>
            <a:ext cx="10515600" cy="6410227"/>
          </a:xfrm>
        </p:spPr>
        <p:txBody>
          <a:bodyPr>
            <a:normAutofit lnSpcReduction="10000"/>
          </a:bodyPr>
          <a:lstStyle/>
          <a:p>
            <a:r>
              <a:rPr lang="en-IN" b="1" dirty="0"/>
              <a:t>jQuery Stop Animations</a:t>
            </a:r>
          </a:p>
          <a:p>
            <a:pPr algn="just"/>
            <a:r>
              <a:rPr lang="en-US" sz="2400" dirty="0"/>
              <a:t>The jQuery stop() method is used to stop animations or effects before it is finished.</a:t>
            </a:r>
          </a:p>
          <a:p>
            <a:pPr algn="just"/>
            <a:r>
              <a:rPr lang="en-US" sz="2400" dirty="0"/>
              <a:t>The </a:t>
            </a:r>
            <a:r>
              <a:rPr lang="en-US" dirty="0"/>
              <a:t>stop()</a:t>
            </a:r>
            <a:r>
              <a:rPr lang="en-US" sz="2400" dirty="0"/>
              <a:t> method works for all jQuery effect functions, including sliding, fading and custom animations.</a:t>
            </a:r>
          </a:p>
          <a:p>
            <a:pPr lvl="1"/>
            <a:r>
              <a:rPr lang="en-US" sz="2000" b="1" dirty="0"/>
              <a:t>Syntax: </a:t>
            </a:r>
            <a:r>
              <a:rPr lang="en-US" sz="2000" dirty="0"/>
              <a:t>$(</a:t>
            </a:r>
            <a:r>
              <a:rPr lang="en-US" sz="2000" i="1" dirty="0"/>
              <a:t>selector</a:t>
            </a:r>
            <a:r>
              <a:rPr lang="en-US" sz="2000" dirty="0"/>
              <a:t>).stop(</a:t>
            </a:r>
            <a:r>
              <a:rPr lang="en-US" sz="2000" i="1" dirty="0" err="1"/>
              <a:t>stopAll,goToEnd</a:t>
            </a:r>
            <a:r>
              <a:rPr lang="en-US" sz="2000" dirty="0"/>
              <a:t>);</a:t>
            </a:r>
          </a:p>
          <a:p>
            <a:pPr algn="just"/>
            <a:r>
              <a:rPr lang="en-US" sz="2400" dirty="0"/>
              <a:t>The optional </a:t>
            </a:r>
            <a:r>
              <a:rPr lang="en-US" sz="2400" dirty="0" err="1"/>
              <a:t>stopAll</a:t>
            </a:r>
            <a:r>
              <a:rPr lang="en-US" sz="2400" dirty="0"/>
              <a:t> parameter specifies whether also the animation queue should be cleared or not. Default is false, which means that only the active animation will be stopped, allowing any queued animations to be performed afterwards.</a:t>
            </a:r>
          </a:p>
          <a:p>
            <a:pPr algn="just"/>
            <a:r>
              <a:rPr lang="en-US" sz="2400" dirty="0"/>
              <a:t>The optional </a:t>
            </a:r>
            <a:r>
              <a:rPr lang="en-US" sz="2400" dirty="0" err="1"/>
              <a:t>goToEnd</a:t>
            </a:r>
            <a:r>
              <a:rPr lang="en-US" sz="2400" dirty="0"/>
              <a:t> parameter specifies whether or not to complete the current animation immediately. Default is false.</a:t>
            </a:r>
          </a:p>
          <a:p>
            <a:pPr marL="914400" lvl="2" indent="0" algn="just">
              <a:buNone/>
            </a:pPr>
            <a:r>
              <a:rPr lang="en-US" sz="1600" dirty="0"/>
              <a:t>$(document).ready(function(){</a:t>
            </a:r>
          </a:p>
          <a:p>
            <a:pPr marL="914400" lvl="2" indent="0" algn="just">
              <a:buNone/>
            </a:pPr>
            <a:r>
              <a:rPr lang="en-US" sz="1600" dirty="0"/>
              <a:t>  $("#flip").click(function(){</a:t>
            </a:r>
          </a:p>
          <a:p>
            <a:pPr marL="914400" lvl="2" indent="0" algn="just">
              <a:buNone/>
            </a:pPr>
            <a:r>
              <a:rPr lang="en-US" sz="1600" dirty="0"/>
              <a:t>    $("#panel").</a:t>
            </a:r>
            <a:r>
              <a:rPr lang="en-US" sz="1600" dirty="0" err="1"/>
              <a:t>slideDown</a:t>
            </a:r>
            <a:r>
              <a:rPr lang="en-US" sz="1600" dirty="0"/>
              <a:t>(5000);</a:t>
            </a:r>
          </a:p>
          <a:p>
            <a:pPr marL="914400" lvl="2" indent="0" algn="just">
              <a:buNone/>
            </a:pPr>
            <a:r>
              <a:rPr lang="en-US" sz="1600" dirty="0"/>
              <a:t>  });</a:t>
            </a:r>
          </a:p>
          <a:p>
            <a:pPr marL="914400" lvl="2" indent="0" algn="just">
              <a:buNone/>
            </a:pPr>
            <a:r>
              <a:rPr lang="en-US" sz="1600" dirty="0"/>
              <a:t>  $("#stop").click(function(){</a:t>
            </a:r>
          </a:p>
          <a:p>
            <a:pPr marL="914400" lvl="2" indent="0" algn="just">
              <a:buNone/>
            </a:pPr>
            <a:r>
              <a:rPr lang="en-US" sz="1600" dirty="0"/>
              <a:t>    $("#panel").stop();</a:t>
            </a:r>
          </a:p>
          <a:p>
            <a:pPr marL="914400" lvl="2" indent="0" algn="just">
              <a:buNone/>
            </a:pPr>
            <a:r>
              <a:rPr lang="en-US" sz="1600" dirty="0"/>
              <a:t>  });</a:t>
            </a:r>
          </a:p>
          <a:p>
            <a:pPr marL="914400" lvl="2" indent="0" algn="just">
              <a:buNone/>
            </a:pPr>
            <a:r>
              <a:rPr lang="en-US" sz="16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760255818"/>
      </p:ext>
    </p:extLst>
  </p:cSld>
  <p:clrMapOvr>
    <a:masterClrMapping/>
  </p:clrMapOvr>
</p:sld>
</file>

<file path=ppt/theme/theme1.xml><?xml version="1.0" encoding="utf-8"?>
<a:theme xmlns:a="http://schemas.openxmlformats.org/drawingml/2006/main" name="Titl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and Vertical Tex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ertical Title and Tex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Picture with Cap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itle and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ection Head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wo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omparis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itle Only">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Content with Cap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Picture with Cap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663</TotalTime>
  <Words>2920</Words>
  <Application>Microsoft Office PowerPoint</Application>
  <PresentationFormat>Widescreen</PresentationFormat>
  <Paragraphs>560</Paragraphs>
  <Slides>39</Slides>
  <Notes>31</Notes>
  <HiddenSlides>0</HiddenSlides>
  <MMClips>0</MMClips>
  <ScaleCrop>false</ScaleCrop>
  <HeadingPairs>
    <vt:vector size="6" baseType="variant">
      <vt:variant>
        <vt:lpstr>Fonts Used</vt:lpstr>
      </vt:variant>
      <vt:variant>
        <vt:i4>10</vt:i4>
      </vt:variant>
      <vt:variant>
        <vt:lpstr>Theme</vt:lpstr>
      </vt:variant>
      <vt:variant>
        <vt:i4>11</vt:i4>
      </vt:variant>
      <vt:variant>
        <vt:lpstr>Slide Titles</vt:lpstr>
      </vt:variant>
      <vt:variant>
        <vt:i4>39</vt:i4>
      </vt:variant>
    </vt:vector>
  </HeadingPairs>
  <TitlesOfParts>
    <vt:vector size="60" baseType="lpstr">
      <vt:lpstr>Microsoft YaHei</vt:lpstr>
      <vt:lpstr>Arial</vt:lpstr>
      <vt:lpstr>Calibri</vt:lpstr>
      <vt:lpstr>Cambria</vt:lpstr>
      <vt:lpstr>Courier New</vt:lpstr>
      <vt:lpstr>Liberation Sans</vt:lpstr>
      <vt:lpstr>Liberation Serif</vt:lpstr>
      <vt:lpstr>Lucida Sans</vt:lpstr>
      <vt:lpstr>Segoe UI</vt:lpstr>
      <vt:lpstr>Tahoma</vt:lpstr>
      <vt:lpstr>Title Slide</vt:lpstr>
      <vt:lpstr>Title and Vertical Text</vt:lpstr>
      <vt:lpstr>Vertical Title and Text</vt:lpstr>
      <vt:lpstr>1_Picture with Caption</vt:lpstr>
      <vt:lpstr>Title and Content</vt:lpstr>
      <vt:lpstr>Section Header</vt:lpstr>
      <vt:lpstr>Two Content</vt:lpstr>
      <vt:lpstr>Comparison</vt:lpstr>
      <vt:lpstr>Title Only</vt:lpstr>
      <vt:lpstr>Content with Caption</vt:lpstr>
      <vt:lpstr>Picture with Caption</vt:lpstr>
      <vt:lpstr>     ADVANCED WEB TECHNOLOGIES  UNIT – IV </vt:lpstr>
      <vt:lpstr>1.Introduction to dynamic documents</vt:lpstr>
      <vt:lpstr>2.Positioning Elements</vt:lpstr>
      <vt:lpstr>2.1. Absolute Positioning</vt:lpstr>
      <vt:lpstr>2.2 Relative Positioning</vt:lpstr>
      <vt:lpstr>2.3 Static Positioning</vt:lpstr>
      <vt:lpstr>3 Moving Elements</vt:lpstr>
      <vt:lpstr>4. Element Visibility</vt:lpstr>
      <vt:lpstr>5 Changing Colors and Fonts</vt:lpstr>
      <vt:lpstr>5.2 Changing Fonts</vt:lpstr>
      <vt:lpstr>6 Dynamic Content</vt:lpstr>
      <vt:lpstr>7. Stacking Elements</vt:lpstr>
      <vt:lpstr>8. Locating the Mouse Cursor</vt:lpstr>
      <vt:lpstr>9. Reacting to a Mouse Click</vt:lpstr>
      <vt:lpstr>10 Slow Movement of Elements</vt:lpstr>
      <vt:lpstr>11 Dragging and Dropping Elements</vt:lpstr>
      <vt:lpstr>Introduction to jQuery</vt:lpstr>
      <vt:lpstr>Adding jQuery to Your Web Pages </vt:lpstr>
      <vt:lpstr>jQuery Syntax  </vt:lpstr>
      <vt:lpstr> </vt:lpstr>
      <vt:lpstr>jQuery Selectors </vt:lpstr>
      <vt:lpstr>jQuery #id Selector </vt:lpstr>
      <vt:lpstr>jQuery .class Selector </vt:lpstr>
      <vt:lpstr>PowerPoint Presentation</vt:lpstr>
      <vt:lpstr>Functions in a Separate File  </vt:lpstr>
      <vt:lpstr>jQuery Event Methods </vt:lpstr>
      <vt:lpstr>jQuery Syntax For Event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HP</dc:creator>
  <cp:lastModifiedBy>HP</cp:lastModifiedBy>
  <cp:revision>82</cp:revision>
  <dcterms:created xsi:type="dcterms:W3CDTF">2026-03-29T05:43:28Z</dcterms:created>
  <dcterms:modified xsi:type="dcterms:W3CDTF">2026-04-12T11:05:33Z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Applications">
    <vt:lpwstr/>
  </property>
  <property fmtid="{D5CDD505-2E9C-101B-9397-08002B2CF9AE}" pid="4" name="CampaignTags">
    <vt:lpwstr/>
  </property>
  <property fmtid="{D5CDD505-2E9C-101B-9397-08002B2CF9AE}" pid="5" name="CategoryTags">
    <vt:lpwstr/>
  </property>
  <property fmtid="{D5CDD505-2E9C-101B-9397-08002B2CF9AE}" pid="6" name="Company">
    <vt:lpwstr>HP</vt:lpwstr>
  </property>
  <property fmtid="{D5CDD505-2E9C-101B-9397-08002B2CF9AE}" pid="7" name="ContentTypeId">
    <vt:lpwstr>0x010100AA3F7D94069FF64A86F7DFF56D60E3BE</vt:lpwstr>
  </property>
  <property fmtid="{D5CDD505-2E9C-101B-9397-08002B2CF9AE}" pid="8" name="FeatureTags">
    <vt:lpwstr/>
  </property>
  <property fmtid="{D5CDD505-2E9C-101B-9397-08002B2CF9AE}" pid="9" name="HiddenCategoryTags">
    <vt:lpwstr/>
  </property>
  <property fmtid="{D5CDD505-2E9C-101B-9397-08002B2CF9AE}" pid="10" name="InternalTags">
    <vt:lpwstr/>
  </property>
  <property fmtid="{D5CDD505-2E9C-101B-9397-08002B2CF9AE}" pid="11" name="LocalizationTags">
    <vt:lpwstr/>
  </property>
  <property fmtid="{D5CDD505-2E9C-101B-9397-08002B2CF9AE}" pid="12" name="Order">
    <vt:r8>74062900</vt:r8>
  </property>
  <property fmtid="{D5CDD505-2E9C-101B-9397-08002B2CF9AE}" pid="13" name="PresentationFormat">
    <vt:lpwstr>Widescreen</vt:lpwstr>
  </property>
  <property fmtid="{D5CDD505-2E9C-101B-9397-08002B2CF9AE}" pid="14" name="ScenarioTags">
    <vt:lpwstr/>
  </property>
  <property fmtid="{D5CDD505-2E9C-101B-9397-08002B2CF9AE}" pid="15" name="Slides">
    <vt:r8>29</vt:r8>
  </property>
</Properties>
</file>