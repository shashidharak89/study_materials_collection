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95" r:id="rId1"/>
  </p:sldMasterIdLst>
  <p:notesMasterIdLst>
    <p:notesMasterId r:id="rId20"/>
  </p:notesMasterIdLst>
  <p:handoutMasterIdLst>
    <p:handoutMasterId r:id="rId21"/>
  </p:handoutMasterIdLst>
  <p:sldIdLst>
    <p:sldId id="256" r:id="rId2"/>
    <p:sldId id="261" r:id="rId3"/>
    <p:sldId id="263" r:id="rId4"/>
    <p:sldId id="265" r:id="rId5"/>
    <p:sldId id="266" r:id="rId6"/>
    <p:sldId id="268" r:id="rId7"/>
    <p:sldId id="270" r:id="rId8"/>
    <p:sldId id="286" r:id="rId9"/>
    <p:sldId id="287" r:id="rId10"/>
    <p:sldId id="272" r:id="rId11"/>
    <p:sldId id="274" r:id="rId12"/>
    <p:sldId id="276" r:id="rId13"/>
    <p:sldId id="278" r:id="rId14"/>
    <p:sldId id="280" r:id="rId15"/>
    <p:sldId id="281" r:id="rId16"/>
    <p:sldId id="283" r:id="rId17"/>
    <p:sldId id="284" r:id="rId18"/>
    <p:sldId id="285" r:id="rId19"/>
  </p:sldIdLst>
  <p:sldSz cx="14630400" cy="8229600"/>
  <p:notesSz cx="8229600" cy="146304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1" d="100"/>
          <a:sy n="61" d="100"/>
        </p:scale>
        <p:origin x="-564" y="-96"/>
      </p:cViewPr>
      <p:guideLst>
        <p:guide orient="horz" pos="2592"/>
        <p:guide pos="4608"/>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xmlns="" id="{D473EB9D-2C16-4DAD-9AA7-3767EB9DCE0D}"/>
              </a:ext>
            </a:extLst>
          </p:cNvPr>
          <p:cNvSpPr>
            <a:spLocks noGrp="1"/>
          </p:cNvSpPr>
          <p:nvPr>
            <p:ph type="hdr" sz="quarter"/>
          </p:nvPr>
        </p:nvSpPr>
        <p:spPr>
          <a:xfrm>
            <a:off x="0" y="0"/>
            <a:ext cx="3565525" cy="733425"/>
          </a:xfrm>
          <a:prstGeom prst="rect">
            <a:avLst/>
          </a:prstGeom>
        </p:spPr>
        <p:txBody>
          <a:bodyPr vert="horz" lIns="91440" tIns="45720" rIns="91440" bIns="45720" rtlCol="0"/>
          <a:lstStyle>
            <a:lvl1pPr algn="l">
              <a:defRPr sz="1200"/>
            </a:lvl1pPr>
          </a:lstStyle>
          <a:p>
            <a:r>
              <a:rPr lang="en-IN"/>
              <a:t>Nitte</a:t>
            </a:r>
          </a:p>
        </p:txBody>
      </p:sp>
      <p:sp>
        <p:nvSpPr>
          <p:cNvPr id="3" name="Date Placeholder 2">
            <a:extLst>
              <a:ext uri="{FF2B5EF4-FFF2-40B4-BE49-F238E27FC236}">
                <a16:creationId xmlns:a16="http://schemas.microsoft.com/office/drawing/2014/main" xmlns="" id="{EA7E8EC4-D62C-4222-97FF-51683E58E7DD}"/>
              </a:ext>
            </a:extLst>
          </p:cNvPr>
          <p:cNvSpPr>
            <a:spLocks noGrp="1"/>
          </p:cNvSpPr>
          <p:nvPr>
            <p:ph type="dt" sz="quarter" idx="1"/>
          </p:nvPr>
        </p:nvSpPr>
        <p:spPr>
          <a:xfrm>
            <a:off x="4660900" y="0"/>
            <a:ext cx="3567113" cy="733425"/>
          </a:xfrm>
          <a:prstGeom prst="rect">
            <a:avLst/>
          </a:prstGeom>
        </p:spPr>
        <p:txBody>
          <a:bodyPr vert="horz" lIns="91440" tIns="45720" rIns="91440" bIns="45720" rtlCol="0"/>
          <a:lstStyle>
            <a:lvl1pPr algn="r">
              <a:defRPr sz="1200"/>
            </a:lvl1pPr>
          </a:lstStyle>
          <a:p>
            <a:fld id="{2F82B8CE-3468-4AA6-B5DA-015209575C77}" type="datetimeFigureOut">
              <a:rPr lang="en-IN" smtClean="0"/>
              <a:t>28-08-2025</a:t>
            </a:fld>
            <a:endParaRPr lang="en-IN"/>
          </a:p>
        </p:txBody>
      </p:sp>
      <p:sp>
        <p:nvSpPr>
          <p:cNvPr id="4" name="Footer Placeholder 3">
            <a:extLst>
              <a:ext uri="{FF2B5EF4-FFF2-40B4-BE49-F238E27FC236}">
                <a16:creationId xmlns:a16="http://schemas.microsoft.com/office/drawing/2014/main" xmlns="" id="{42C52B91-61E0-473C-BC8A-9D5F09122D2F}"/>
              </a:ext>
            </a:extLst>
          </p:cNvPr>
          <p:cNvSpPr>
            <a:spLocks noGrp="1"/>
          </p:cNvSpPr>
          <p:nvPr>
            <p:ph type="ftr" sz="quarter" idx="2"/>
          </p:nvPr>
        </p:nvSpPr>
        <p:spPr>
          <a:xfrm>
            <a:off x="0" y="13896975"/>
            <a:ext cx="3565525" cy="733425"/>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a:extLst>
              <a:ext uri="{FF2B5EF4-FFF2-40B4-BE49-F238E27FC236}">
                <a16:creationId xmlns:a16="http://schemas.microsoft.com/office/drawing/2014/main" xmlns="" id="{5F2880C2-D019-438B-81EB-D138C8A4EB58}"/>
              </a:ext>
            </a:extLst>
          </p:cNvPr>
          <p:cNvSpPr>
            <a:spLocks noGrp="1"/>
          </p:cNvSpPr>
          <p:nvPr>
            <p:ph type="sldNum" sz="quarter" idx="3"/>
          </p:nvPr>
        </p:nvSpPr>
        <p:spPr>
          <a:xfrm>
            <a:off x="4660900" y="13896975"/>
            <a:ext cx="3567113" cy="733425"/>
          </a:xfrm>
          <a:prstGeom prst="rect">
            <a:avLst/>
          </a:prstGeom>
        </p:spPr>
        <p:txBody>
          <a:bodyPr vert="horz" lIns="91440" tIns="45720" rIns="91440" bIns="45720" rtlCol="0" anchor="b"/>
          <a:lstStyle>
            <a:lvl1pPr algn="r">
              <a:defRPr sz="1200"/>
            </a:lvl1pPr>
          </a:lstStyle>
          <a:p>
            <a:fld id="{436485EB-500D-4FFC-AB7C-CEA488F55322}" type="slidenum">
              <a:rPr lang="en-IN" smtClean="0"/>
              <a:t>‹#›</a:t>
            </a:fld>
            <a:endParaRPr lang="en-IN"/>
          </a:p>
        </p:txBody>
      </p:sp>
    </p:spTree>
    <p:extLst>
      <p:ext uri="{BB962C8B-B14F-4D97-AF65-F5344CB8AC3E}">
        <p14:creationId xmlns:p14="http://schemas.microsoft.com/office/powerpoint/2010/main" val="3110786517"/>
      </p:ext>
    </p:extLst>
  </p:cSld>
  <p:clrMap bg1="lt1" tx1="dk1" bg2="lt2" tx2="dk2" accent1="accent1" accent2="accent2" accent3="accent3" accent4="accent4" accent5="accent5" accent6="accent6" hlink="hlink" folHlink="folHlink"/>
  <p:hf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81586404"/>
      </p:ext>
    </p:extLst>
  </p:cSld>
  <p:clrMap bg1="lt1" tx1="dk1" bg2="lt2" tx2="dk2" accent1="accent1" accent2="accent2" accent3="accent3" accent4="accent4" accent5="accent5" accent6="accent6" hlink="hlink" folHlink="folHlink"/>
  <p:hf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65716221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314508700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a:xfrm>
            <a:off x="0" y="1"/>
            <a:ext cx="14630400" cy="54864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1"/>
            <a:ext cx="14630400" cy="54864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548640" y="5952164"/>
            <a:ext cx="9326880" cy="1755648"/>
          </a:xfrm>
        </p:spPr>
        <p:txBody>
          <a:bodyPr anchor="ctr">
            <a:normAutofit/>
          </a:bodyPr>
          <a:lstStyle>
            <a:lvl1pPr algn="r">
              <a:defRPr sz="6000" spc="240" baseline="0"/>
            </a:lvl1pPr>
          </a:lstStyle>
          <a:p>
            <a:r>
              <a:rPr lang="en-US"/>
              <a:t>Click to edit Master title style</a:t>
            </a:r>
            <a:endParaRPr lang="en-US" dirty="0"/>
          </a:p>
        </p:txBody>
      </p:sp>
      <p:sp>
        <p:nvSpPr>
          <p:cNvPr id="3" name="Subtitle 2"/>
          <p:cNvSpPr>
            <a:spLocks noGrp="1"/>
          </p:cNvSpPr>
          <p:nvPr>
            <p:ph type="subTitle" idx="1"/>
          </p:nvPr>
        </p:nvSpPr>
        <p:spPr>
          <a:xfrm>
            <a:off x="10332720" y="5952164"/>
            <a:ext cx="3840480" cy="1755648"/>
          </a:xfrm>
        </p:spPr>
        <p:txBody>
          <a:bodyPr lIns="91440" rIns="91440" anchor="ctr">
            <a:normAutofit/>
          </a:bodyPr>
          <a:lstStyle>
            <a:lvl1pPr marL="0" indent="0" algn="l">
              <a:lnSpc>
                <a:spcPct val="100000"/>
              </a:lnSpc>
              <a:spcBef>
                <a:spcPts val="0"/>
              </a:spcBef>
              <a:buNone/>
              <a:defRPr sz="2160">
                <a:solidFill>
                  <a:schemeClr val="tx1">
                    <a:lumMod val="95000"/>
                    <a:lumOff val="5000"/>
                  </a:schemeClr>
                </a:solidFill>
              </a:defRPr>
            </a:lvl1pPr>
            <a:lvl2pPr marL="548640" indent="0" algn="ctr">
              <a:buNone/>
              <a:defRPr sz="2160"/>
            </a:lvl2pPr>
            <a:lvl3pPr marL="1097280" indent="0" algn="ctr">
              <a:buNone/>
              <a:defRPr sz="2160"/>
            </a:lvl3pPr>
            <a:lvl4pPr marL="1645920" indent="0" algn="ctr">
              <a:buNone/>
              <a:defRPr sz="2160"/>
            </a:lvl4pPr>
            <a:lvl5pPr marL="2194560" indent="0" algn="ctr">
              <a:buNone/>
              <a:defRPr sz="2160"/>
            </a:lvl5pPr>
            <a:lvl6pPr marL="2743200" indent="0" algn="ctr">
              <a:buNone/>
              <a:defRPr sz="2160"/>
            </a:lvl6pPr>
            <a:lvl7pPr marL="3291840" indent="0" algn="ctr">
              <a:buNone/>
              <a:defRPr sz="2160"/>
            </a:lvl7pPr>
            <a:lvl8pPr marL="3840480" indent="0" algn="ctr">
              <a:buNone/>
              <a:defRPr sz="2160"/>
            </a:lvl8pPr>
            <a:lvl9pPr marL="4389120" indent="0" algn="ctr">
              <a:buNone/>
              <a:defRPr sz="216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fld id="{BCB6DAEB-647C-41D6-A572-50F747FEE316}" type="datetime1">
              <a:rPr lang="en-US" smtClean="0"/>
              <a:t>8/28/2025</a:t>
            </a:fld>
            <a:endParaRPr lang="en-IN"/>
          </a:p>
        </p:txBody>
      </p:sp>
      <p:sp>
        <p:nvSpPr>
          <p:cNvPr id="5" name="Footer Placeholder 4"/>
          <p:cNvSpPr>
            <a:spLocks noGrp="1"/>
          </p:cNvSpPr>
          <p:nvPr>
            <p:ph type="ftr" sz="quarter" idx="11"/>
          </p:nvPr>
        </p:nvSpPr>
        <p:spPr/>
        <p:txBody>
          <a:bodyPr/>
          <a:lstStyle/>
          <a:p>
            <a:r>
              <a:rPr lang="en-IN"/>
              <a:t>Nitte</a:t>
            </a:r>
          </a:p>
        </p:txBody>
      </p:sp>
      <p:sp>
        <p:nvSpPr>
          <p:cNvPr id="6" name="Slide Number Placeholder 5"/>
          <p:cNvSpPr>
            <a:spLocks noGrp="1"/>
          </p:cNvSpPr>
          <p:nvPr>
            <p:ph type="sldNum" sz="quarter" idx="12"/>
          </p:nvPr>
        </p:nvSpPr>
        <p:spPr/>
        <p:txBody>
          <a:bodyPr/>
          <a:lstStyle/>
          <a:p>
            <a:fld id="{20EBDE74-63F8-40E0-98B7-5D7039ED512F}" type="slidenum">
              <a:rPr lang="en-IN" smtClean="0"/>
              <a:t>‹#›</a:t>
            </a:fld>
            <a:endParaRPr lang="en-IN"/>
          </a:p>
        </p:txBody>
      </p:sp>
      <p:cxnSp>
        <p:nvCxnSpPr>
          <p:cNvPr id="8" name="Straight Connector 7"/>
          <p:cNvCxnSpPr/>
          <p:nvPr/>
        </p:nvCxnSpPr>
        <p:spPr>
          <a:xfrm flipV="1">
            <a:off x="10064212" y="6316927"/>
            <a:ext cx="0" cy="109728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41507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53CE42B-65F1-4A43-B9F5-925A715AEA0C}" type="datetime1">
              <a:rPr lang="en-US" smtClean="0"/>
              <a:t>8/28/2025</a:t>
            </a:fld>
            <a:endParaRPr lang="en-IN"/>
          </a:p>
        </p:txBody>
      </p:sp>
      <p:sp>
        <p:nvSpPr>
          <p:cNvPr id="5" name="Footer Placeholder 4"/>
          <p:cNvSpPr>
            <a:spLocks noGrp="1"/>
          </p:cNvSpPr>
          <p:nvPr>
            <p:ph type="ftr" sz="quarter" idx="11"/>
          </p:nvPr>
        </p:nvSpPr>
        <p:spPr/>
        <p:txBody>
          <a:bodyPr/>
          <a:lstStyle/>
          <a:p>
            <a:r>
              <a:rPr lang="en-IN"/>
              <a:t>Nitte</a:t>
            </a:r>
          </a:p>
        </p:txBody>
      </p:sp>
      <p:sp>
        <p:nvSpPr>
          <p:cNvPr id="6" name="Slide Number Placeholder 5"/>
          <p:cNvSpPr>
            <a:spLocks noGrp="1"/>
          </p:cNvSpPr>
          <p:nvPr>
            <p:ph type="sldNum" sz="quarter" idx="12"/>
          </p:nvPr>
        </p:nvSpPr>
        <p:spPr/>
        <p:txBody>
          <a:bodyPr/>
          <a:lstStyle/>
          <a:p>
            <a:fld id="{20EBDE74-63F8-40E0-98B7-5D7039ED512F}" type="slidenum">
              <a:rPr lang="en-IN" smtClean="0"/>
              <a:t>‹#›</a:t>
            </a:fld>
            <a:endParaRPr lang="en-IN"/>
          </a:p>
        </p:txBody>
      </p:sp>
    </p:spTree>
    <p:extLst>
      <p:ext uri="{BB962C8B-B14F-4D97-AF65-F5344CB8AC3E}">
        <p14:creationId xmlns:p14="http://schemas.microsoft.com/office/powerpoint/2010/main" val="6163582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9" name="Rectangle 8"/>
          <p:cNvSpPr/>
          <p:nvPr/>
        </p:nvSpPr>
        <p:spPr>
          <a:xfrm>
            <a:off x="0" y="1"/>
            <a:ext cx="14630400" cy="54864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1"/>
            <a:ext cx="14630400" cy="54864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548640" y="5952164"/>
            <a:ext cx="9326880" cy="1755648"/>
          </a:xfrm>
        </p:spPr>
        <p:txBody>
          <a:bodyPr anchor="ctr">
            <a:normAutofit/>
          </a:bodyPr>
          <a:lstStyle>
            <a:lvl1pPr algn="r">
              <a:defRPr sz="6000" b="0" spc="240" baseline="0"/>
            </a:lvl1pPr>
          </a:lstStyle>
          <a:p>
            <a:r>
              <a:rPr lang="en-US"/>
              <a:t>Click to edit Master title style</a:t>
            </a:r>
            <a:endParaRPr lang="en-US" dirty="0"/>
          </a:p>
        </p:txBody>
      </p:sp>
      <p:sp>
        <p:nvSpPr>
          <p:cNvPr id="3" name="Text Placeholder 2"/>
          <p:cNvSpPr>
            <a:spLocks noGrp="1"/>
          </p:cNvSpPr>
          <p:nvPr>
            <p:ph type="body" idx="1"/>
          </p:nvPr>
        </p:nvSpPr>
        <p:spPr>
          <a:xfrm>
            <a:off x="10332720" y="5952164"/>
            <a:ext cx="3840480" cy="1755648"/>
          </a:xfrm>
        </p:spPr>
        <p:txBody>
          <a:bodyPr lIns="91440" rIns="91440" anchor="ctr">
            <a:normAutofit/>
          </a:bodyPr>
          <a:lstStyle>
            <a:lvl1pPr marL="0" indent="0">
              <a:lnSpc>
                <a:spcPct val="100000"/>
              </a:lnSpc>
              <a:spcBef>
                <a:spcPts val="0"/>
              </a:spcBef>
              <a:buNone/>
              <a:defRPr sz="2160">
                <a:solidFill>
                  <a:schemeClr val="tx1">
                    <a:lumMod val="95000"/>
                    <a:lumOff val="5000"/>
                  </a:schemeClr>
                </a:solidFill>
              </a:defRPr>
            </a:lvl1pPr>
            <a:lvl2pPr marL="548640" indent="0">
              <a:buNone/>
              <a:defRPr sz="2160">
                <a:solidFill>
                  <a:schemeClr val="tx1">
                    <a:tint val="75000"/>
                  </a:schemeClr>
                </a:solidFill>
              </a:defRPr>
            </a:lvl2pPr>
            <a:lvl3pPr marL="1097280" indent="0">
              <a:buNone/>
              <a:defRPr sz="1920">
                <a:solidFill>
                  <a:schemeClr val="tx1">
                    <a:tint val="75000"/>
                  </a:schemeClr>
                </a:solidFill>
              </a:defRPr>
            </a:lvl3pPr>
            <a:lvl4pPr marL="1645920" indent="0">
              <a:buNone/>
              <a:defRPr sz="1680">
                <a:solidFill>
                  <a:schemeClr val="tx1">
                    <a:tint val="75000"/>
                  </a:schemeClr>
                </a:solidFill>
              </a:defRPr>
            </a:lvl4pPr>
            <a:lvl5pPr marL="2194560" indent="0">
              <a:buNone/>
              <a:defRPr sz="1680">
                <a:solidFill>
                  <a:schemeClr val="tx1">
                    <a:tint val="75000"/>
                  </a:schemeClr>
                </a:solidFill>
              </a:defRPr>
            </a:lvl5pPr>
            <a:lvl6pPr marL="2743200" indent="0">
              <a:buNone/>
              <a:defRPr sz="1680">
                <a:solidFill>
                  <a:schemeClr val="tx1">
                    <a:tint val="75000"/>
                  </a:schemeClr>
                </a:solidFill>
              </a:defRPr>
            </a:lvl6pPr>
            <a:lvl7pPr marL="3291840" indent="0">
              <a:buNone/>
              <a:defRPr sz="1680">
                <a:solidFill>
                  <a:schemeClr val="tx1">
                    <a:tint val="75000"/>
                  </a:schemeClr>
                </a:solidFill>
              </a:defRPr>
            </a:lvl7pPr>
            <a:lvl8pPr marL="3840480" indent="0">
              <a:buNone/>
              <a:defRPr sz="1680">
                <a:solidFill>
                  <a:schemeClr val="tx1">
                    <a:tint val="75000"/>
                  </a:schemeClr>
                </a:solidFill>
              </a:defRPr>
            </a:lvl8pPr>
            <a:lvl9pPr marL="4389120" indent="0">
              <a:buNone/>
              <a:defRPr sz="168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EC0C2A9-8CFA-4A71-9D75-25FF5C43A198}" type="datetime1">
              <a:rPr lang="en-US" smtClean="0"/>
              <a:t>8/28/2025</a:t>
            </a:fld>
            <a:endParaRPr lang="en-IN"/>
          </a:p>
        </p:txBody>
      </p:sp>
      <p:sp>
        <p:nvSpPr>
          <p:cNvPr id="5" name="Footer Placeholder 4"/>
          <p:cNvSpPr>
            <a:spLocks noGrp="1"/>
          </p:cNvSpPr>
          <p:nvPr>
            <p:ph type="ftr" sz="quarter" idx="11"/>
          </p:nvPr>
        </p:nvSpPr>
        <p:spPr/>
        <p:txBody>
          <a:bodyPr/>
          <a:lstStyle/>
          <a:p>
            <a:r>
              <a:rPr lang="en-IN"/>
              <a:t>Nitte</a:t>
            </a:r>
          </a:p>
        </p:txBody>
      </p:sp>
      <p:sp>
        <p:nvSpPr>
          <p:cNvPr id="6" name="Slide Number Placeholder 5"/>
          <p:cNvSpPr>
            <a:spLocks noGrp="1"/>
          </p:cNvSpPr>
          <p:nvPr>
            <p:ph type="sldNum" sz="quarter" idx="12"/>
          </p:nvPr>
        </p:nvSpPr>
        <p:spPr/>
        <p:txBody>
          <a:bodyPr/>
          <a:lstStyle/>
          <a:p>
            <a:fld id="{20EBDE74-63F8-40E0-98B7-5D7039ED512F}" type="slidenum">
              <a:rPr lang="en-IN" smtClean="0"/>
              <a:t>‹#›</a:t>
            </a:fld>
            <a:endParaRPr lang="en-IN"/>
          </a:p>
        </p:txBody>
      </p:sp>
      <p:cxnSp>
        <p:nvCxnSpPr>
          <p:cNvPr id="8" name="Straight Connector 7"/>
          <p:cNvCxnSpPr/>
          <p:nvPr/>
        </p:nvCxnSpPr>
        <p:spPr>
          <a:xfrm flipV="1">
            <a:off x="10064212" y="6316927"/>
            <a:ext cx="0" cy="109728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pic>
        <p:nvPicPr>
          <p:cNvPr id="10" name="Picture 9" descr="Nitte.edu.in">
            <a:extLst>
              <a:ext uri="{FF2B5EF4-FFF2-40B4-BE49-F238E27FC236}">
                <a16:creationId xmlns:a16="http://schemas.microsoft.com/office/drawing/2014/main" xmlns="" id="{8B0935AA-4FBB-4BE7-BEB6-48FA3937FD76}"/>
              </a:ext>
            </a:extLst>
          </p:cNvPr>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2252960" y="25401"/>
            <a:ext cx="2286000" cy="752475"/>
          </a:xfrm>
          <a:prstGeom prst="rect">
            <a:avLst/>
          </a:prstGeom>
          <a:noFill/>
          <a:ln>
            <a:noFill/>
          </a:ln>
        </p:spPr>
      </p:pic>
    </p:spTree>
    <p:extLst>
      <p:ext uri="{BB962C8B-B14F-4D97-AF65-F5344CB8AC3E}">
        <p14:creationId xmlns:p14="http://schemas.microsoft.com/office/powerpoint/2010/main" val="37150817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228954" y="702259"/>
            <a:ext cx="11664086" cy="179953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228952" y="2743200"/>
            <a:ext cx="5705856" cy="482803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87184" y="2743200"/>
            <a:ext cx="5705856" cy="482803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8F4A890-7C59-4E00-A687-3F308C2A27E3}" type="datetime1">
              <a:rPr lang="en-US" smtClean="0"/>
              <a:t>8/28/2025</a:t>
            </a:fld>
            <a:endParaRPr lang="en-IN"/>
          </a:p>
        </p:txBody>
      </p:sp>
      <p:sp>
        <p:nvSpPr>
          <p:cNvPr id="6" name="Footer Placeholder 5"/>
          <p:cNvSpPr>
            <a:spLocks noGrp="1"/>
          </p:cNvSpPr>
          <p:nvPr>
            <p:ph type="ftr" sz="quarter" idx="11"/>
          </p:nvPr>
        </p:nvSpPr>
        <p:spPr/>
        <p:txBody>
          <a:bodyPr/>
          <a:lstStyle/>
          <a:p>
            <a:r>
              <a:rPr lang="en-IN"/>
              <a:t>Nitte</a:t>
            </a:r>
          </a:p>
        </p:txBody>
      </p:sp>
      <p:sp>
        <p:nvSpPr>
          <p:cNvPr id="7" name="Slide Number Placeholder 6"/>
          <p:cNvSpPr>
            <a:spLocks noGrp="1"/>
          </p:cNvSpPr>
          <p:nvPr>
            <p:ph type="sldNum" sz="quarter" idx="12"/>
          </p:nvPr>
        </p:nvSpPr>
        <p:spPr/>
        <p:txBody>
          <a:bodyPr/>
          <a:lstStyle/>
          <a:p>
            <a:fld id="{20EBDE74-63F8-40E0-98B7-5D7039ED512F}" type="slidenum">
              <a:rPr lang="en-IN" smtClean="0"/>
              <a:t>‹#›</a:t>
            </a:fld>
            <a:endParaRPr lang="en-IN"/>
          </a:p>
        </p:txBody>
      </p:sp>
    </p:spTree>
    <p:extLst>
      <p:ext uri="{BB962C8B-B14F-4D97-AF65-F5344CB8AC3E}">
        <p14:creationId xmlns:p14="http://schemas.microsoft.com/office/powerpoint/2010/main" val="5335823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228954" y="2615563"/>
            <a:ext cx="5705856" cy="987552"/>
          </a:xfrm>
        </p:spPr>
        <p:txBody>
          <a:bodyPr lIns="137160" rIns="137160" anchor="ctr">
            <a:normAutofit/>
          </a:bodyPr>
          <a:lstStyle>
            <a:lvl1pPr marL="0" indent="0">
              <a:spcBef>
                <a:spcPts val="0"/>
              </a:spcBef>
              <a:spcAft>
                <a:spcPts val="0"/>
              </a:spcAft>
              <a:buNone/>
              <a:defRPr sz="2760" b="0" cap="none" baseline="0">
                <a:solidFill>
                  <a:schemeClr val="accent1"/>
                </a:solidFill>
                <a:latin typeface="+mn-lt"/>
              </a:defRPr>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4" name="Content Placeholder 3"/>
          <p:cNvSpPr>
            <a:spLocks noGrp="1"/>
          </p:cNvSpPr>
          <p:nvPr>
            <p:ph sz="half" idx="2"/>
          </p:nvPr>
        </p:nvSpPr>
        <p:spPr>
          <a:xfrm>
            <a:off x="1228954" y="3561346"/>
            <a:ext cx="5705856" cy="400988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189066" y="2615563"/>
            <a:ext cx="5705856" cy="987552"/>
          </a:xfrm>
        </p:spPr>
        <p:txBody>
          <a:bodyPr lIns="137160" rIns="137160" anchor="ctr">
            <a:normAutofit/>
          </a:bodyPr>
          <a:lstStyle>
            <a:lvl1pPr marL="0" indent="0">
              <a:spcBef>
                <a:spcPts val="0"/>
              </a:spcBef>
              <a:spcAft>
                <a:spcPts val="0"/>
              </a:spcAft>
              <a:buNone/>
              <a:defRPr lang="en-US" sz="2760" b="0" kern="1200" cap="none" baseline="0" dirty="0">
                <a:solidFill>
                  <a:schemeClr val="accent1"/>
                </a:solidFill>
                <a:latin typeface="+mn-lt"/>
                <a:ea typeface="+mn-ea"/>
                <a:cs typeface="+mn-cs"/>
              </a:defRPr>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marL="0" lvl="0" indent="0" algn="l" defTabSz="1097280" rtl="0" eaLnBrk="1" latinLnBrk="0" hangingPunct="1">
              <a:lnSpc>
                <a:spcPct val="90000"/>
              </a:lnSpc>
              <a:spcBef>
                <a:spcPts val="2160"/>
              </a:spcBef>
              <a:buNone/>
            </a:pPr>
            <a:r>
              <a:rPr lang="en-US"/>
              <a:t>Click to edit Master text styles</a:t>
            </a:r>
          </a:p>
        </p:txBody>
      </p:sp>
      <p:sp>
        <p:nvSpPr>
          <p:cNvPr id="6" name="Content Placeholder 5"/>
          <p:cNvSpPr>
            <a:spLocks noGrp="1"/>
          </p:cNvSpPr>
          <p:nvPr>
            <p:ph sz="quarter" idx="4"/>
          </p:nvPr>
        </p:nvSpPr>
        <p:spPr>
          <a:xfrm>
            <a:off x="7189066" y="3561346"/>
            <a:ext cx="5705856" cy="400988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FBBDF32-024E-4555-B237-44BC32B45AD5}" type="datetime1">
              <a:rPr lang="en-US" smtClean="0"/>
              <a:t>8/28/2025</a:t>
            </a:fld>
            <a:endParaRPr lang="en-IN"/>
          </a:p>
        </p:txBody>
      </p:sp>
      <p:sp>
        <p:nvSpPr>
          <p:cNvPr id="8" name="Footer Placeholder 7"/>
          <p:cNvSpPr>
            <a:spLocks noGrp="1"/>
          </p:cNvSpPr>
          <p:nvPr>
            <p:ph type="ftr" sz="quarter" idx="11"/>
          </p:nvPr>
        </p:nvSpPr>
        <p:spPr/>
        <p:txBody>
          <a:bodyPr/>
          <a:lstStyle/>
          <a:p>
            <a:r>
              <a:rPr lang="en-IN"/>
              <a:t>Nitte</a:t>
            </a:r>
          </a:p>
        </p:txBody>
      </p:sp>
      <p:sp>
        <p:nvSpPr>
          <p:cNvPr id="9" name="Slide Number Placeholder 8"/>
          <p:cNvSpPr>
            <a:spLocks noGrp="1"/>
          </p:cNvSpPr>
          <p:nvPr>
            <p:ph type="sldNum" sz="quarter" idx="12"/>
          </p:nvPr>
        </p:nvSpPr>
        <p:spPr/>
        <p:txBody>
          <a:bodyPr/>
          <a:lstStyle/>
          <a:p>
            <a:fld id="{20EBDE74-63F8-40E0-98B7-5D7039ED512F}" type="slidenum">
              <a:rPr lang="en-IN" smtClean="0"/>
              <a:t>‹#›</a:t>
            </a:fld>
            <a:endParaRPr lang="en-IN"/>
          </a:p>
        </p:txBody>
      </p:sp>
    </p:spTree>
    <p:extLst>
      <p:ext uri="{BB962C8B-B14F-4D97-AF65-F5344CB8AC3E}">
        <p14:creationId xmlns:p14="http://schemas.microsoft.com/office/powerpoint/2010/main" val="26087358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93C9558-6C58-4529-9DCE-1DD7F050A102}" type="datetime1">
              <a:rPr lang="en-US" smtClean="0"/>
              <a:t>8/28/2025</a:t>
            </a:fld>
            <a:endParaRPr lang="en-IN"/>
          </a:p>
        </p:txBody>
      </p:sp>
      <p:sp>
        <p:nvSpPr>
          <p:cNvPr id="4" name="Footer Placeholder 3"/>
          <p:cNvSpPr>
            <a:spLocks noGrp="1"/>
          </p:cNvSpPr>
          <p:nvPr>
            <p:ph type="ftr" sz="quarter" idx="11"/>
          </p:nvPr>
        </p:nvSpPr>
        <p:spPr/>
        <p:txBody>
          <a:bodyPr/>
          <a:lstStyle/>
          <a:p>
            <a:r>
              <a:rPr lang="en-IN"/>
              <a:t>Nitte</a:t>
            </a:r>
          </a:p>
        </p:txBody>
      </p:sp>
      <p:sp>
        <p:nvSpPr>
          <p:cNvPr id="5" name="Slide Number Placeholder 4"/>
          <p:cNvSpPr>
            <a:spLocks noGrp="1"/>
          </p:cNvSpPr>
          <p:nvPr>
            <p:ph type="sldNum" sz="quarter" idx="12"/>
          </p:nvPr>
        </p:nvSpPr>
        <p:spPr/>
        <p:txBody>
          <a:bodyPr/>
          <a:lstStyle/>
          <a:p>
            <a:fld id="{20EBDE74-63F8-40E0-98B7-5D7039ED512F}" type="slidenum">
              <a:rPr lang="en-IN" smtClean="0"/>
              <a:t>‹#›</a:t>
            </a:fld>
            <a:endParaRPr lang="en-IN"/>
          </a:p>
        </p:txBody>
      </p:sp>
    </p:spTree>
    <p:extLst>
      <p:ext uri="{BB962C8B-B14F-4D97-AF65-F5344CB8AC3E}">
        <p14:creationId xmlns:p14="http://schemas.microsoft.com/office/powerpoint/2010/main" val="21191673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4F45A23-4E07-4CD9-B2E6-F6101EA873D3}" type="datetime1">
              <a:rPr lang="en-US" smtClean="0"/>
              <a:t>8/28/2025</a:t>
            </a:fld>
            <a:endParaRPr lang="en-IN"/>
          </a:p>
        </p:txBody>
      </p:sp>
      <p:sp>
        <p:nvSpPr>
          <p:cNvPr id="3" name="Footer Placeholder 2"/>
          <p:cNvSpPr>
            <a:spLocks noGrp="1"/>
          </p:cNvSpPr>
          <p:nvPr>
            <p:ph type="ftr" sz="quarter" idx="11"/>
          </p:nvPr>
        </p:nvSpPr>
        <p:spPr/>
        <p:txBody>
          <a:bodyPr/>
          <a:lstStyle/>
          <a:p>
            <a:r>
              <a:rPr lang="en-IN"/>
              <a:t>Nitte</a:t>
            </a:r>
          </a:p>
        </p:txBody>
      </p:sp>
      <p:sp>
        <p:nvSpPr>
          <p:cNvPr id="4" name="Slide Number Placeholder 3"/>
          <p:cNvSpPr>
            <a:spLocks noGrp="1"/>
          </p:cNvSpPr>
          <p:nvPr>
            <p:ph type="sldNum" sz="quarter" idx="12"/>
          </p:nvPr>
        </p:nvSpPr>
        <p:spPr/>
        <p:txBody>
          <a:bodyPr/>
          <a:lstStyle/>
          <a:p>
            <a:fld id="{20EBDE74-63F8-40E0-98B7-5D7039ED512F}" type="slidenum">
              <a:rPr lang="en-IN" smtClean="0"/>
              <a:t>‹#›</a:t>
            </a:fld>
            <a:endParaRPr lang="en-IN"/>
          </a:p>
        </p:txBody>
      </p:sp>
      <p:pic>
        <p:nvPicPr>
          <p:cNvPr id="5" name="Picture 4" descr="Nitte.edu.in">
            <a:extLst>
              <a:ext uri="{FF2B5EF4-FFF2-40B4-BE49-F238E27FC236}">
                <a16:creationId xmlns:a16="http://schemas.microsoft.com/office/drawing/2014/main" xmlns="" id="{59B83B6D-A309-4797-921C-52B3D4799C32}"/>
              </a:ext>
            </a:extLst>
          </p:cNvPr>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1887200" y="0"/>
            <a:ext cx="2286000" cy="752475"/>
          </a:xfrm>
          <a:prstGeom prst="rect">
            <a:avLst/>
          </a:prstGeom>
          <a:noFill/>
          <a:ln>
            <a:noFill/>
          </a:ln>
        </p:spPr>
      </p:pic>
    </p:spTree>
    <p:extLst>
      <p:ext uri="{BB962C8B-B14F-4D97-AF65-F5344CB8AC3E}">
        <p14:creationId xmlns:p14="http://schemas.microsoft.com/office/powerpoint/2010/main" val="26877548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228954" y="565811"/>
            <a:ext cx="5266944" cy="2084832"/>
          </a:xfrm>
        </p:spPr>
        <p:txBody>
          <a:bodyPr>
            <a:noAutofit/>
          </a:bodyPr>
          <a:lstStyle>
            <a:lvl1pPr>
              <a:lnSpc>
                <a:spcPct val="80000"/>
              </a:lnSpc>
              <a:defRPr sz="4800"/>
            </a:lvl1pPr>
          </a:lstStyle>
          <a:p>
            <a:r>
              <a:rPr lang="en-US"/>
              <a:t>Click to edit Master title style</a:t>
            </a:r>
            <a:endParaRPr lang="en-US" dirty="0"/>
          </a:p>
        </p:txBody>
      </p:sp>
      <p:sp>
        <p:nvSpPr>
          <p:cNvPr id="3" name="Content Placeholder 2"/>
          <p:cNvSpPr>
            <a:spLocks noGrp="1"/>
          </p:cNvSpPr>
          <p:nvPr>
            <p:ph idx="1"/>
          </p:nvPr>
        </p:nvSpPr>
        <p:spPr>
          <a:xfrm>
            <a:off x="6858000" y="987552"/>
            <a:ext cx="6814109" cy="6221578"/>
          </a:xfrm>
        </p:spPr>
        <p:txBody>
          <a:bodyPr/>
          <a:lstStyle>
            <a:lvl1pPr>
              <a:defRPr sz="2880"/>
            </a:lvl1pPr>
            <a:lvl2pPr>
              <a:defRPr sz="2400"/>
            </a:lvl2pPr>
            <a:lvl3pPr>
              <a:defRPr sz="1920"/>
            </a:lvl3pPr>
            <a:lvl4pPr>
              <a:defRPr sz="1920"/>
            </a:lvl4pPr>
            <a:lvl5pPr>
              <a:defRPr sz="1920"/>
            </a:lvl5pPr>
            <a:lvl6pPr>
              <a:defRPr sz="1920"/>
            </a:lvl6pPr>
            <a:lvl7pPr>
              <a:defRPr sz="1920"/>
            </a:lvl7pPr>
            <a:lvl8pPr>
              <a:defRPr sz="1920"/>
            </a:lvl8pPr>
            <a:lvl9pPr>
              <a:defRPr sz="192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28954" y="2709007"/>
            <a:ext cx="5266944" cy="4514753"/>
          </a:xfrm>
        </p:spPr>
        <p:txBody>
          <a:bodyPr lIns="91440" rIns="91440">
            <a:normAutofit/>
          </a:bodyPr>
          <a:lstStyle>
            <a:lvl1pPr marL="0" indent="0">
              <a:lnSpc>
                <a:spcPct val="108000"/>
              </a:lnSpc>
              <a:spcBef>
                <a:spcPts val="720"/>
              </a:spcBef>
              <a:buNone/>
              <a:defRPr sz="1920"/>
            </a:lvl1pPr>
            <a:lvl2pPr marL="548640" indent="0">
              <a:buNone/>
              <a:defRPr sz="1440"/>
            </a:lvl2pPr>
            <a:lvl3pPr marL="1097280" indent="0">
              <a:buNone/>
              <a:defRPr sz="1200"/>
            </a:lvl3pPr>
            <a:lvl4pPr marL="1645920" indent="0">
              <a:buNone/>
              <a:defRPr sz="1080"/>
            </a:lvl4pPr>
            <a:lvl5pPr marL="2194560" indent="0">
              <a:buNone/>
              <a:defRPr sz="1080"/>
            </a:lvl5pPr>
            <a:lvl6pPr marL="2743200" indent="0">
              <a:buNone/>
              <a:defRPr sz="1080"/>
            </a:lvl6pPr>
            <a:lvl7pPr marL="3291840" indent="0">
              <a:buNone/>
              <a:defRPr sz="1080"/>
            </a:lvl7pPr>
            <a:lvl8pPr marL="3840480" indent="0">
              <a:buNone/>
              <a:defRPr sz="1080"/>
            </a:lvl8pPr>
            <a:lvl9pPr marL="4389120" indent="0">
              <a:buNone/>
              <a:defRPr sz="1080"/>
            </a:lvl9pPr>
          </a:lstStyle>
          <a:p>
            <a:pPr lvl="0"/>
            <a:r>
              <a:rPr lang="en-US"/>
              <a:t>Click to edit Master text styles</a:t>
            </a:r>
          </a:p>
        </p:txBody>
      </p:sp>
      <p:sp>
        <p:nvSpPr>
          <p:cNvPr id="5" name="Date Placeholder 4"/>
          <p:cNvSpPr>
            <a:spLocks noGrp="1"/>
          </p:cNvSpPr>
          <p:nvPr>
            <p:ph type="dt" sz="half" idx="10"/>
          </p:nvPr>
        </p:nvSpPr>
        <p:spPr/>
        <p:txBody>
          <a:bodyPr/>
          <a:lstStyle/>
          <a:p>
            <a:fld id="{4EEDBAEC-1602-41C8-B5BD-C0AC2E494567}" type="datetime1">
              <a:rPr lang="en-US" smtClean="0"/>
              <a:t>8/28/2025</a:t>
            </a:fld>
            <a:endParaRPr lang="en-IN"/>
          </a:p>
        </p:txBody>
      </p:sp>
      <p:sp>
        <p:nvSpPr>
          <p:cNvPr id="6" name="Footer Placeholder 5"/>
          <p:cNvSpPr>
            <a:spLocks noGrp="1"/>
          </p:cNvSpPr>
          <p:nvPr>
            <p:ph type="ftr" sz="quarter" idx="11"/>
          </p:nvPr>
        </p:nvSpPr>
        <p:spPr/>
        <p:txBody>
          <a:bodyPr/>
          <a:lstStyle/>
          <a:p>
            <a:r>
              <a:rPr lang="en-IN"/>
              <a:t>Nitte</a:t>
            </a:r>
          </a:p>
        </p:txBody>
      </p:sp>
      <p:sp>
        <p:nvSpPr>
          <p:cNvPr id="7" name="Slide Number Placeholder 6"/>
          <p:cNvSpPr>
            <a:spLocks noGrp="1"/>
          </p:cNvSpPr>
          <p:nvPr>
            <p:ph type="sldNum" sz="quarter" idx="12"/>
          </p:nvPr>
        </p:nvSpPr>
        <p:spPr/>
        <p:txBody>
          <a:bodyPr/>
          <a:lstStyle/>
          <a:p>
            <a:fld id="{20EBDE74-63F8-40E0-98B7-5D7039ED512F}" type="slidenum">
              <a:rPr lang="en-IN" smtClean="0"/>
              <a:t>‹#›</a:t>
            </a:fld>
            <a:endParaRPr lang="en-IN"/>
          </a:p>
        </p:txBody>
      </p:sp>
    </p:spTree>
    <p:extLst>
      <p:ext uri="{BB962C8B-B14F-4D97-AF65-F5344CB8AC3E}">
        <p14:creationId xmlns:p14="http://schemas.microsoft.com/office/powerpoint/2010/main" val="24584136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48640" y="5952166"/>
            <a:ext cx="9326880" cy="1755648"/>
          </a:xfrm>
        </p:spPr>
        <p:txBody>
          <a:bodyPr anchor="ctr">
            <a:normAutofit/>
          </a:bodyPr>
          <a:lstStyle>
            <a:lvl1pPr algn="r">
              <a:defRPr sz="6000" spc="24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1"/>
            <a:ext cx="14626742" cy="5486400"/>
          </a:xfrm>
          <a:solidFill>
            <a:schemeClr val="accent1">
              <a:lumMod val="60000"/>
              <a:lumOff val="40000"/>
            </a:schemeClr>
          </a:solidFill>
        </p:spPr>
        <p:txBody>
          <a:bodyPr lIns="457200" tIns="365760" rIns="45720" bIns="45720" anchor="t"/>
          <a:lstStyle>
            <a:lvl1pPr marL="0" indent="0">
              <a:buNone/>
              <a:defRPr sz="3840"/>
            </a:lvl1pPr>
            <a:lvl2pPr marL="548640" indent="0">
              <a:buNone/>
              <a:defRPr sz="3360"/>
            </a:lvl2pPr>
            <a:lvl3pPr marL="1097280" indent="0">
              <a:buNone/>
              <a:defRPr sz="2880"/>
            </a:lvl3pPr>
            <a:lvl4pPr marL="1645920" indent="0">
              <a:buNone/>
              <a:defRPr sz="2400"/>
            </a:lvl4pPr>
            <a:lvl5pPr marL="2194560" indent="0">
              <a:buNone/>
              <a:defRPr sz="2400"/>
            </a:lvl5pPr>
            <a:lvl6pPr marL="2743200" indent="0">
              <a:buNone/>
              <a:defRPr sz="2400"/>
            </a:lvl6pPr>
            <a:lvl7pPr marL="3291840" indent="0">
              <a:buNone/>
              <a:defRPr sz="2400"/>
            </a:lvl7pPr>
            <a:lvl8pPr marL="3840480" indent="0">
              <a:buNone/>
              <a:defRPr sz="2400"/>
            </a:lvl8pPr>
            <a:lvl9pPr marL="4389120" indent="0">
              <a:buNone/>
              <a:defRPr sz="2400"/>
            </a:lvl9pPr>
          </a:lstStyle>
          <a:p>
            <a:r>
              <a:rPr lang="en-US"/>
              <a:t>Click icon to add picture</a:t>
            </a:r>
            <a:endParaRPr lang="en-US" dirty="0"/>
          </a:p>
        </p:txBody>
      </p:sp>
      <p:sp>
        <p:nvSpPr>
          <p:cNvPr id="4" name="Text Placeholder 3"/>
          <p:cNvSpPr>
            <a:spLocks noGrp="1"/>
          </p:cNvSpPr>
          <p:nvPr>
            <p:ph type="body" sz="half" idx="2"/>
          </p:nvPr>
        </p:nvSpPr>
        <p:spPr>
          <a:xfrm>
            <a:off x="10332720" y="5952166"/>
            <a:ext cx="3840480" cy="1755648"/>
          </a:xfrm>
        </p:spPr>
        <p:txBody>
          <a:bodyPr lIns="91440" rIns="91440" anchor="ctr">
            <a:normAutofit/>
          </a:bodyPr>
          <a:lstStyle>
            <a:lvl1pPr marL="0" indent="0">
              <a:lnSpc>
                <a:spcPct val="100000"/>
              </a:lnSpc>
              <a:spcBef>
                <a:spcPts val="0"/>
              </a:spcBef>
              <a:buNone/>
              <a:defRPr sz="2160">
                <a:solidFill>
                  <a:schemeClr val="tx1">
                    <a:lumMod val="95000"/>
                    <a:lumOff val="5000"/>
                  </a:schemeClr>
                </a:solidFill>
              </a:defRPr>
            </a:lvl1pPr>
            <a:lvl2pPr marL="548640" indent="0">
              <a:buNone/>
              <a:defRPr sz="1680"/>
            </a:lvl2pPr>
            <a:lvl3pPr marL="1097280" indent="0">
              <a:buNone/>
              <a:defRPr sz="1440"/>
            </a:lvl3pPr>
            <a:lvl4pPr marL="1645920" indent="0">
              <a:buNone/>
              <a:defRPr sz="1200"/>
            </a:lvl4pPr>
            <a:lvl5pPr marL="2194560" indent="0">
              <a:buNone/>
              <a:defRPr sz="1200"/>
            </a:lvl5pPr>
            <a:lvl6pPr marL="2743200" indent="0">
              <a:buNone/>
              <a:defRPr sz="1200"/>
            </a:lvl6pPr>
            <a:lvl7pPr marL="3291840" indent="0">
              <a:buNone/>
              <a:defRPr sz="1200"/>
            </a:lvl7pPr>
            <a:lvl8pPr marL="3840480" indent="0">
              <a:buNone/>
              <a:defRPr sz="1200"/>
            </a:lvl8pPr>
            <a:lvl9pPr marL="4389120" indent="0">
              <a:buNone/>
              <a:defRPr sz="1200"/>
            </a:lvl9pPr>
          </a:lstStyle>
          <a:p>
            <a:pPr lvl="0"/>
            <a:r>
              <a:rPr lang="en-US"/>
              <a:t>Click to edit Master text styles</a:t>
            </a:r>
          </a:p>
        </p:txBody>
      </p:sp>
      <p:sp>
        <p:nvSpPr>
          <p:cNvPr id="5" name="Date Placeholder 4"/>
          <p:cNvSpPr>
            <a:spLocks noGrp="1"/>
          </p:cNvSpPr>
          <p:nvPr>
            <p:ph type="dt" sz="half" idx="10"/>
          </p:nvPr>
        </p:nvSpPr>
        <p:spPr/>
        <p:txBody>
          <a:bodyPr/>
          <a:lstStyle/>
          <a:p>
            <a:fld id="{FF02E13C-BC49-4285-ACAF-C43BB4AA5173}" type="datetime1">
              <a:rPr lang="en-US" smtClean="0"/>
              <a:t>8/28/2025</a:t>
            </a:fld>
            <a:endParaRPr lang="en-IN"/>
          </a:p>
        </p:txBody>
      </p:sp>
      <p:sp>
        <p:nvSpPr>
          <p:cNvPr id="6" name="Footer Placeholder 5"/>
          <p:cNvSpPr>
            <a:spLocks noGrp="1"/>
          </p:cNvSpPr>
          <p:nvPr>
            <p:ph type="ftr" sz="quarter" idx="11"/>
          </p:nvPr>
        </p:nvSpPr>
        <p:spPr/>
        <p:txBody>
          <a:bodyPr/>
          <a:lstStyle/>
          <a:p>
            <a:r>
              <a:rPr lang="en-IN"/>
              <a:t>Nitte</a:t>
            </a:r>
          </a:p>
        </p:txBody>
      </p:sp>
      <p:sp>
        <p:nvSpPr>
          <p:cNvPr id="7" name="Slide Number Placeholder 6"/>
          <p:cNvSpPr>
            <a:spLocks noGrp="1"/>
          </p:cNvSpPr>
          <p:nvPr>
            <p:ph type="sldNum" sz="quarter" idx="12"/>
          </p:nvPr>
        </p:nvSpPr>
        <p:spPr/>
        <p:txBody>
          <a:bodyPr/>
          <a:lstStyle/>
          <a:p>
            <a:fld id="{20EBDE74-63F8-40E0-98B7-5D7039ED512F}" type="slidenum">
              <a:rPr lang="en-IN" smtClean="0"/>
              <a:t>‹#›</a:t>
            </a:fld>
            <a:endParaRPr lang="en-IN"/>
          </a:p>
        </p:txBody>
      </p:sp>
      <p:cxnSp>
        <p:nvCxnSpPr>
          <p:cNvPr id="8" name="Straight Connector 7"/>
          <p:cNvCxnSpPr/>
          <p:nvPr/>
        </p:nvCxnSpPr>
        <p:spPr>
          <a:xfrm flipV="1">
            <a:off x="10064212" y="6316927"/>
            <a:ext cx="0" cy="109728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9" name="Picture 8" descr="Nitte.edu.in">
            <a:extLst>
              <a:ext uri="{FF2B5EF4-FFF2-40B4-BE49-F238E27FC236}">
                <a16:creationId xmlns:a16="http://schemas.microsoft.com/office/drawing/2014/main" xmlns="" id="{AB9943CD-ED9A-419C-905D-6014F5040EB5}"/>
              </a:ext>
            </a:extLst>
          </p:cNvPr>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2039600" y="148271"/>
            <a:ext cx="2286000" cy="752475"/>
          </a:xfrm>
          <a:prstGeom prst="rect">
            <a:avLst/>
          </a:prstGeom>
          <a:noFill/>
          <a:ln>
            <a:noFill/>
          </a:ln>
        </p:spPr>
      </p:pic>
    </p:spTree>
    <p:extLst>
      <p:ext uri="{BB962C8B-B14F-4D97-AF65-F5344CB8AC3E}">
        <p14:creationId xmlns:p14="http://schemas.microsoft.com/office/powerpoint/2010/main" val="33093178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E1BB430-0450-4930-BF21-6E0375A1D0DE}" type="datetime1">
              <a:rPr lang="en-US" smtClean="0"/>
              <a:t>8/28/2025</a:t>
            </a:fld>
            <a:endParaRPr lang="en-IN"/>
          </a:p>
        </p:txBody>
      </p:sp>
      <p:sp>
        <p:nvSpPr>
          <p:cNvPr id="5" name="Footer Placeholder 4"/>
          <p:cNvSpPr>
            <a:spLocks noGrp="1"/>
          </p:cNvSpPr>
          <p:nvPr>
            <p:ph type="ftr" sz="quarter" idx="11"/>
          </p:nvPr>
        </p:nvSpPr>
        <p:spPr/>
        <p:txBody>
          <a:bodyPr/>
          <a:lstStyle/>
          <a:p>
            <a:r>
              <a:rPr lang="en-IN"/>
              <a:t>Nitte</a:t>
            </a:r>
          </a:p>
        </p:txBody>
      </p:sp>
      <p:sp>
        <p:nvSpPr>
          <p:cNvPr id="6" name="Slide Number Placeholder 5"/>
          <p:cNvSpPr>
            <a:spLocks noGrp="1"/>
          </p:cNvSpPr>
          <p:nvPr>
            <p:ph type="sldNum" sz="quarter" idx="12"/>
          </p:nvPr>
        </p:nvSpPr>
        <p:spPr/>
        <p:txBody>
          <a:bodyPr/>
          <a:lstStyle/>
          <a:p>
            <a:fld id="{20EBDE74-63F8-40E0-98B7-5D7039ED512F}" type="slidenum">
              <a:rPr lang="en-IN" smtClean="0"/>
              <a:t>‹#›</a:t>
            </a:fld>
            <a:endParaRPr lang="en-IN"/>
          </a:p>
        </p:txBody>
      </p:sp>
    </p:spTree>
    <p:extLst>
      <p:ext uri="{BB962C8B-B14F-4D97-AF65-F5344CB8AC3E}">
        <p14:creationId xmlns:p14="http://schemas.microsoft.com/office/powerpoint/2010/main" val="40537301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469881" y="914400"/>
            <a:ext cx="3154680" cy="6492240"/>
          </a:xfrm>
        </p:spPr>
        <p:txBody>
          <a:bodyPr vert="eaVert" lIns="45720" tIns="91440" rIns="45720" bIns="91440"/>
          <a:lstStyle/>
          <a:p>
            <a:r>
              <a:rPr lang="en-US"/>
              <a:t>Click to edit Master title style</a:t>
            </a:r>
            <a:endParaRPr lang="en-US" dirty="0"/>
          </a:p>
        </p:txBody>
      </p:sp>
      <p:sp>
        <p:nvSpPr>
          <p:cNvPr id="3" name="Vertical Text Placeholder 2"/>
          <p:cNvSpPr>
            <a:spLocks noGrp="1"/>
          </p:cNvSpPr>
          <p:nvPr>
            <p:ph type="body" orient="vert" idx="1"/>
          </p:nvPr>
        </p:nvSpPr>
        <p:spPr>
          <a:xfrm>
            <a:off x="1188721" y="914400"/>
            <a:ext cx="9098280" cy="649224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CD1DE4F-EA55-4AA7-A78D-7DE380AEF4AE}" type="datetime1">
              <a:rPr lang="en-US" smtClean="0"/>
              <a:t>8/28/2025</a:t>
            </a:fld>
            <a:endParaRPr lang="en-IN"/>
          </a:p>
        </p:txBody>
      </p:sp>
      <p:sp>
        <p:nvSpPr>
          <p:cNvPr id="5" name="Footer Placeholder 4"/>
          <p:cNvSpPr>
            <a:spLocks noGrp="1"/>
          </p:cNvSpPr>
          <p:nvPr>
            <p:ph type="ftr" sz="quarter" idx="11"/>
          </p:nvPr>
        </p:nvSpPr>
        <p:spPr/>
        <p:txBody>
          <a:bodyPr/>
          <a:lstStyle/>
          <a:p>
            <a:r>
              <a:rPr lang="en-IN"/>
              <a:t>Nitte</a:t>
            </a:r>
          </a:p>
        </p:txBody>
      </p:sp>
      <p:sp>
        <p:nvSpPr>
          <p:cNvPr id="6" name="Slide Number Placeholder 5"/>
          <p:cNvSpPr>
            <a:spLocks noGrp="1"/>
          </p:cNvSpPr>
          <p:nvPr>
            <p:ph type="sldNum" sz="quarter" idx="12"/>
          </p:nvPr>
        </p:nvSpPr>
        <p:spPr/>
        <p:txBody>
          <a:bodyPr/>
          <a:lstStyle/>
          <a:p>
            <a:fld id="{20EBDE74-63F8-40E0-98B7-5D7039ED512F}" type="slidenum">
              <a:rPr lang="en-IN" smtClean="0"/>
              <a:t>‹#›</a:t>
            </a:fld>
            <a:endParaRPr lang="en-IN"/>
          </a:p>
        </p:txBody>
      </p:sp>
      <p:cxnSp>
        <p:nvCxnSpPr>
          <p:cNvPr id="7" name="Straight Connector 6"/>
          <p:cNvCxnSpPr/>
          <p:nvPr/>
        </p:nvCxnSpPr>
        <p:spPr>
          <a:xfrm rot="5400000" flipV="1">
            <a:off x="12070080" y="71116"/>
            <a:ext cx="0" cy="109728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3183788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MASTER_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22435198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10" name="Slide Number Placeholder 5">
            <a:extLst>
              <a:ext uri="{FF2B5EF4-FFF2-40B4-BE49-F238E27FC236}">
                <a16:creationId xmlns:a16="http://schemas.microsoft.com/office/drawing/2014/main" xmlns="" id="{9D543EB2-9A5C-E0EF-C333-983E96835FBA}"/>
              </a:ext>
            </a:extLst>
          </p:cNvPr>
          <p:cNvSpPr>
            <a:spLocks noGrp="1"/>
          </p:cNvSpPr>
          <p:nvPr>
            <p:ph type="sldNum" sz="quarter" idx="12"/>
          </p:nvPr>
        </p:nvSpPr>
        <p:spPr>
          <a:xfrm>
            <a:off x="10739119" y="7627621"/>
            <a:ext cx="3291840" cy="438150"/>
          </a:xfrm>
        </p:spPr>
        <p:txBody>
          <a:bodyPr/>
          <a:lstStyle>
            <a:lvl1pPr>
              <a:defRPr sz="1680" b="1"/>
            </a:lvl1pPr>
          </a:lstStyle>
          <a:p>
            <a:fld id="{EBE830D9-24CA-4274-959B-A0405615DCE4}" type="slidenum">
              <a:rPr lang="en-IN" smtClean="0"/>
              <a:pPr/>
              <a:t>‹#›</a:t>
            </a:fld>
            <a:endParaRPr lang="en-IN" dirty="0"/>
          </a:p>
        </p:txBody>
      </p:sp>
    </p:spTree>
    <p:extLst>
      <p:ext uri="{BB962C8B-B14F-4D97-AF65-F5344CB8AC3E}">
        <p14:creationId xmlns:p14="http://schemas.microsoft.com/office/powerpoint/2010/main" val="46881556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6597971-F3A5-4391-BFCF-C4CEF52BFAE6}"/>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xmlns="" id="{1C94B004-0C6D-43FF-913C-7E3B58848B3F}"/>
              </a:ext>
            </a:extLst>
          </p:cNvPr>
          <p:cNvSpPr>
            <a:spLocks noGrp="1"/>
          </p:cNvSpPr>
          <p:nvPr>
            <p:ph type="dt" sz="half" idx="10"/>
          </p:nvPr>
        </p:nvSpPr>
        <p:spPr/>
        <p:txBody>
          <a:bodyPr/>
          <a:lstStyle/>
          <a:p>
            <a:fld id="{65E5A423-ED99-41BC-95EE-DD3B44194774}" type="datetime1">
              <a:rPr lang="en-US" smtClean="0"/>
              <a:t>8/28/2025</a:t>
            </a:fld>
            <a:endParaRPr lang="en-IN"/>
          </a:p>
        </p:txBody>
      </p:sp>
      <p:sp>
        <p:nvSpPr>
          <p:cNvPr id="4" name="Footer Placeholder 3">
            <a:extLst>
              <a:ext uri="{FF2B5EF4-FFF2-40B4-BE49-F238E27FC236}">
                <a16:creationId xmlns:a16="http://schemas.microsoft.com/office/drawing/2014/main" xmlns="" id="{E31079B3-9976-4F71-A6ED-9ECD9247AF3E}"/>
              </a:ext>
            </a:extLst>
          </p:cNvPr>
          <p:cNvSpPr>
            <a:spLocks noGrp="1"/>
          </p:cNvSpPr>
          <p:nvPr>
            <p:ph type="ftr" sz="quarter" idx="11"/>
          </p:nvPr>
        </p:nvSpPr>
        <p:spPr/>
        <p:txBody>
          <a:bodyPr/>
          <a:lstStyle/>
          <a:p>
            <a:r>
              <a:rPr lang="en-IN" dirty="0" err="1"/>
              <a:t>Nitte</a:t>
            </a:r>
            <a:endParaRPr lang="en-IN" dirty="0"/>
          </a:p>
        </p:txBody>
      </p:sp>
      <p:sp>
        <p:nvSpPr>
          <p:cNvPr id="5" name="Slide Number Placeholder 4">
            <a:extLst>
              <a:ext uri="{FF2B5EF4-FFF2-40B4-BE49-F238E27FC236}">
                <a16:creationId xmlns:a16="http://schemas.microsoft.com/office/drawing/2014/main" xmlns="" id="{08A19A2E-87C1-410E-9950-1F453EB47205}"/>
              </a:ext>
            </a:extLst>
          </p:cNvPr>
          <p:cNvSpPr>
            <a:spLocks noGrp="1"/>
          </p:cNvSpPr>
          <p:nvPr>
            <p:ph type="sldNum" sz="quarter" idx="12"/>
          </p:nvPr>
        </p:nvSpPr>
        <p:spPr/>
        <p:txBody>
          <a:bodyPr/>
          <a:lstStyle/>
          <a:p>
            <a:fld id="{20EBDE74-63F8-40E0-98B7-5D7039ED512F}" type="slidenum">
              <a:rPr lang="en-IN" smtClean="0"/>
              <a:t>‹#›</a:t>
            </a:fld>
            <a:endParaRPr lang="en-IN" dirty="0"/>
          </a:p>
        </p:txBody>
      </p:sp>
    </p:spTree>
    <p:extLst>
      <p:ext uri="{BB962C8B-B14F-4D97-AF65-F5344CB8AC3E}">
        <p14:creationId xmlns:p14="http://schemas.microsoft.com/office/powerpoint/2010/main" val="400676466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22BEA44-9048-40A9-AC68-4F233A6E6B6A}"/>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xmlns="" id="{7B19777F-18F8-42E7-80C4-EA41A9C9B8B0}"/>
              </a:ext>
            </a:extLst>
          </p:cNvPr>
          <p:cNvSpPr>
            <a:spLocks noGrp="1"/>
          </p:cNvSpPr>
          <p:nvPr>
            <p:ph type="dt" sz="half" idx="10"/>
          </p:nvPr>
        </p:nvSpPr>
        <p:spPr/>
        <p:txBody>
          <a:bodyPr/>
          <a:lstStyle/>
          <a:p>
            <a:fld id="{65E5A423-ED99-41BC-95EE-DD3B44194774}" type="datetime1">
              <a:rPr lang="en-US" smtClean="0"/>
              <a:t>8/28/2025</a:t>
            </a:fld>
            <a:endParaRPr lang="en-IN"/>
          </a:p>
        </p:txBody>
      </p:sp>
      <p:sp>
        <p:nvSpPr>
          <p:cNvPr id="4" name="Footer Placeholder 3">
            <a:extLst>
              <a:ext uri="{FF2B5EF4-FFF2-40B4-BE49-F238E27FC236}">
                <a16:creationId xmlns:a16="http://schemas.microsoft.com/office/drawing/2014/main" xmlns="" id="{F7716186-ABC8-43F2-B215-E845895FFB59}"/>
              </a:ext>
            </a:extLst>
          </p:cNvPr>
          <p:cNvSpPr>
            <a:spLocks noGrp="1"/>
          </p:cNvSpPr>
          <p:nvPr>
            <p:ph type="ftr" sz="quarter" idx="11"/>
          </p:nvPr>
        </p:nvSpPr>
        <p:spPr/>
        <p:txBody>
          <a:bodyPr/>
          <a:lstStyle/>
          <a:p>
            <a:r>
              <a:rPr lang="en-IN"/>
              <a:t>Nitte</a:t>
            </a:r>
          </a:p>
        </p:txBody>
      </p:sp>
      <p:sp>
        <p:nvSpPr>
          <p:cNvPr id="5" name="Slide Number Placeholder 4">
            <a:extLst>
              <a:ext uri="{FF2B5EF4-FFF2-40B4-BE49-F238E27FC236}">
                <a16:creationId xmlns:a16="http://schemas.microsoft.com/office/drawing/2014/main" xmlns="" id="{86878C36-FED5-4E87-9564-AB5E966AA879}"/>
              </a:ext>
            </a:extLst>
          </p:cNvPr>
          <p:cNvSpPr>
            <a:spLocks noGrp="1"/>
          </p:cNvSpPr>
          <p:nvPr>
            <p:ph type="sldNum" sz="quarter" idx="12"/>
          </p:nvPr>
        </p:nvSpPr>
        <p:spPr/>
        <p:txBody>
          <a:bodyPr/>
          <a:lstStyle/>
          <a:p>
            <a:fld id="{20EBDE74-63F8-40E0-98B7-5D7039ED512F}" type="slidenum">
              <a:rPr lang="en-IN" smtClean="0"/>
              <a:t>‹#›</a:t>
            </a:fld>
            <a:endParaRPr lang="en-IN"/>
          </a:p>
        </p:txBody>
      </p:sp>
    </p:spTree>
    <p:extLst>
      <p:ext uri="{BB962C8B-B14F-4D97-AF65-F5344CB8AC3E}">
        <p14:creationId xmlns:p14="http://schemas.microsoft.com/office/powerpoint/2010/main" val="11569793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228954" y="702259"/>
            <a:ext cx="11664086" cy="1799539"/>
          </a:xfrm>
          <a:prstGeom prst="rect">
            <a:avLst/>
          </a:prstGeom>
        </p:spPr>
        <p:txBody>
          <a:bodyPr vert="horz" lIns="91440" tIns="45720" rIns="91440" bIns="45720" rtlCol="0" anchor="ctr">
            <a:normAutofit/>
          </a:bodyPr>
          <a:lstStyle/>
          <a:p>
            <a:r>
              <a:rPr lang="en-US" dirty="0"/>
              <a:t>Click to edit Master title style          </a:t>
            </a:r>
          </a:p>
        </p:txBody>
      </p:sp>
      <p:sp>
        <p:nvSpPr>
          <p:cNvPr id="3" name="Text Placeholder 2"/>
          <p:cNvSpPr>
            <a:spLocks noGrp="1"/>
          </p:cNvSpPr>
          <p:nvPr>
            <p:ph type="body" idx="1"/>
          </p:nvPr>
        </p:nvSpPr>
        <p:spPr>
          <a:xfrm>
            <a:off x="1228954" y="2743200"/>
            <a:ext cx="11664088" cy="4828032"/>
          </a:xfrm>
          <a:prstGeom prst="rect">
            <a:avLst/>
          </a:prstGeom>
        </p:spPr>
        <p:txBody>
          <a:bodyPr vert="horz" lIns="45720" tIns="45720" rIns="4572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228955" y="7764845"/>
            <a:ext cx="2584972" cy="329184"/>
          </a:xfrm>
          <a:prstGeom prst="rect">
            <a:avLst/>
          </a:prstGeom>
        </p:spPr>
        <p:txBody>
          <a:bodyPr vert="horz" lIns="91440" tIns="45720" rIns="91440" bIns="45720" rtlCol="0" anchor="ctr"/>
          <a:lstStyle>
            <a:lvl1pPr algn="l">
              <a:defRPr sz="1200">
                <a:solidFill>
                  <a:schemeClr val="tx1">
                    <a:lumMod val="95000"/>
                    <a:lumOff val="5000"/>
                  </a:schemeClr>
                </a:solidFill>
                <a:latin typeface="+mj-lt"/>
              </a:defRPr>
            </a:lvl1pPr>
          </a:lstStyle>
          <a:p>
            <a:fld id="{65E5A423-ED99-41BC-95EE-DD3B44194774}" type="datetime1">
              <a:rPr lang="en-US" smtClean="0"/>
              <a:t>8/28/2025</a:t>
            </a:fld>
            <a:endParaRPr lang="en-IN"/>
          </a:p>
        </p:txBody>
      </p:sp>
      <p:sp>
        <p:nvSpPr>
          <p:cNvPr id="5" name="Footer Placeholder 4"/>
          <p:cNvSpPr>
            <a:spLocks noGrp="1"/>
          </p:cNvSpPr>
          <p:nvPr>
            <p:ph type="ftr" sz="quarter" idx="3"/>
          </p:nvPr>
        </p:nvSpPr>
        <p:spPr>
          <a:xfrm>
            <a:off x="5811519" y="7764845"/>
            <a:ext cx="7081751" cy="329184"/>
          </a:xfrm>
          <a:prstGeom prst="rect">
            <a:avLst/>
          </a:prstGeom>
        </p:spPr>
        <p:txBody>
          <a:bodyPr vert="horz" lIns="91440" tIns="45720" rIns="91440" bIns="45720" rtlCol="0" anchor="ctr"/>
          <a:lstStyle>
            <a:lvl1pPr algn="r">
              <a:defRPr sz="1200" cap="all" baseline="0">
                <a:solidFill>
                  <a:schemeClr val="tx1">
                    <a:lumMod val="95000"/>
                    <a:lumOff val="5000"/>
                  </a:schemeClr>
                </a:solidFill>
                <a:latin typeface="+mj-lt"/>
              </a:defRPr>
            </a:lvl1pPr>
          </a:lstStyle>
          <a:p>
            <a:r>
              <a:rPr lang="en-IN"/>
              <a:t>Nitte</a:t>
            </a:r>
          </a:p>
        </p:txBody>
      </p:sp>
      <p:sp>
        <p:nvSpPr>
          <p:cNvPr id="6" name="Slide Number Placeholder 5"/>
          <p:cNvSpPr>
            <a:spLocks noGrp="1"/>
          </p:cNvSpPr>
          <p:nvPr>
            <p:ph type="sldNum" sz="quarter" idx="4"/>
          </p:nvPr>
        </p:nvSpPr>
        <p:spPr>
          <a:xfrm>
            <a:off x="13004800" y="7764845"/>
            <a:ext cx="1168400" cy="329184"/>
          </a:xfrm>
          <a:prstGeom prst="rect">
            <a:avLst/>
          </a:prstGeom>
        </p:spPr>
        <p:txBody>
          <a:bodyPr vert="horz" lIns="91440" tIns="45720" rIns="91440" bIns="45720" rtlCol="0" anchor="ctr"/>
          <a:lstStyle>
            <a:lvl1pPr algn="l">
              <a:defRPr sz="1200">
                <a:solidFill>
                  <a:schemeClr val="tx1">
                    <a:lumMod val="95000"/>
                    <a:lumOff val="5000"/>
                  </a:schemeClr>
                </a:solidFill>
                <a:latin typeface="+mj-lt"/>
              </a:defRPr>
            </a:lvl1pPr>
          </a:lstStyle>
          <a:p>
            <a:fld id="{20EBDE74-63F8-40E0-98B7-5D7039ED512F}" type="slidenum">
              <a:rPr lang="en-IN" smtClean="0"/>
              <a:t>‹#›</a:t>
            </a:fld>
            <a:endParaRPr lang="en-IN"/>
          </a:p>
        </p:txBody>
      </p:sp>
      <p:cxnSp>
        <p:nvCxnSpPr>
          <p:cNvPr id="7" name="Straight Connector 6"/>
          <p:cNvCxnSpPr/>
          <p:nvPr/>
        </p:nvCxnSpPr>
        <p:spPr>
          <a:xfrm flipV="1">
            <a:off x="914400" y="991589"/>
            <a:ext cx="0" cy="109728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10791335"/>
      </p:ext>
    </p:extLst>
  </p:cSld>
  <p:clrMap bg1="lt1" tx1="dk1" bg2="lt2" tx2="dk2" accent1="accent1" accent2="accent2" accent3="accent3" accent4="accent4" accent5="accent5" accent6="accent6" hlink="hlink" folHlink="folHlink"/>
  <p:sldLayoutIdLst>
    <p:sldLayoutId id="2147483696" r:id="rId1"/>
    <p:sldLayoutId id="2147483697" r:id="rId2"/>
    <p:sldLayoutId id="2147483698" r:id="rId3"/>
    <p:sldLayoutId id="2147483699" r:id="rId4"/>
    <p:sldLayoutId id="2147483700" r:id="rId5"/>
    <p:sldLayoutId id="2147483701" r:id="rId6"/>
    <p:sldLayoutId id="2147483702" r:id="rId7"/>
    <p:sldLayoutId id="2147483703" r:id="rId8"/>
    <p:sldLayoutId id="2147483704" r:id="rId9"/>
    <p:sldLayoutId id="2147483705" r:id="rId10"/>
    <p:sldLayoutId id="2147483706" r:id="rId11"/>
    <p:sldLayoutId id="2147483707" r:id="rId12"/>
    <p:sldLayoutId id="2147483708" r:id="rId13"/>
    <p:sldLayoutId id="2147483709" r:id="rId14"/>
    <p:sldLayoutId id="2147483710" r:id="rId15"/>
  </p:sldLayoutIdLst>
  <p:hf hdr="0"/>
  <p:txStyles>
    <p:titleStyle>
      <a:lvl1pPr algn="l" defTabSz="1097280" rtl="0" eaLnBrk="1" latinLnBrk="0" hangingPunct="1">
        <a:lnSpc>
          <a:spcPct val="80000"/>
        </a:lnSpc>
        <a:spcBef>
          <a:spcPct val="0"/>
        </a:spcBef>
        <a:buNone/>
        <a:defRPr sz="6000" kern="1200" cap="all" spc="120" baseline="0">
          <a:solidFill>
            <a:schemeClr val="tx1">
              <a:lumMod val="95000"/>
              <a:lumOff val="5000"/>
            </a:schemeClr>
          </a:solidFill>
          <a:latin typeface="+mj-lt"/>
          <a:ea typeface="+mj-ea"/>
          <a:cs typeface="+mj-cs"/>
        </a:defRPr>
      </a:lvl1pPr>
    </p:titleStyle>
    <p:bodyStyle>
      <a:lvl1pPr marL="109728" indent="-109728" algn="l" defTabSz="1097280" rtl="0" eaLnBrk="1" latinLnBrk="0" hangingPunct="1">
        <a:lnSpc>
          <a:spcPct val="90000"/>
        </a:lnSpc>
        <a:spcBef>
          <a:spcPts val="1440"/>
        </a:spcBef>
        <a:spcAft>
          <a:spcPts val="240"/>
        </a:spcAft>
        <a:buClr>
          <a:schemeClr val="accent1"/>
        </a:buClr>
        <a:buSzPct val="100000"/>
        <a:buFont typeface="Tw Cen MT" panose="020B0602020104020603" pitchFamily="34" charset="0"/>
        <a:buChar char=" "/>
        <a:defRPr sz="2640" kern="1200">
          <a:solidFill>
            <a:schemeClr val="tx1"/>
          </a:solidFill>
          <a:latin typeface="+mn-lt"/>
          <a:ea typeface="+mn-ea"/>
          <a:cs typeface="+mn-cs"/>
        </a:defRPr>
      </a:lvl1pPr>
      <a:lvl2pPr marL="318211" indent="-164592" algn="l" defTabSz="1097280" rtl="0" eaLnBrk="1" latinLnBrk="0" hangingPunct="1">
        <a:lnSpc>
          <a:spcPct val="90000"/>
        </a:lnSpc>
        <a:spcBef>
          <a:spcPts val="240"/>
        </a:spcBef>
        <a:spcAft>
          <a:spcPts val="480"/>
        </a:spcAft>
        <a:buClr>
          <a:schemeClr val="accent1"/>
        </a:buClr>
        <a:buFont typeface="Wingdings 3" pitchFamily="18" charset="2"/>
        <a:buChar char=""/>
        <a:defRPr sz="2160" kern="1200">
          <a:solidFill>
            <a:schemeClr val="tx1"/>
          </a:solidFill>
          <a:latin typeface="+mn-lt"/>
          <a:ea typeface="+mn-ea"/>
          <a:cs typeface="+mn-cs"/>
        </a:defRPr>
      </a:lvl2pPr>
      <a:lvl3pPr marL="537667" indent="-164592" algn="l" defTabSz="1097280" rtl="0" eaLnBrk="1" latinLnBrk="0" hangingPunct="1">
        <a:lnSpc>
          <a:spcPct val="90000"/>
        </a:lnSpc>
        <a:spcBef>
          <a:spcPts val="240"/>
        </a:spcBef>
        <a:spcAft>
          <a:spcPts val="480"/>
        </a:spcAft>
        <a:buClr>
          <a:schemeClr val="accent1"/>
        </a:buClr>
        <a:buFont typeface="Wingdings 3" pitchFamily="18" charset="2"/>
        <a:buChar char=""/>
        <a:defRPr sz="1680" kern="1200">
          <a:solidFill>
            <a:schemeClr val="tx1"/>
          </a:solidFill>
          <a:latin typeface="+mn-lt"/>
          <a:ea typeface="+mn-ea"/>
          <a:cs typeface="+mn-cs"/>
        </a:defRPr>
      </a:lvl3pPr>
      <a:lvl4pPr marL="713232" indent="-164592" algn="l" defTabSz="1097280" rtl="0" eaLnBrk="1" latinLnBrk="0" hangingPunct="1">
        <a:lnSpc>
          <a:spcPct val="90000"/>
        </a:lnSpc>
        <a:spcBef>
          <a:spcPts val="240"/>
        </a:spcBef>
        <a:spcAft>
          <a:spcPts val="480"/>
        </a:spcAft>
        <a:buClr>
          <a:schemeClr val="accent1"/>
        </a:buClr>
        <a:buFont typeface="Wingdings 3" pitchFamily="18" charset="2"/>
        <a:buChar char=""/>
        <a:defRPr sz="1680" kern="1200">
          <a:solidFill>
            <a:schemeClr val="tx1"/>
          </a:solidFill>
          <a:latin typeface="+mn-lt"/>
          <a:ea typeface="+mn-ea"/>
          <a:cs typeface="+mn-cs"/>
        </a:defRPr>
      </a:lvl4pPr>
      <a:lvl5pPr marL="932688" indent="-164592" algn="l" defTabSz="1097280" rtl="0" eaLnBrk="1" latinLnBrk="0" hangingPunct="1">
        <a:lnSpc>
          <a:spcPct val="90000"/>
        </a:lnSpc>
        <a:spcBef>
          <a:spcPts val="240"/>
        </a:spcBef>
        <a:spcAft>
          <a:spcPts val="480"/>
        </a:spcAft>
        <a:buClr>
          <a:schemeClr val="accent1"/>
        </a:buClr>
        <a:buFont typeface="Wingdings 3" pitchFamily="18" charset="2"/>
        <a:buChar char=""/>
        <a:defRPr sz="1680" kern="1200">
          <a:solidFill>
            <a:schemeClr val="tx1"/>
          </a:solidFill>
          <a:latin typeface="+mn-lt"/>
          <a:ea typeface="+mn-ea"/>
          <a:cs typeface="+mn-cs"/>
        </a:defRPr>
      </a:lvl5pPr>
      <a:lvl6pPr marL="1097280" indent="-164592" algn="l" defTabSz="1097280" rtl="0" eaLnBrk="1" latinLnBrk="0" hangingPunct="1">
        <a:lnSpc>
          <a:spcPct val="90000"/>
        </a:lnSpc>
        <a:spcBef>
          <a:spcPts val="240"/>
        </a:spcBef>
        <a:spcAft>
          <a:spcPts val="480"/>
        </a:spcAft>
        <a:buClr>
          <a:schemeClr val="accent1"/>
        </a:buClr>
        <a:buFont typeface="Wingdings 3" pitchFamily="18" charset="2"/>
        <a:buChar char=""/>
        <a:defRPr sz="1680" kern="1200">
          <a:solidFill>
            <a:schemeClr val="tx1"/>
          </a:solidFill>
          <a:latin typeface="+mn-lt"/>
          <a:ea typeface="+mn-ea"/>
          <a:cs typeface="+mn-cs"/>
        </a:defRPr>
      </a:lvl6pPr>
      <a:lvl7pPr marL="1272845" indent="-164592" algn="l" defTabSz="1097280" rtl="0" eaLnBrk="1" latinLnBrk="0" hangingPunct="1">
        <a:lnSpc>
          <a:spcPct val="90000"/>
        </a:lnSpc>
        <a:spcBef>
          <a:spcPts val="240"/>
        </a:spcBef>
        <a:spcAft>
          <a:spcPts val="480"/>
        </a:spcAft>
        <a:buClr>
          <a:schemeClr val="accent1"/>
        </a:buClr>
        <a:buFont typeface="Wingdings 3" pitchFamily="18" charset="2"/>
        <a:buChar char=""/>
        <a:defRPr sz="1680" kern="1200">
          <a:solidFill>
            <a:schemeClr val="tx1"/>
          </a:solidFill>
          <a:latin typeface="+mn-lt"/>
          <a:ea typeface="+mn-ea"/>
          <a:cs typeface="+mn-cs"/>
        </a:defRPr>
      </a:lvl7pPr>
      <a:lvl8pPr marL="1459382" indent="-164592" algn="l" defTabSz="1097280" rtl="0" eaLnBrk="1" latinLnBrk="0" hangingPunct="1">
        <a:lnSpc>
          <a:spcPct val="90000"/>
        </a:lnSpc>
        <a:spcBef>
          <a:spcPts val="240"/>
        </a:spcBef>
        <a:spcAft>
          <a:spcPts val="480"/>
        </a:spcAft>
        <a:buClr>
          <a:schemeClr val="accent1"/>
        </a:buClr>
        <a:buFont typeface="Wingdings 3" pitchFamily="18" charset="2"/>
        <a:buChar char=""/>
        <a:defRPr sz="1680" kern="1200">
          <a:solidFill>
            <a:schemeClr val="tx1"/>
          </a:solidFill>
          <a:latin typeface="+mn-lt"/>
          <a:ea typeface="+mn-ea"/>
          <a:cs typeface="+mn-cs"/>
        </a:defRPr>
      </a:lvl8pPr>
      <a:lvl9pPr marL="1634947" indent="-164592" algn="l" defTabSz="1097280" rtl="0" eaLnBrk="1" latinLnBrk="0" hangingPunct="1">
        <a:lnSpc>
          <a:spcPct val="90000"/>
        </a:lnSpc>
        <a:spcBef>
          <a:spcPts val="240"/>
        </a:spcBef>
        <a:spcAft>
          <a:spcPts val="480"/>
        </a:spcAft>
        <a:buClr>
          <a:schemeClr val="accent1"/>
        </a:buClr>
        <a:buFont typeface="Wingdings 3" pitchFamily="18" charset="2"/>
        <a:buChar char=""/>
        <a:defRPr sz="1680" kern="1200">
          <a:solidFill>
            <a:schemeClr val="tx1"/>
          </a:solidFill>
          <a:latin typeface="+mn-lt"/>
          <a:ea typeface="+mn-ea"/>
          <a:cs typeface="+mn-cs"/>
        </a:defRPr>
      </a:lvl9pPr>
    </p:bodyStyle>
    <p:otherStyle>
      <a:defPPr>
        <a:defRPr lang="en-US"/>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3.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3.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3.xml"/><Relationship Id="rId5" Type="http://schemas.openxmlformats.org/officeDocument/2006/relationships/image" Target="../media/image6.png"/><Relationship Id="rId4" Type="http://schemas.openxmlformats.org/officeDocument/2006/relationships/image" Target="../media/image11.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3.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3.xml"/><Relationship Id="rId5" Type="http://schemas.openxmlformats.org/officeDocument/2006/relationships/image" Target="../media/image6.png"/><Relationship Id="rId4" Type="http://schemas.openxmlformats.org/officeDocument/2006/relationships/image" Target="../media/image15.png"/></Relationships>
</file>

<file path=ppt/slides/_rels/slide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13.xml"/><Relationship Id="rId5" Type="http://schemas.openxmlformats.org/officeDocument/2006/relationships/image" Target="../media/image6.png"/><Relationship Id="rId4" Type="http://schemas.openxmlformats.org/officeDocument/2006/relationships/image" Target="../media/image17.png"/></Relationships>
</file>

<file path=ppt/slides/_rels/slide7.xml.rels><?xml version="1.0" encoding="UTF-8" standalone="yes"?>
<Relationships xmlns="http://schemas.openxmlformats.org/package/2006/relationships"><Relationship Id="rId3" Type="http://schemas.openxmlformats.org/officeDocument/2006/relationships/image" Target="../media/image18.png"/><Relationship Id="rId7"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3.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8.xml"/><Relationship Id="rId1" Type="http://schemas.openxmlformats.org/officeDocument/2006/relationships/slideLayout" Target="../slideLayouts/slideLayout13.xml"/><Relationship Id="rId5" Type="http://schemas.openxmlformats.org/officeDocument/2006/relationships/image" Target="../media/image6.png"/><Relationship Id="rId4" Type="http://schemas.openxmlformats.org/officeDocument/2006/relationships/image" Target="../media/image20.png"/></Relationships>
</file>

<file path=ppt/slides/_rels/slide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9.xml"/><Relationship Id="rId1" Type="http://schemas.openxmlformats.org/officeDocument/2006/relationships/slideLayout" Target="../slideLayouts/slideLayout13.xml"/><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13.xml"/><Relationship Id="rId5" Type="http://schemas.openxmlformats.org/officeDocument/2006/relationships/image" Target="../media/image6.png"/><Relationship Id="rId4" Type="http://schemas.openxmlformats.org/officeDocument/2006/relationships/image" Target="../media/image22.png"/></Relationships>
</file>

<file path=ppt/slides/_rels/slide1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1.xml"/><Relationship Id="rId1" Type="http://schemas.openxmlformats.org/officeDocument/2006/relationships/slideLayout" Target="../slideLayouts/slideLayout13.xml"/><Relationship Id="rId5" Type="http://schemas.openxmlformats.org/officeDocument/2006/relationships/image" Target="../media/image6.png"/><Relationship Id="rId4" Type="http://schemas.openxmlformats.org/officeDocument/2006/relationships/image" Target="../media/image24.pn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13.xml"/><Relationship Id="rId5" Type="http://schemas.openxmlformats.org/officeDocument/2006/relationships/image" Target="../media/image6.png"/><Relationship Id="rId4" Type="http://schemas.openxmlformats.org/officeDocument/2006/relationships/image" Target="../media/image25.png"/></Relationships>
</file>

<file path=ppt/slides/_rels/slide1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3.xml"/><Relationship Id="rId1" Type="http://schemas.openxmlformats.org/officeDocument/2006/relationships/slideLayout" Target="../slideLayouts/slideLayout13.xml"/><Relationship Id="rId5" Type="http://schemas.openxmlformats.org/officeDocument/2006/relationships/image" Target="../media/image6.png"/><Relationship Id="rId4" Type="http://schemas.openxmlformats.org/officeDocument/2006/relationships/image" Target="../media/image27.png"/></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13.xml"/><Relationship Id="rId6" Type="http://schemas.openxmlformats.org/officeDocument/2006/relationships/image" Target="../media/image6.png"/><Relationship Id="rId5" Type="http://schemas.openxmlformats.org/officeDocument/2006/relationships/image" Target="../media/image29.png"/><Relationship Id="rId4" Type="http://schemas.openxmlformats.org/officeDocument/2006/relationships/image" Target="../media/image28.png"/></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13.xml"/><Relationship Id="rId5" Type="http://schemas.openxmlformats.org/officeDocument/2006/relationships/image" Target="../media/image6.png"/><Relationship Id="rId4" Type="http://schemas.openxmlformats.org/officeDocument/2006/relationships/image" Target="../media/image30.png"/></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13.xml"/><Relationship Id="rId5" Type="http://schemas.openxmlformats.org/officeDocument/2006/relationships/image" Target="../media/image6.png"/><Relationship Id="rId4" Type="http://schemas.openxmlformats.org/officeDocument/2006/relationships/image" Target="../media/image31.png"/></Relationships>
</file>

<file path=ppt/slides/_rels/slide1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7.xml"/><Relationship Id="rId1" Type="http://schemas.openxmlformats.org/officeDocument/2006/relationships/slideLayout" Target="../slideLayouts/slideLayout13.xml"/><Relationship Id="rId5" Type="http://schemas.openxmlformats.org/officeDocument/2006/relationships/image" Target="../media/image6.png"/><Relationship Id="rId4" Type="http://schemas.openxmlformats.org/officeDocument/2006/relationships/image" Target="../media/image33.png"/></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13.xml"/><Relationship Id="rId5" Type="http://schemas.openxmlformats.org/officeDocument/2006/relationships/image" Target="../media/image6.png"/><Relationship Id="rId4" Type="http://schemas.openxmlformats.org/officeDocument/2006/relationships/image" Target="../media/image34.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38744"/>
          </a:xfrm>
          <a:prstGeom prst="rect">
            <a:avLst/>
          </a:prstGeom>
        </p:spPr>
      </p:pic>
      <p:pic>
        <p:nvPicPr>
          <p:cNvPr id="3" name="Image 1" descr="preencoded.png"/>
          <p:cNvPicPr>
            <a:picLocks noChangeAspect="1"/>
          </p:cNvPicPr>
          <p:nvPr/>
        </p:nvPicPr>
        <p:blipFill>
          <a:blip r:embed="rId4"/>
          <a:stretch>
            <a:fillRect/>
          </a:stretch>
        </p:blipFill>
        <p:spPr>
          <a:xfrm>
            <a:off x="222504" y="189735"/>
            <a:ext cx="11734801" cy="2555240"/>
          </a:xfrm>
          <a:prstGeom prst="rect">
            <a:avLst/>
          </a:prstGeom>
        </p:spPr>
      </p:pic>
      <p:pic>
        <p:nvPicPr>
          <p:cNvPr id="4" name="Image 2" descr="preencoded.png"/>
          <p:cNvPicPr>
            <a:picLocks noChangeAspect="1"/>
          </p:cNvPicPr>
          <p:nvPr/>
        </p:nvPicPr>
        <p:blipFill>
          <a:blip r:embed="rId5"/>
          <a:stretch>
            <a:fillRect/>
          </a:stretch>
        </p:blipFill>
        <p:spPr>
          <a:xfrm>
            <a:off x="841248" y="6007608"/>
            <a:ext cx="6327648" cy="694944"/>
          </a:xfrm>
          <a:prstGeom prst="rect">
            <a:avLst/>
          </a:prstGeom>
        </p:spPr>
      </p:pic>
      <p:pic>
        <p:nvPicPr>
          <p:cNvPr id="5" name="Image 3" descr="preencoded.png"/>
          <p:cNvPicPr>
            <a:picLocks noChangeAspect="1"/>
          </p:cNvPicPr>
          <p:nvPr/>
        </p:nvPicPr>
        <p:blipFill>
          <a:blip r:embed="rId5"/>
          <a:stretch>
            <a:fillRect/>
          </a:stretch>
        </p:blipFill>
        <p:spPr>
          <a:xfrm>
            <a:off x="7443216" y="6007608"/>
            <a:ext cx="6327648" cy="694944"/>
          </a:xfrm>
          <a:prstGeom prst="rect">
            <a:avLst/>
          </a:prstGeom>
        </p:spPr>
      </p:pic>
      <p:sp>
        <p:nvSpPr>
          <p:cNvPr id="6" name="Text 0"/>
          <p:cNvSpPr/>
          <p:nvPr/>
        </p:nvSpPr>
        <p:spPr>
          <a:xfrm>
            <a:off x="1097280" y="6144768"/>
            <a:ext cx="5843016" cy="420624"/>
          </a:xfrm>
          <a:prstGeom prst="rect">
            <a:avLst/>
          </a:prstGeom>
          <a:noFill/>
          <a:ln/>
        </p:spPr>
        <p:txBody>
          <a:bodyPr wrap="none" lIns="0" tIns="0" rIns="0" bIns="0" rtlCol="0" anchor="ctr"/>
          <a:lstStyle/>
          <a:p>
            <a:pPr marL="0" indent="0" algn="l">
              <a:buNone/>
            </a:pPr>
            <a:endParaRPr lang="en-US" sz="2400" dirty="0">
              <a:solidFill>
                <a:srgbClr val="011C2A"/>
              </a:solidFill>
              <a:latin typeface="思源黑体-思源黑体-Bold" pitchFamily="34" charset="0"/>
              <a:ea typeface="思源黑体-思源黑体-Bold" pitchFamily="34" charset="-122"/>
              <a:cs typeface="思源黑体-思源黑体-Bold" pitchFamily="34" charset="-120"/>
            </a:endParaRPr>
          </a:p>
          <a:p>
            <a:pPr marL="0" indent="0" algn="l">
              <a:buNone/>
            </a:pPr>
            <a:endParaRPr lang="en-US" sz="2400" dirty="0">
              <a:solidFill>
                <a:srgbClr val="011C2A"/>
              </a:solidFill>
              <a:latin typeface="思源黑体-思源黑体-Bold" pitchFamily="34" charset="0"/>
              <a:ea typeface="思源黑体-思源黑体-Bold" pitchFamily="34" charset="-122"/>
              <a:cs typeface="思源黑体-思源黑体-Bold" pitchFamily="34" charset="-120"/>
            </a:endParaRPr>
          </a:p>
          <a:p>
            <a:pPr marL="0" indent="0" algn="l">
              <a:buNone/>
            </a:pPr>
            <a:endParaRPr lang="en-US" sz="2400" dirty="0">
              <a:solidFill>
                <a:srgbClr val="011C2A"/>
              </a:solidFill>
              <a:latin typeface="思源黑体-思源黑体-Bold" pitchFamily="34" charset="0"/>
              <a:ea typeface="思源黑体-思源黑体-Bold" pitchFamily="34" charset="-122"/>
              <a:cs typeface="思源黑体-思源黑体-Bold" pitchFamily="34" charset="-120"/>
            </a:endParaRPr>
          </a:p>
          <a:p>
            <a:pPr marL="0" indent="0" algn="l">
              <a:buNone/>
            </a:pPr>
            <a:endParaRPr lang="en-US" sz="2400" dirty="0">
              <a:solidFill>
                <a:srgbClr val="011C2A"/>
              </a:solidFill>
              <a:latin typeface="思源黑体-思源黑体-Bold" pitchFamily="34" charset="0"/>
              <a:ea typeface="思源黑体-思源黑体-Bold" pitchFamily="34" charset="-122"/>
              <a:cs typeface="思源黑体-思源黑体-Bold" pitchFamily="34" charset="-120"/>
            </a:endParaRPr>
          </a:p>
          <a:p>
            <a:pPr marL="0" indent="0" algn="l">
              <a:buNone/>
            </a:pPr>
            <a:endParaRPr lang="en-US" sz="2400" dirty="0">
              <a:solidFill>
                <a:srgbClr val="011C2A"/>
              </a:solidFill>
              <a:latin typeface="思源黑体-思源黑体-Bold" pitchFamily="34" charset="0"/>
              <a:ea typeface="思源黑体-思源黑体-Bold" pitchFamily="34" charset="-122"/>
              <a:cs typeface="思源黑体-思源黑体-Bold" pitchFamily="34" charset="-120"/>
            </a:endParaRPr>
          </a:p>
          <a:p>
            <a:pPr marL="0" indent="0" algn="l">
              <a:buNone/>
            </a:pPr>
            <a:r>
              <a:rPr lang="en-US" sz="2800" b="1" dirty="0">
                <a:solidFill>
                  <a:srgbClr val="011C2A"/>
                </a:solidFill>
                <a:latin typeface="Calibri" panose="020F0502020204030204" pitchFamily="34" charset="0"/>
                <a:ea typeface="思源黑体-思源黑体-Bold" pitchFamily="34" charset="-122"/>
                <a:cs typeface="Calibri" panose="020F0502020204030204" pitchFamily="34" charset="0"/>
              </a:rPr>
              <a:t>Dr. </a:t>
            </a:r>
            <a:r>
              <a:rPr lang="en-US" sz="2800" b="1" dirty="0" err="1">
                <a:solidFill>
                  <a:srgbClr val="011C2A"/>
                </a:solidFill>
                <a:latin typeface="Calibri" panose="020F0502020204030204" pitchFamily="34" charset="0"/>
                <a:ea typeface="思源黑体-思源黑体-Bold" pitchFamily="34" charset="-122"/>
                <a:cs typeface="Calibri" panose="020F0502020204030204" pitchFamily="34" charset="0"/>
              </a:rPr>
              <a:t>Spoorthi</a:t>
            </a:r>
            <a:r>
              <a:rPr lang="en-US" sz="2800" b="1" dirty="0">
                <a:solidFill>
                  <a:srgbClr val="011C2A"/>
                </a:solidFill>
                <a:latin typeface="Calibri" panose="020F0502020204030204" pitchFamily="34" charset="0"/>
                <a:ea typeface="思源黑体-思源黑体-Bold" pitchFamily="34" charset="-122"/>
                <a:cs typeface="Calibri" panose="020F0502020204030204" pitchFamily="34" charset="0"/>
              </a:rPr>
              <a:t> P Shetty</a:t>
            </a:r>
          </a:p>
          <a:p>
            <a:r>
              <a:rPr lang="en-US" sz="2800" dirty="0">
                <a:solidFill>
                  <a:srgbClr val="03141C"/>
                </a:solidFill>
                <a:latin typeface="Calibri" panose="020F0502020204030204" pitchFamily="34" charset="0"/>
                <a:ea typeface="Arial-Regular" pitchFamily="34" charset="-122"/>
                <a:cs typeface="Calibri" panose="020F0502020204030204" pitchFamily="34" charset="0"/>
              </a:rPr>
              <a:t>Associate Professor</a:t>
            </a:r>
          </a:p>
          <a:p>
            <a:r>
              <a:rPr lang="en-US" sz="2800" dirty="0">
                <a:solidFill>
                  <a:srgbClr val="03141C"/>
                </a:solidFill>
                <a:latin typeface="Calibri" panose="020F0502020204030204" pitchFamily="34" charset="0"/>
                <a:ea typeface="Arial-Regular" pitchFamily="34" charset="-122"/>
                <a:cs typeface="Calibri" panose="020F0502020204030204" pitchFamily="34" charset="0"/>
              </a:rPr>
              <a:t>Department of MCA</a:t>
            </a:r>
          </a:p>
          <a:p>
            <a:r>
              <a:rPr lang="en-US" sz="2800" dirty="0">
                <a:solidFill>
                  <a:srgbClr val="03141C"/>
                </a:solidFill>
                <a:latin typeface="Calibri" panose="020F0502020204030204" pitchFamily="34" charset="0"/>
                <a:ea typeface="Arial-Regular" pitchFamily="34" charset="-122"/>
                <a:cs typeface="Calibri" panose="020F0502020204030204" pitchFamily="34" charset="0"/>
              </a:rPr>
              <a:t>NMAM Institute of Technology, </a:t>
            </a:r>
            <a:r>
              <a:rPr lang="en-US" sz="2800" dirty="0" err="1">
                <a:solidFill>
                  <a:srgbClr val="03141C"/>
                </a:solidFill>
                <a:latin typeface="Calibri" panose="020F0502020204030204" pitchFamily="34" charset="0"/>
                <a:ea typeface="Arial-Regular" pitchFamily="34" charset="-122"/>
                <a:cs typeface="Calibri" panose="020F0502020204030204" pitchFamily="34" charset="0"/>
              </a:rPr>
              <a:t>Nitte</a:t>
            </a:r>
            <a:r>
              <a:rPr lang="en-US" sz="2800" dirty="0">
                <a:solidFill>
                  <a:srgbClr val="03141C"/>
                </a:solidFill>
                <a:latin typeface="Calibri" panose="020F0502020204030204" pitchFamily="34" charset="0"/>
                <a:ea typeface="Arial-Regular" pitchFamily="34" charset="-122"/>
                <a:cs typeface="Calibri" panose="020F0502020204030204" pitchFamily="34" charset="0"/>
              </a:rPr>
              <a:t> (Deemed to be University)</a:t>
            </a:r>
            <a:endParaRPr lang="en-US" sz="2800" dirty="0">
              <a:latin typeface="Calibri" panose="020F0502020204030204" pitchFamily="34" charset="0"/>
              <a:cs typeface="Calibri" panose="020F0502020204030204" pitchFamily="34" charset="0"/>
            </a:endParaRPr>
          </a:p>
          <a:p>
            <a:pPr>
              <a:lnSpc>
                <a:spcPts val="6500"/>
              </a:lnSpc>
            </a:pPr>
            <a:endParaRPr lang="en-US" sz="2400" dirty="0"/>
          </a:p>
          <a:p>
            <a:pPr>
              <a:lnSpc>
                <a:spcPts val="6500"/>
              </a:lnSpc>
            </a:pPr>
            <a:endParaRPr lang="en-US" sz="2400" dirty="0"/>
          </a:p>
          <a:p>
            <a:pPr marL="0" indent="0" algn="l">
              <a:lnSpc>
                <a:spcPts val="6500"/>
              </a:lnSpc>
              <a:buNone/>
            </a:pPr>
            <a:endParaRPr lang="en-US" sz="2400" dirty="0"/>
          </a:p>
        </p:txBody>
      </p:sp>
      <p:sp>
        <p:nvSpPr>
          <p:cNvPr id="7" name="Text 1"/>
          <p:cNvSpPr/>
          <p:nvPr/>
        </p:nvSpPr>
        <p:spPr>
          <a:xfrm>
            <a:off x="297181" y="3175000"/>
            <a:ext cx="12984480" cy="1816099"/>
          </a:xfrm>
          <a:prstGeom prst="rect">
            <a:avLst/>
          </a:prstGeom>
          <a:noFill/>
          <a:ln/>
        </p:spPr>
        <p:txBody>
          <a:bodyPr wrap="square" lIns="0" tIns="0" rIns="0" bIns="0" rtlCol="0" anchor="ctr"/>
          <a:lstStyle/>
          <a:p>
            <a:pPr marL="0" indent="0" algn="ctr">
              <a:lnSpc>
                <a:spcPct val="150000"/>
              </a:lnSpc>
              <a:buNone/>
            </a:pPr>
            <a:r>
              <a:rPr lang="en-US" sz="4800" b="1" dirty="0">
                <a:solidFill>
                  <a:srgbClr val="011C2A"/>
                </a:solidFill>
                <a:latin typeface="Cambria" panose="02040503050406030204" pitchFamily="18" charset="0"/>
                <a:ea typeface="Cambria" panose="02040503050406030204" pitchFamily="18" charset="0"/>
                <a:cs typeface="思源黑体-思源黑体-Bold" pitchFamily="34" charset="-120"/>
              </a:rPr>
              <a:t>Data Communication and Networks </a:t>
            </a:r>
          </a:p>
          <a:p>
            <a:pPr marL="0" indent="0" algn="ctr">
              <a:lnSpc>
                <a:spcPct val="150000"/>
              </a:lnSpc>
              <a:buNone/>
            </a:pPr>
            <a:r>
              <a:rPr lang="en-US" sz="4000" b="1" dirty="0">
                <a:solidFill>
                  <a:srgbClr val="183983"/>
                </a:solidFill>
                <a:latin typeface="Cambria" panose="02040503050406030204" pitchFamily="18" charset="0"/>
                <a:ea typeface="Cambria" panose="02040503050406030204" pitchFamily="18" charset="0"/>
                <a:cs typeface="思源黑体-思源黑体-Medium" pitchFamily="34" charset="-120"/>
              </a:rPr>
              <a:t>Introduction</a:t>
            </a:r>
            <a:endParaRPr lang="en-US" sz="4000" b="1" dirty="0">
              <a:latin typeface="Cambria" panose="02040503050406030204" pitchFamily="18" charset="0"/>
              <a:ea typeface="Cambria" panose="02040503050406030204" pitchFamily="18" charset="0"/>
            </a:endParaRPr>
          </a:p>
        </p:txBody>
      </p:sp>
      <p:sp>
        <p:nvSpPr>
          <p:cNvPr id="8" name="Text 2"/>
          <p:cNvSpPr/>
          <p:nvPr/>
        </p:nvSpPr>
        <p:spPr>
          <a:xfrm>
            <a:off x="7699248" y="6144768"/>
            <a:ext cx="5843016" cy="420624"/>
          </a:xfrm>
          <a:prstGeom prst="rect">
            <a:avLst/>
          </a:prstGeom>
          <a:noFill/>
          <a:ln/>
        </p:spPr>
        <p:txBody>
          <a:bodyPr wrap="none" lIns="0" tIns="0" rIns="0" bIns="0" rtlCol="0" anchor="ctr"/>
          <a:lstStyle/>
          <a:p>
            <a:pPr marL="0" indent="0" algn="ctr">
              <a:lnSpc>
                <a:spcPts val="3250"/>
              </a:lnSpc>
              <a:buNone/>
            </a:pPr>
            <a:endParaRPr lang="en-US" sz="2320" dirty="0"/>
          </a:p>
        </p:txBody>
      </p:sp>
      <p:sp>
        <p:nvSpPr>
          <p:cNvPr id="9" name="Slide Number Placeholder 8">
            <a:extLst>
              <a:ext uri="{FF2B5EF4-FFF2-40B4-BE49-F238E27FC236}">
                <a16:creationId xmlns:a16="http://schemas.microsoft.com/office/drawing/2014/main" xmlns="" id="{326A4E99-2E7C-4A8C-AE43-D12EB5E8217F}"/>
              </a:ext>
            </a:extLst>
          </p:cNvPr>
          <p:cNvSpPr>
            <a:spLocks noGrp="1"/>
          </p:cNvSpPr>
          <p:nvPr>
            <p:ph type="sldNum" sz="quarter" idx="12"/>
          </p:nvPr>
        </p:nvSpPr>
        <p:spPr/>
        <p:txBody>
          <a:bodyPr/>
          <a:lstStyle/>
          <a:p>
            <a:fld id="{EBE830D9-24CA-4274-959B-A0405615DCE4}" type="slidenum">
              <a:rPr lang="en-IN" smtClean="0"/>
              <a:pPr/>
              <a:t>1</a:t>
            </a:fld>
            <a:endParaRPr lang="en-IN" dirty="0"/>
          </a:p>
        </p:txBody>
      </p:sp>
      <p:pic>
        <p:nvPicPr>
          <p:cNvPr id="11" name="Picture 10">
            <a:extLst>
              <a:ext uri="{FF2B5EF4-FFF2-40B4-BE49-F238E27FC236}">
                <a16:creationId xmlns:a16="http://schemas.microsoft.com/office/drawing/2014/main" xmlns="" id="{C4F18B35-7814-4ED1-8301-9F3DDE47EDD4}"/>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1887201" y="7386321"/>
            <a:ext cx="2661920" cy="6794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540496"/>
          </a:xfrm>
          <a:prstGeom prst="rect">
            <a:avLst/>
          </a:prstGeom>
        </p:spPr>
      </p:pic>
      <p:pic>
        <p:nvPicPr>
          <p:cNvPr id="3" name="Image 1" descr="preencoded.png"/>
          <p:cNvPicPr>
            <a:picLocks noChangeAspect="1"/>
          </p:cNvPicPr>
          <p:nvPr/>
        </p:nvPicPr>
        <p:blipFill>
          <a:blip r:embed="rId4"/>
          <a:stretch>
            <a:fillRect/>
          </a:stretch>
        </p:blipFill>
        <p:spPr>
          <a:xfrm>
            <a:off x="11192256" y="2706624"/>
            <a:ext cx="1152144" cy="1152144"/>
          </a:xfrm>
          <a:prstGeom prst="rect">
            <a:avLst/>
          </a:prstGeom>
        </p:spPr>
      </p:pic>
      <p:pic>
        <p:nvPicPr>
          <p:cNvPr id="4" name="Image 2" descr="preencoded.png"/>
          <p:cNvPicPr>
            <a:picLocks noChangeAspect="1"/>
          </p:cNvPicPr>
          <p:nvPr/>
        </p:nvPicPr>
        <p:blipFill>
          <a:blip r:embed="rId5"/>
          <a:stretch>
            <a:fillRect/>
          </a:stretch>
        </p:blipFill>
        <p:spPr>
          <a:xfrm>
            <a:off x="6748272" y="2706624"/>
            <a:ext cx="1152144" cy="1152144"/>
          </a:xfrm>
          <a:prstGeom prst="rect">
            <a:avLst/>
          </a:prstGeom>
        </p:spPr>
      </p:pic>
      <p:pic>
        <p:nvPicPr>
          <p:cNvPr id="5" name="Image 3" descr="preencoded.png"/>
          <p:cNvPicPr>
            <a:picLocks noChangeAspect="1"/>
          </p:cNvPicPr>
          <p:nvPr/>
        </p:nvPicPr>
        <p:blipFill>
          <a:blip r:embed="rId6"/>
          <a:stretch>
            <a:fillRect/>
          </a:stretch>
        </p:blipFill>
        <p:spPr>
          <a:xfrm>
            <a:off x="2514600" y="2706624"/>
            <a:ext cx="722376" cy="1152144"/>
          </a:xfrm>
          <a:prstGeom prst="rect">
            <a:avLst/>
          </a:prstGeom>
        </p:spPr>
      </p:pic>
      <p:sp>
        <p:nvSpPr>
          <p:cNvPr id="6" name="Text 0"/>
          <p:cNvSpPr/>
          <p:nvPr/>
        </p:nvSpPr>
        <p:spPr>
          <a:xfrm>
            <a:off x="960120" y="5843016"/>
            <a:ext cx="3831336" cy="713232"/>
          </a:xfrm>
          <a:prstGeom prst="rect">
            <a:avLst/>
          </a:prstGeom>
          <a:noFill/>
          <a:ln/>
        </p:spPr>
        <p:txBody>
          <a:bodyPr wrap="square" lIns="0" tIns="0" rIns="0" bIns="0" rtlCol="0" anchor="ctr"/>
          <a:lstStyle/>
          <a:p>
            <a:pPr marL="0" indent="0" algn="just">
              <a:lnSpc>
                <a:spcPts val="2780"/>
              </a:lnSpc>
              <a:buNone/>
            </a:pPr>
            <a:r>
              <a:rPr lang="en-US" sz="2000" dirty="0">
                <a:solidFill>
                  <a:srgbClr val="03141C"/>
                </a:solidFill>
                <a:latin typeface="Calibri" panose="020F0502020204030204" pitchFamily="34" charset="0"/>
                <a:ea typeface="Arial-Regular" pitchFamily="34" charset="-122"/>
                <a:cs typeface="Calibri" panose="020F0502020204030204" pitchFamily="34" charset="0"/>
              </a:rPr>
              <a:t>• Expansion beyond voice/data to include image and video content.</a:t>
            </a:r>
            <a:endParaRPr lang="en-US" sz="2000" dirty="0">
              <a:latin typeface="Calibri" panose="020F0502020204030204" pitchFamily="34" charset="0"/>
              <a:cs typeface="Calibri" panose="020F0502020204030204" pitchFamily="34" charset="0"/>
            </a:endParaRPr>
          </a:p>
        </p:txBody>
      </p:sp>
      <p:sp>
        <p:nvSpPr>
          <p:cNvPr id="7" name="Text 1"/>
          <p:cNvSpPr/>
          <p:nvPr/>
        </p:nvSpPr>
        <p:spPr>
          <a:xfrm>
            <a:off x="9848088" y="5843016"/>
            <a:ext cx="3831336" cy="713232"/>
          </a:xfrm>
          <a:prstGeom prst="rect">
            <a:avLst/>
          </a:prstGeom>
          <a:noFill/>
          <a:ln/>
        </p:spPr>
        <p:txBody>
          <a:bodyPr wrap="square" lIns="0" tIns="0" rIns="0" bIns="0" rtlCol="0" anchor="ctr"/>
          <a:lstStyle/>
          <a:p>
            <a:pPr marL="0" indent="0" algn="just">
              <a:lnSpc>
                <a:spcPts val="2780"/>
              </a:lnSpc>
              <a:buNone/>
            </a:pPr>
            <a:r>
              <a:rPr lang="en-US" sz="2000" dirty="0">
                <a:solidFill>
                  <a:srgbClr val="03141C"/>
                </a:solidFill>
                <a:latin typeface="Calibri" panose="020F0502020204030204" pitchFamily="34" charset="0"/>
                <a:ea typeface="Arial-Regular" pitchFamily="34" charset="-122"/>
                <a:cs typeface="Calibri" panose="020F0502020204030204" pitchFamily="34" charset="0"/>
              </a:rPr>
              <a:t>• Growth in services and traffic capacity.</a:t>
            </a:r>
            <a:endParaRPr lang="en-US" sz="2000" dirty="0">
              <a:latin typeface="Calibri" panose="020F0502020204030204" pitchFamily="34" charset="0"/>
              <a:cs typeface="Calibri" panose="020F0502020204030204" pitchFamily="34" charset="0"/>
            </a:endParaRPr>
          </a:p>
        </p:txBody>
      </p:sp>
      <p:sp>
        <p:nvSpPr>
          <p:cNvPr id="8" name="Text 2"/>
          <p:cNvSpPr/>
          <p:nvPr/>
        </p:nvSpPr>
        <p:spPr>
          <a:xfrm>
            <a:off x="5404104" y="5056632"/>
            <a:ext cx="3831336" cy="1069848"/>
          </a:xfrm>
          <a:prstGeom prst="rect">
            <a:avLst/>
          </a:prstGeom>
          <a:noFill/>
          <a:ln/>
        </p:spPr>
        <p:txBody>
          <a:bodyPr wrap="square" lIns="0" tIns="0" rIns="0" bIns="0" rtlCol="0" anchor="ctr"/>
          <a:lstStyle/>
          <a:p>
            <a:pPr marL="0" indent="0" algn="just">
              <a:lnSpc>
                <a:spcPts val="2780"/>
              </a:lnSpc>
              <a:buNone/>
            </a:pPr>
            <a:r>
              <a:rPr lang="en-US" sz="2000" dirty="0">
                <a:solidFill>
                  <a:srgbClr val="03141C"/>
                </a:solidFill>
                <a:latin typeface="Calibri" panose="020F0502020204030204" pitchFamily="34" charset="0"/>
                <a:ea typeface="Arial-Regular" pitchFamily="34" charset="-122"/>
                <a:cs typeface="Calibri" panose="020F0502020204030204" pitchFamily="34" charset="0"/>
              </a:rPr>
              <a:t>• Mobile Broadband Traffic is exploding due to business use of smartphones and tablets.</a:t>
            </a:r>
            <a:endParaRPr lang="en-US" sz="2000" dirty="0">
              <a:latin typeface="Calibri" panose="020F0502020204030204" pitchFamily="34" charset="0"/>
              <a:cs typeface="Calibri" panose="020F0502020204030204" pitchFamily="34" charset="0"/>
            </a:endParaRPr>
          </a:p>
        </p:txBody>
      </p:sp>
      <p:sp>
        <p:nvSpPr>
          <p:cNvPr id="9" name="Text 3"/>
          <p:cNvSpPr/>
          <p:nvPr/>
        </p:nvSpPr>
        <p:spPr>
          <a:xfrm>
            <a:off x="960120" y="4087368"/>
            <a:ext cx="3831336" cy="420624"/>
          </a:xfrm>
          <a:prstGeom prst="rect">
            <a:avLst/>
          </a:prstGeom>
          <a:noFill/>
          <a:ln/>
        </p:spPr>
        <p:txBody>
          <a:bodyPr wrap="none" lIns="0" tIns="0" rIns="0" bIns="0" rtlCol="0" anchor="ctr"/>
          <a:lstStyle/>
          <a:p>
            <a:pPr marL="0" indent="0" algn="ctr">
              <a:lnSpc>
                <a:spcPts val="3250"/>
              </a:lnSpc>
              <a:buNone/>
            </a:pPr>
            <a:r>
              <a:rPr lang="en-US" sz="2400" b="1" dirty="0">
                <a:solidFill>
                  <a:srgbClr val="03141C"/>
                </a:solidFill>
                <a:latin typeface="Calibri" panose="020F0502020204030204" pitchFamily="34" charset="0"/>
                <a:ea typeface="思源黑体-思源黑体-Bold" pitchFamily="34" charset="-122"/>
                <a:cs typeface="Calibri" panose="020F0502020204030204" pitchFamily="34" charset="0"/>
              </a:rPr>
              <a:t>Traffic Growth</a:t>
            </a:r>
            <a:endParaRPr lang="en-US" sz="2400" b="1" dirty="0">
              <a:latin typeface="Calibri" panose="020F0502020204030204" pitchFamily="34" charset="0"/>
              <a:cs typeface="Calibri" panose="020F0502020204030204" pitchFamily="34" charset="0"/>
            </a:endParaRPr>
          </a:p>
        </p:txBody>
      </p:sp>
      <p:sp>
        <p:nvSpPr>
          <p:cNvPr id="10" name="Text 4"/>
          <p:cNvSpPr/>
          <p:nvPr/>
        </p:nvSpPr>
        <p:spPr>
          <a:xfrm>
            <a:off x="960120" y="4645152"/>
            <a:ext cx="3831336" cy="1069848"/>
          </a:xfrm>
          <a:prstGeom prst="rect">
            <a:avLst/>
          </a:prstGeom>
          <a:noFill/>
          <a:ln/>
        </p:spPr>
        <p:txBody>
          <a:bodyPr wrap="square" lIns="0" tIns="0" rIns="0" bIns="0" rtlCol="0" anchor="ctr"/>
          <a:lstStyle/>
          <a:p>
            <a:pPr marL="0" indent="0" algn="just">
              <a:lnSpc>
                <a:spcPts val="2780"/>
              </a:lnSpc>
              <a:buNone/>
            </a:pPr>
            <a:r>
              <a:rPr lang="en-US" sz="2000" dirty="0">
                <a:solidFill>
                  <a:srgbClr val="03141C"/>
                </a:solidFill>
                <a:latin typeface="Calibri" panose="020F0502020204030204" pitchFamily="34" charset="0"/>
                <a:ea typeface="Arial-Regular" pitchFamily="34" charset="-122"/>
                <a:cs typeface="Calibri" panose="020F0502020204030204" pitchFamily="34" charset="0"/>
              </a:rPr>
              <a:t>• Steady increase in both local (in-building) and long-distance communication traffic.</a:t>
            </a:r>
            <a:endParaRPr lang="en-US" sz="2000" dirty="0">
              <a:latin typeface="Calibri" panose="020F0502020204030204" pitchFamily="34" charset="0"/>
              <a:cs typeface="Calibri" panose="020F0502020204030204" pitchFamily="34" charset="0"/>
            </a:endParaRPr>
          </a:p>
        </p:txBody>
      </p:sp>
      <p:sp>
        <p:nvSpPr>
          <p:cNvPr id="11" name="Text 5"/>
          <p:cNvSpPr/>
          <p:nvPr/>
        </p:nvSpPr>
        <p:spPr>
          <a:xfrm>
            <a:off x="9848088" y="4645152"/>
            <a:ext cx="3831336" cy="1069848"/>
          </a:xfrm>
          <a:prstGeom prst="rect">
            <a:avLst/>
          </a:prstGeom>
          <a:noFill/>
          <a:ln/>
        </p:spPr>
        <p:txBody>
          <a:bodyPr wrap="square" lIns="0" tIns="0" rIns="0" bIns="0" rtlCol="0" anchor="ctr"/>
          <a:lstStyle/>
          <a:p>
            <a:pPr marL="0" indent="0" algn="just">
              <a:lnSpc>
                <a:spcPts val="2780"/>
              </a:lnSpc>
              <a:buNone/>
            </a:pPr>
            <a:r>
              <a:rPr lang="en-US" sz="2000" dirty="0">
                <a:solidFill>
                  <a:srgbClr val="03141C"/>
                </a:solidFill>
                <a:latin typeface="Calibri" panose="020F0502020204030204" pitchFamily="34" charset="0"/>
                <a:ea typeface="Arial-Regular" pitchFamily="34" charset="-122"/>
                <a:cs typeface="Calibri" panose="020F0502020204030204" pitchFamily="34" charset="0"/>
              </a:rPr>
              <a:t>• High-speed networks at competitive pricing encourage more mobile applications.</a:t>
            </a:r>
            <a:endParaRPr lang="en-US" sz="2000" dirty="0">
              <a:latin typeface="Calibri" panose="020F0502020204030204" pitchFamily="34" charset="0"/>
              <a:cs typeface="Calibri" panose="020F0502020204030204" pitchFamily="34" charset="0"/>
            </a:endParaRPr>
          </a:p>
        </p:txBody>
      </p:sp>
      <p:sp>
        <p:nvSpPr>
          <p:cNvPr id="12" name="Text 6"/>
          <p:cNvSpPr/>
          <p:nvPr/>
        </p:nvSpPr>
        <p:spPr>
          <a:xfrm>
            <a:off x="9848088" y="4087368"/>
            <a:ext cx="3831336" cy="420624"/>
          </a:xfrm>
          <a:prstGeom prst="rect">
            <a:avLst/>
          </a:prstGeom>
          <a:noFill/>
          <a:ln/>
        </p:spPr>
        <p:txBody>
          <a:bodyPr wrap="none" lIns="0" tIns="0" rIns="0" bIns="0" rtlCol="0" anchor="ctr"/>
          <a:lstStyle/>
          <a:p>
            <a:pPr marL="0" indent="0" algn="ctr">
              <a:lnSpc>
                <a:spcPts val="3250"/>
              </a:lnSpc>
              <a:buNone/>
            </a:pPr>
            <a:r>
              <a:rPr lang="en-US" sz="2400" b="1" dirty="0">
                <a:solidFill>
                  <a:srgbClr val="03141C"/>
                </a:solidFill>
                <a:latin typeface="Calibri" panose="020F0502020204030204" pitchFamily="34" charset="0"/>
                <a:ea typeface="思源黑体-思源黑体-Bold" pitchFamily="34" charset="-122"/>
                <a:cs typeface="Calibri" panose="020F0502020204030204" pitchFamily="34" charset="0"/>
              </a:rPr>
              <a:t>Technological Advances</a:t>
            </a:r>
            <a:endParaRPr lang="en-US" sz="2400" b="1" dirty="0">
              <a:latin typeface="Calibri" panose="020F0502020204030204" pitchFamily="34" charset="0"/>
              <a:cs typeface="Calibri" panose="020F0502020204030204" pitchFamily="34" charset="0"/>
            </a:endParaRPr>
          </a:p>
        </p:txBody>
      </p:sp>
      <p:sp>
        <p:nvSpPr>
          <p:cNvPr id="13" name="Text 7"/>
          <p:cNvSpPr/>
          <p:nvPr/>
        </p:nvSpPr>
        <p:spPr>
          <a:xfrm>
            <a:off x="960120" y="6693408"/>
            <a:ext cx="3831336" cy="1069848"/>
          </a:xfrm>
          <a:prstGeom prst="rect">
            <a:avLst/>
          </a:prstGeom>
          <a:noFill/>
          <a:ln/>
        </p:spPr>
        <p:txBody>
          <a:bodyPr wrap="square" lIns="0" tIns="0" rIns="0" bIns="0" rtlCol="0" anchor="ctr"/>
          <a:lstStyle/>
          <a:p>
            <a:pPr marL="0" indent="0" algn="just">
              <a:lnSpc>
                <a:spcPts val="2780"/>
              </a:lnSpc>
              <a:buNone/>
            </a:pPr>
            <a:r>
              <a:rPr lang="en-US" sz="2000" dirty="0">
                <a:solidFill>
                  <a:srgbClr val="03141C"/>
                </a:solidFill>
                <a:latin typeface="Calibri" panose="020F0502020204030204" pitchFamily="34" charset="0"/>
                <a:ea typeface="Arial-Regular" pitchFamily="34" charset="-122"/>
                <a:cs typeface="Calibri" panose="020F0502020204030204" pitchFamily="34" charset="0"/>
              </a:rPr>
              <a:t>• Business Demand Drivers: Web services/Remote access/Online transactions/Social networking.</a:t>
            </a:r>
            <a:endParaRPr lang="en-US" sz="2000" dirty="0">
              <a:latin typeface="Calibri" panose="020F0502020204030204" pitchFamily="34" charset="0"/>
              <a:cs typeface="Calibri" panose="020F0502020204030204" pitchFamily="34" charset="0"/>
            </a:endParaRPr>
          </a:p>
        </p:txBody>
      </p:sp>
      <p:sp>
        <p:nvSpPr>
          <p:cNvPr id="14" name="Text 8"/>
          <p:cNvSpPr/>
          <p:nvPr/>
        </p:nvSpPr>
        <p:spPr>
          <a:xfrm>
            <a:off x="832104" y="649224"/>
            <a:ext cx="11512296" cy="1655064"/>
          </a:xfrm>
          <a:prstGeom prst="rect">
            <a:avLst/>
          </a:prstGeom>
          <a:noFill/>
          <a:ln/>
        </p:spPr>
        <p:txBody>
          <a:bodyPr wrap="square" lIns="0" tIns="0" rIns="0" bIns="0" rtlCol="0" anchor="ctr"/>
          <a:lstStyle/>
          <a:p>
            <a:pPr marL="0" indent="0" algn="l">
              <a:lnSpc>
                <a:spcPts val="6500"/>
              </a:lnSpc>
              <a:buNone/>
            </a:pPr>
            <a:r>
              <a:rPr lang="en-US" sz="4400" b="1" dirty="0">
                <a:solidFill>
                  <a:srgbClr val="011C2A"/>
                </a:solidFill>
                <a:latin typeface="Cambria" panose="02040503050406030204" pitchFamily="18" charset="0"/>
                <a:ea typeface="Cambria" panose="02040503050406030204" pitchFamily="18" charset="0"/>
                <a:cs typeface="思源黑体-思源黑体-Bold" pitchFamily="34" charset="-120"/>
              </a:rPr>
              <a:t>Trends in Data Communication and Networking</a:t>
            </a:r>
            <a:r>
              <a:rPr lang="en-US" sz="4400" b="1" kern="1200" dirty="0">
                <a:solidFill>
                  <a:schemeClr val="tx1"/>
                </a:solidFill>
                <a:latin typeface="Cambria" panose="02040503050406030204" pitchFamily="18" charset="0"/>
                <a:ea typeface="Cambria" panose="02040503050406030204" pitchFamily="18" charset="0"/>
                <a:cs typeface="+mj-cs"/>
              </a:rPr>
              <a:t> for  Today’s Enterprise</a:t>
            </a:r>
            <a:endParaRPr lang="en-US" sz="4400" b="1" dirty="0">
              <a:latin typeface="Cambria" panose="02040503050406030204" pitchFamily="18" charset="0"/>
              <a:ea typeface="Cambria" panose="02040503050406030204" pitchFamily="18" charset="0"/>
            </a:endParaRPr>
          </a:p>
        </p:txBody>
      </p:sp>
      <p:sp>
        <p:nvSpPr>
          <p:cNvPr id="15" name="Text 9"/>
          <p:cNvSpPr/>
          <p:nvPr/>
        </p:nvSpPr>
        <p:spPr>
          <a:xfrm>
            <a:off x="5404104" y="4087368"/>
            <a:ext cx="3831336" cy="832104"/>
          </a:xfrm>
          <a:prstGeom prst="rect">
            <a:avLst/>
          </a:prstGeom>
          <a:noFill/>
          <a:ln/>
        </p:spPr>
        <p:txBody>
          <a:bodyPr wrap="square" lIns="0" tIns="0" rIns="0" bIns="0" rtlCol="0" anchor="ctr"/>
          <a:lstStyle/>
          <a:p>
            <a:pPr marL="0" indent="0" algn="ctr">
              <a:lnSpc>
                <a:spcPts val="3250"/>
              </a:lnSpc>
              <a:buNone/>
            </a:pPr>
            <a:r>
              <a:rPr lang="en-US" sz="2400" b="1" dirty="0">
                <a:solidFill>
                  <a:srgbClr val="03141C"/>
                </a:solidFill>
                <a:latin typeface="Calibri" panose="020F0502020204030204" pitchFamily="34" charset="0"/>
                <a:ea typeface="思源黑体-思源黑体-Bold" pitchFamily="34" charset="-122"/>
                <a:cs typeface="Calibri" panose="020F0502020204030204" pitchFamily="34" charset="0"/>
              </a:rPr>
              <a:t>Development of New Services</a:t>
            </a:r>
            <a:endParaRPr lang="en-US" sz="2400" b="1" dirty="0">
              <a:latin typeface="Calibri" panose="020F0502020204030204" pitchFamily="34" charset="0"/>
              <a:cs typeface="Calibri" panose="020F0502020204030204" pitchFamily="34" charset="0"/>
            </a:endParaRPr>
          </a:p>
        </p:txBody>
      </p:sp>
      <p:sp>
        <p:nvSpPr>
          <p:cNvPr id="16" name="Text 10"/>
          <p:cNvSpPr/>
          <p:nvPr/>
        </p:nvSpPr>
        <p:spPr>
          <a:xfrm>
            <a:off x="5404104" y="6254496"/>
            <a:ext cx="3831336" cy="1417320"/>
          </a:xfrm>
          <a:prstGeom prst="rect">
            <a:avLst/>
          </a:prstGeom>
          <a:noFill/>
          <a:ln/>
        </p:spPr>
        <p:txBody>
          <a:bodyPr wrap="square" lIns="0" tIns="0" rIns="0" bIns="0" rtlCol="0" anchor="ctr"/>
          <a:lstStyle/>
          <a:p>
            <a:pPr marL="0" indent="0" algn="just">
              <a:lnSpc>
                <a:spcPts val="2780"/>
              </a:lnSpc>
              <a:buNone/>
            </a:pPr>
            <a:r>
              <a:rPr lang="en-US" sz="2000" dirty="0">
                <a:solidFill>
                  <a:srgbClr val="03141C"/>
                </a:solidFill>
                <a:latin typeface="Calibri" panose="020F0502020204030204" pitchFamily="34" charset="0"/>
                <a:ea typeface="Arial-Regular" pitchFamily="34" charset="-122"/>
                <a:cs typeface="Calibri" panose="020F0502020204030204" pitchFamily="34" charset="0"/>
              </a:rPr>
              <a:t>• Users Expect: High-resolution video/High-quality audio/Fast access to cloud and web applications.</a:t>
            </a:r>
            <a:endParaRPr lang="en-US" sz="2000" dirty="0">
              <a:latin typeface="Calibri" panose="020F0502020204030204" pitchFamily="34" charset="0"/>
              <a:cs typeface="Calibri" panose="020F0502020204030204" pitchFamily="34" charset="0"/>
            </a:endParaRPr>
          </a:p>
        </p:txBody>
      </p:sp>
      <p:sp>
        <p:nvSpPr>
          <p:cNvPr id="17" name="Slide Number Placeholder 16">
            <a:extLst>
              <a:ext uri="{FF2B5EF4-FFF2-40B4-BE49-F238E27FC236}">
                <a16:creationId xmlns:a16="http://schemas.microsoft.com/office/drawing/2014/main" xmlns="" id="{4F71B86A-5976-4124-AF27-9C64E84FADE3}"/>
              </a:ext>
            </a:extLst>
          </p:cNvPr>
          <p:cNvSpPr>
            <a:spLocks noGrp="1"/>
          </p:cNvSpPr>
          <p:nvPr>
            <p:ph type="sldNum" sz="quarter" idx="12"/>
          </p:nvPr>
        </p:nvSpPr>
        <p:spPr/>
        <p:txBody>
          <a:bodyPr/>
          <a:lstStyle/>
          <a:p>
            <a:fld id="{EBE830D9-24CA-4274-959B-A0405615DCE4}" type="slidenum">
              <a:rPr lang="en-IN" smtClean="0"/>
              <a:pPr/>
              <a:t>2</a:t>
            </a:fld>
            <a:endParaRPr lang="en-IN" dirty="0"/>
          </a:p>
        </p:txBody>
      </p:sp>
      <p:pic>
        <p:nvPicPr>
          <p:cNvPr id="19" name="Picture 18">
            <a:extLst>
              <a:ext uri="{FF2B5EF4-FFF2-40B4-BE49-F238E27FC236}">
                <a16:creationId xmlns:a16="http://schemas.microsoft.com/office/drawing/2014/main" xmlns="" id="{6FF1E8DF-19B5-449D-8AA9-467192E7F833}"/>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1887201" y="7386321"/>
            <a:ext cx="2661920" cy="6794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 y="-480060"/>
            <a:ext cx="14630400" cy="8238744"/>
          </a:xfrm>
          <a:prstGeom prst="rect">
            <a:avLst/>
          </a:prstGeom>
        </p:spPr>
      </p:pic>
      <p:pic>
        <p:nvPicPr>
          <p:cNvPr id="3" name="Image 1" descr="preencoded.png"/>
          <p:cNvPicPr>
            <a:picLocks noChangeAspect="1"/>
          </p:cNvPicPr>
          <p:nvPr/>
        </p:nvPicPr>
        <p:blipFill>
          <a:blip r:embed="rId4"/>
          <a:stretch>
            <a:fillRect/>
          </a:stretch>
        </p:blipFill>
        <p:spPr>
          <a:xfrm>
            <a:off x="219923" y="2654300"/>
            <a:ext cx="7079754" cy="4724400"/>
          </a:xfrm>
          <a:prstGeom prst="rect">
            <a:avLst/>
          </a:prstGeom>
        </p:spPr>
      </p:pic>
      <p:sp>
        <p:nvSpPr>
          <p:cNvPr id="4" name="Text 0"/>
          <p:cNvSpPr/>
          <p:nvPr/>
        </p:nvSpPr>
        <p:spPr>
          <a:xfrm>
            <a:off x="8046720" y="3639312"/>
            <a:ext cx="5504688" cy="356616"/>
          </a:xfrm>
          <a:prstGeom prst="rect">
            <a:avLst/>
          </a:prstGeom>
          <a:noFill/>
          <a:ln/>
        </p:spPr>
        <p:txBody>
          <a:bodyPr wrap="none" lIns="0" tIns="0" rIns="0" bIns="0" rtlCol="0" anchor="ctr"/>
          <a:lstStyle/>
          <a:p>
            <a:pPr marL="0" indent="0" algn="l">
              <a:lnSpc>
                <a:spcPts val="2780"/>
              </a:lnSpc>
              <a:buNone/>
            </a:pPr>
            <a:r>
              <a:rPr lang="en-US" sz="2400" dirty="0">
                <a:solidFill>
                  <a:srgbClr val="03141C"/>
                </a:solidFill>
                <a:latin typeface="Calibri" panose="020F0502020204030204" pitchFamily="34" charset="0"/>
                <a:ea typeface="Arial-Regular" pitchFamily="34" charset="-122"/>
                <a:cs typeface="Calibri" panose="020F0502020204030204" pitchFamily="34" charset="0"/>
              </a:rPr>
              <a:t>High-Speed LAN Requirements</a:t>
            </a:r>
            <a:endParaRPr lang="en-US" sz="2400" dirty="0">
              <a:latin typeface="Calibri" panose="020F0502020204030204" pitchFamily="34" charset="0"/>
              <a:cs typeface="Calibri" panose="020F0502020204030204" pitchFamily="34" charset="0"/>
            </a:endParaRPr>
          </a:p>
        </p:txBody>
      </p:sp>
      <p:sp>
        <p:nvSpPr>
          <p:cNvPr id="5" name="Text 1"/>
          <p:cNvSpPr/>
          <p:nvPr/>
        </p:nvSpPr>
        <p:spPr>
          <a:xfrm>
            <a:off x="679704" y="470916"/>
            <a:ext cx="10864596" cy="1497076"/>
          </a:xfrm>
          <a:prstGeom prst="rect">
            <a:avLst/>
          </a:prstGeom>
          <a:noFill/>
          <a:ln/>
        </p:spPr>
        <p:txBody>
          <a:bodyPr wrap="square" lIns="0" tIns="0" rIns="0" bIns="0" rtlCol="0" anchor="ctr"/>
          <a:lstStyle/>
          <a:p>
            <a:pPr>
              <a:lnSpc>
                <a:spcPct val="90000"/>
              </a:lnSpc>
              <a:spcBef>
                <a:spcPct val="0"/>
              </a:spcBef>
              <a:spcAft>
                <a:spcPts val="600"/>
              </a:spcAft>
            </a:pPr>
            <a:r>
              <a:rPr lang="en-US" sz="4400" b="1" kern="1200" dirty="0">
                <a:solidFill>
                  <a:schemeClr val="tx1"/>
                </a:solidFill>
                <a:latin typeface="Cambria" panose="02040503050406030204" pitchFamily="18" charset="0"/>
                <a:ea typeface="Cambria" panose="02040503050406030204" pitchFamily="18" charset="0"/>
                <a:cs typeface="+mj-cs"/>
              </a:rPr>
              <a:t>Data Communication and Networking for  Today’s Enterprise</a:t>
            </a:r>
          </a:p>
        </p:txBody>
      </p:sp>
      <p:sp>
        <p:nvSpPr>
          <p:cNvPr id="6" name="Text 2"/>
          <p:cNvSpPr/>
          <p:nvPr/>
        </p:nvSpPr>
        <p:spPr>
          <a:xfrm>
            <a:off x="8046720" y="4882896"/>
            <a:ext cx="5504688" cy="356616"/>
          </a:xfrm>
          <a:prstGeom prst="rect">
            <a:avLst/>
          </a:prstGeom>
          <a:noFill/>
          <a:ln/>
        </p:spPr>
        <p:txBody>
          <a:bodyPr wrap="none" lIns="0" tIns="0" rIns="0" bIns="0" rtlCol="0" anchor="ctr"/>
          <a:lstStyle/>
          <a:p>
            <a:pPr marL="0" indent="0" algn="l">
              <a:lnSpc>
                <a:spcPts val="2780"/>
              </a:lnSpc>
              <a:buNone/>
            </a:pPr>
            <a:r>
              <a:rPr lang="en-US" sz="2400" dirty="0">
                <a:solidFill>
                  <a:srgbClr val="03141C"/>
                </a:solidFill>
                <a:latin typeface="Calibri" panose="020F0502020204030204" pitchFamily="34" charset="0"/>
                <a:ea typeface="Arial-Regular" pitchFamily="34" charset="-122"/>
                <a:cs typeface="Calibri" panose="020F0502020204030204" pitchFamily="34" charset="0"/>
              </a:rPr>
              <a:t>Impact of Digital Electronics</a:t>
            </a:r>
            <a:endParaRPr lang="en-US" sz="2400" dirty="0">
              <a:latin typeface="Calibri" panose="020F0502020204030204" pitchFamily="34" charset="0"/>
              <a:cs typeface="Calibri" panose="020F0502020204030204" pitchFamily="34" charset="0"/>
            </a:endParaRPr>
          </a:p>
        </p:txBody>
      </p:sp>
      <p:sp>
        <p:nvSpPr>
          <p:cNvPr id="7" name="Text 3"/>
          <p:cNvSpPr/>
          <p:nvPr/>
        </p:nvSpPr>
        <p:spPr>
          <a:xfrm>
            <a:off x="8046720" y="4261104"/>
            <a:ext cx="5504688" cy="356616"/>
          </a:xfrm>
          <a:prstGeom prst="rect">
            <a:avLst/>
          </a:prstGeom>
          <a:noFill/>
          <a:ln/>
        </p:spPr>
        <p:txBody>
          <a:bodyPr wrap="none" lIns="0" tIns="0" rIns="0" bIns="0" rtlCol="0" anchor="ctr"/>
          <a:lstStyle/>
          <a:p>
            <a:pPr marL="0" indent="0" algn="l">
              <a:lnSpc>
                <a:spcPts val="2780"/>
              </a:lnSpc>
              <a:buNone/>
            </a:pPr>
            <a:r>
              <a:rPr lang="en-US" sz="2400" dirty="0">
                <a:solidFill>
                  <a:srgbClr val="03141C"/>
                </a:solidFill>
                <a:latin typeface="Calibri" panose="020F0502020204030204" pitchFamily="34" charset="0"/>
                <a:ea typeface="Arial-Regular" pitchFamily="34" charset="-122"/>
                <a:cs typeface="Calibri" panose="020F0502020204030204" pitchFamily="34" charset="0"/>
              </a:rPr>
              <a:t>Corporate Wide Area Networking (WAN) Needs</a:t>
            </a:r>
            <a:endParaRPr lang="en-US" sz="2400" dirty="0">
              <a:latin typeface="Calibri" panose="020F0502020204030204" pitchFamily="34" charset="0"/>
              <a:cs typeface="Calibri" panose="020F0502020204030204" pitchFamily="34" charset="0"/>
            </a:endParaRPr>
          </a:p>
        </p:txBody>
      </p:sp>
      <p:sp>
        <p:nvSpPr>
          <p:cNvPr id="8" name="Slide Number Placeholder 7">
            <a:extLst>
              <a:ext uri="{FF2B5EF4-FFF2-40B4-BE49-F238E27FC236}">
                <a16:creationId xmlns:a16="http://schemas.microsoft.com/office/drawing/2014/main" xmlns="" id="{82A78F61-71FB-49F5-851F-82BBA7F1FD28}"/>
              </a:ext>
            </a:extLst>
          </p:cNvPr>
          <p:cNvSpPr>
            <a:spLocks noGrp="1"/>
          </p:cNvSpPr>
          <p:nvPr>
            <p:ph type="sldNum" sz="quarter" idx="12"/>
          </p:nvPr>
        </p:nvSpPr>
        <p:spPr/>
        <p:txBody>
          <a:bodyPr/>
          <a:lstStyle/>
          <a:p>
            <a:fld id="{EBE830D9-24CA-4274-959B-A0405615DCE4}" type="slidenum">
              <a:rPr lang="en-IN" smtClean="0"/>
              <a:pPr/>
              <a:t>3</a:t>
            </a:fld>
            <a:endParaRPr lang="en-IN" dirty="0"/>
          </a:p>
        </p:txBody>
      </p:sp>
      <p:pic>
        <p:nvPicPr>
          <p:cNvPr id="10" name="Picture 9">
            <a:extLst>
              <a:ext uri="{FF2B5EF4-FFF2-40B4-BE49-F238E27FC236}">
                <a16:creationId xmlns:a16="http://schemas.microsoft.com/office/drawing/2014/main" xmlns="" id="{ACD9A065-1F78-4529-A0BA-107209B0610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887201" y="7386321"/>
            <a:ext cx="2661920" cy="6794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21337"/>
            <a:ext cx="14630400" cy="8238744"/>
          </a:xfrm>
          <a:prstGeom prst="rect">
            <a:avLst/>
          </a:prstGeom>
        </p:spPr>
      </p:pic>
      <p:pic>
        <p:nvPicPr>
          <p:cNvPr id="3" name="Image 1" descr="preencoded.png"/>
          <p:cNvPicPr>
            <a:picLocks noChangeAspect="1"/>
          </p:cNvPicPr>
          <p:nvPr/>
        </p:nvPicPr>
        <p:blipFill>
          <a:blip r:embed="rId4"/>
          <a:stretch>
            <a:fillRect/>
          </a:stretch>
        </p:blipFill>
        <p:spPr>
          <a:xfrm>
            <a:off x="2377440" y="3447288"/>
            <a:ext cx="1005840" cy="1152144"/>
          </a:xfrm>
          <a:prstGeom prst="rect">
            <a:avLst/>
          </a:prstGeom>
        </p:spPr>
      </p:pic>
      <p:pic>
        <p:nvPicPr>
          <p:cNvPr id="4" name="Image 2" descr="preencoded.png"/>
          <p:cNvPicPr>
            <a:picLocks noChangeAspect="1"/>
          </p:cNvPicPr>
          <p:nvPr/>
        </p:nvPicPr>
        <p:blipFill>
          <a:blip r:embed="rId5"/>
          <a:stretch>
            <a:fillRect/>
          </a:stretch>
        </p:blipFill>
        <p:spPr>
          <a:xfrm>
            <a:off x="11192256" y="3447288"/>
            <a:ext cx="1152144" cy="1152144"/>
          </a:xfrm>
          <a:prstGeom prst="rect">
            <a:avLst/>
          </a:prstGeom>
        </p:spPr>
      </p:pic>
      <p:pic>
        <p:nvPicPr>
          <p:cNvPr id="5" name="Image 3" descr="preencoded.png"/>
          <p:cNvPicPr>
            <a:picLocks noChangeAspect="1"/>
          </p:cNvPicPr>
          <p:nvPr/>
        </p:nvPicPr>
        <p:blipFill>
          <a:blip r:embed="rId6"/>
          <a:stretch>
            <a:fillRect/>
          </a:stretch>
        </p:blipFill>
        <p:spPr>
          <a:xfrm>
            <a:off x="6885432" y="3447288"/>
            <a:ext cx="868680" cy="1152144"/>
          </a:xfrm>
          <a:prstGeom prst="rect">
            <a:avLst/>
          </a:prstGeom>
        </p:spPr>
      </p:pic>
      <p:sp>
        <p:nvSpPr>
          <p:cNvPr id="6" name="Text 0"/>
          <p:cNvSpPr/>
          <p:nvPr/>
        </p:nvSpPr>
        <p:spPr>
          <a:xfrm>
            <a:off x="960120" y="4828032"/>
            <a:ext cx="3831336" cy="1069848"/>
          </a:xfrm>
          <a:prstGeom prst="rect">
            <a:avLst/>
          </a:prstGeom>
          <a:noFill/>
          <a:ln/>
        </p:spPr>
        <p:txBody>
          <a:bodyPr wrap="square" lIns="0" tIns="0" rIns="0" bIns="0" rtlCol="0" anchor="ctr"/>
          <a:lstStyle/>
          <a:p>
            <a:pPr marL="0" indent="0" algn="just">
              <a:lnSpc>
                <a:spcPts val="2780"/>
              </a:lnSpc>
              <a:buNone/>
            </a:pPr>
            <a:r>
              <a:rPr lang="en-US" sz="2400" dirty="0">
                <a:solidFill>
                  <a:srgbClr val="03141C"/>
                </a:solidFill>
                <a:latin typeface="Calibri" panose="020F0502020204030204" pitchFamily="34" charset="0"/>
                <a:ea typeface="Arial-Regular" pitchFamily="34" charset="-122"/>
                <a:cs typeface="Calibri" panose="020F0502020204030204" pitchFamily="34" charset="0"/>
              </a:rPr>
              <a:t>Convergence = Merging of telephony and information technologies.</a:t>
            </a:r>
            <a:endParaRPr lang="en-US" sz="2400" dirty="0">
              <a:latin typeface="Calibri" panose="020F0502020204030204" pitchFamily="34" charset="0"/>
              <a:cs typeface="Calibri" panose="020F0502020204030204" pitchFamily="34" charset="0"/>
            </a:endParaRPr>
          </a:p>
        </p:txBody>
      </p:sp>
      <p:sp>
        <p:nvSpPr>
          <p:cNvPr id="7" name="Text 1"/>
          <p:cNvSpPr/>
          <p:nvPr/>
        </p:nvSpPr>
        <p:spPr>
          <a:xfrm>
            <a:off x="406400" y="517398"/>
            <a:ext cx="9441688" cy="1436877"/>
          </a:xfrm>
          <a:prstGeom prst="rect">
            <a:avLst/>
          </a:prstGeom>
          <a:noFill/>
          <a:ln/>
        </p:spPr>
        <p:txBody>
          <a:bodyPr wrap="none" lIns="0" tIns="0" rIns="0" bIns="0" rtlCol="0" anchor="ctr"/>
          <a:lstStyle/>
          <a:p>
            <a:pPr>
              <a:lnSpc>
                <a:spcPts val="6500"/>
              </a:lnSpc>
            </a:pPr>
            <a:r>
              <a:rPr lang="en-US" sz="4400" b="1" dirty="0">
                <a:solidFill>
                  <a:srgbClr val="011C2A"/>
                </a:solidFill>
                <a:latin typeface="Cambria" panose="02040503050406030204" pitchFamily="18" charset="0"/>
                <a:ea typeface="Cambria" panose="02040503050406030204" pitchFamily="18" charset="0"/>
                <a:cs typeface="思源黑体-思源黑体-Bold" pitchFamily="34" charset="-120"/>
              </a:rPr>
              <a:t>Convergence in Data Communication</a:t>
            </a:r>
          </a:p>
          <a:p>
            <a:pPr>
              <a:lnSpc>
                <a:spcPts val="6500"/>
              </a:lnSpc>
            </a:pPr>
            <a:r>
              <a:rPr lang="en-US" sz="4400" b="1" dirty="0">
                <a:solidFill>
                  <a:srgbClr val="011C2A"/>
                </a:solidFill>
                <a:latin typeface="Cambria" panose="02040503050406030204" pitchFamily="18" charset="0"/>
                <a:ea typeface="Cambria" panose="02040503050406030204" pitchFamily="18" charset="0"/>
                <a:cs typeface="思源黑体-思源黑体-Bold" pitchFamily="34" charset="-120"/>
              </a:rPr>
              <a:t>Definition</a:t>
            </a:r>
            <a:endParaRPr lang="en-US" sz="4400" b="1" dirty="0">
              <a:latin typeface="Cambria" panose="02040503050406030204" pitchFamily="18" charset="0"/>
              <a:ea typeface="Cambria" panose="02040503050406030204" pitchFamily="18" charset="0"/>
            </a:endParaRPr>
          </a:p>
        </p:txBody>
      </p:sp>
      <p:sp>
        <p:nvSpPr>
          <p:cNvPr id="8" name="Text 2"/>
          <p:cNvSpPr/>
          <p:nvPr/>
        </p:nvSpPr>
        <p:spPr>
          <a:xfrm>
            <a:off x="5404104" y="4828032"/>
            <a:ext cx="3831336" cy="713232"/>
          </a:xfrm>
          <a:prstGeom prst="rect">
            <a:avLst/>
          </a:prstGeom>
          <a:noFill/>
          <a:ln/>
        </p:spPr>
        <p:txBody>
          <a:bodyPr wrap="square" lIns="0" tIns="0" rIns="0" bIns="0" rtlCol="0" anchor="ctr"/>
          <a:lstStyle/>
          <a:p>
            <a:pPr marL="0" indent="0" algn="just">
              <a:lnSpc>
                <a:spcPts val="2780"/>
              </a:lnSpc>
              <a:buNone/>
            </a:pPr>
            <a:r>
              <a:rPr lang="en-US" sz="2400" dirty="0">
                <a:solidFill>
                  <a:srgbClr val="03141C"/>
                </a:solidFill>
                <a:latin typeface="Calibri" panose="020F0502020204030204" pitchFamily="34" charset="0"/>
                <a:ea typeface="Arial-Regular" pitchFamily="34" charset="-122"/>
                <a:cs typeface="Calibri" panose="020F0502020204030204" pitchFamily="34" charset="0"/>
              </a:rPr>
              <a:t>Unified platform for voice, data, and video services.</a:t>
            </a:r>
            <a:endParaRPr lang="en-US" sz="2400" dirty="0">
              <a:latin typeface="Calibri" panose="020F0502020204030204" pitchFamily="34" charset="0"/>
              <a:cs typeface="Calibri" panose="020F0502020204030204" pitchFamily="34" charset="0"/>
            </a:endParaRPr>
          </a:p>
        </p:txBody>
      </p:sp>
      <p:sp>
        <p:nvSpPr>
          <p:cNvPr id="9" name="Text 3"/>
          <p:cNvSpPr/>
          <p:nvPr/>
        </p:nvSpPr>
        <p:spPr>
          <a:xfrm>
            <a:off x="9848088" y="4828031"/>
            <a:ext cx="3831336" cy="953009"/>
          </a:xfrm>
          <a:prstGeom prst="rect">
            <a:avLst/>
          </a:prstGeom>
          <a:noFill/>
          <a:ln/>
        </p:spPr>
        <p:txBody>
          <a:bodyPr wrap="square" lIns="0" tIns="0" rIns="0" bIns="0" rtlCol="0" anchor="ctr"/>
          <a:lstStyle/>
          <a:p>
            <a:pPr marL="0" indent="0" algn="just">
              <a:lnSpc>
                <a:spcPts val="2780"/>
              </a:lnSpc>
              <a:buNone/>
            </a:pPr>
            <a:r>
              <a:rPr lang="en-US" sz="2400" dirty="0">
                <a:solidFill>
                  <a:srgbClr val="03141C"/>
                </a:solidFill>
                <a:latin typeface="Calibri" panose="020F0502020204030204" pitchFamily="34" charset="0"/>
                <a:ea typeface="Arial-Regular" pitchFamily="34" charset="-122"/>
                <a:cs typeface="Calibri" panose="020F0502020204030204" pitchFamily="34" charset="0"/>
              </a:rPr>
              <a:t>Enables seamless, integrated communication across systems.</a:t>
            </a:r>
            <a:endParaRPr lang="en-US" sz="2400" dirty="0">
              <a:latin typeface="Calibri" panose="020F0502020204030204" pitchFamily="34" charset="0"/>
              <a:cs typeface="Calibri" panose="020F0502020204030204" pitchFamily="34" charset="0"/>
            </a:endParaRPr>
          </a:p>
        </p:txBody>
      </p:sp>
      <p:sp>
        <p:nvSpPr>
          <p:cNvPr id="10" name="Slide Number Placeholder 9">
            <a:extLst>
              <a:ext uri="{FF2B5EF4-FFF2-40B4-BE49-F238E27FC236}">
                <a16:creationId xmlns:a16="http://schemas.microsoft.com/office/drawing/2014/main" xmlns="" id="{99916A0D-0557-4D85-ABC0-7C306F01802C}"/>
              </a:ext>
            </a:extLst>
          </p:cNvPr>
          <p:cNvSpPr>
            <a:spLocks noGrp="1"/>
          </p:cNvSpPr>
          <p:nvPr>
            <p:ph type="sldNum" sz="quarter" idx="12"/>
          </p:nvPr>
        </p:nvSpPr>
        <p:spPr/>
        <p:txBody>
          <a:bodyPr/>
          <a:lstStyle/>
          <a:p>
            <a:fld id="{EBE830D9-24CA-4274-959B-A0405615DCE4}" type="slidenum">
              <a:rPr lang="en-IN" smtClean="0"/>
              <a:pPr/>
              <a:t>4</a:t>
            </a:fld>
            <a:endParaRPr lang="en-IN" dirty="0"/>
          </a:p>
        </p:txBody>
      </p:sp>
      <p:pic>
        <p:nvPicPr>
          <p:cNvPr id="12" name="Picture 11">
            <a:extLst>
              <a:ext uri="{FF2B5EF4-FFF2-40B4-BE49-F238E27FC236}">
                <a16:creationId xmlns:a16="http://schemas.microsoft.com/office/drawing/2014/main" xmlns="" id="{42A23780-CBD7-49A1-9C08-319069240683}"/>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1887201" y="7386321"/>
            <a:ext cx="2661920" cy="6794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38744"/>
          </a:xfrm>
          <a:prstGeom prst="rect">
            <a:avLst/>
          </a:prstGeom>
        </p:spPr>
      </p:pic>
      <p:pic>
        <p:nvPicPr>
          <p:cNvPr id="3" name="Image 1" descr="preencoded.png"/>
          <p:cNvPicPr>
            <a:picLocks noChangeAspect="1"/>
          </p:cNvPicPr>
          <p:nvPr/>
        </p:nvPicPr>
        <p:blipFill>
          <a:blip r:embed="rId4"/>
          <a:stretch>
            <a:fillRect/>
          </a:stretch>
        </p:blipFill>
        <p:spPr>
          <a:xfrm>
            <a:off x="0" y="25400"/>
            <a:ext cx="14630400" cy="8238744"/>
          </a:xfrm>
          <a:prstGeom prst="rect">
            <a:avLst/>
          </a:prstGeom>
        </p:spPr>
      </p:pic>
      <p:sp>
        <p:nvSpPr>
          <p:cNvPr id="4" name="Text 0"/>
          <p:cNvSpPr/>
          <p:nvPr/>
        </p:nvSpPr>
        <p:spPr>
          <a:xfrm>
            <a:off x="660400" y="421131"/>
            <a:ext cx="12984480" cy="832104"/>
          </a:xfrm>
          <a:prstGeom prst="rect">
            <a:avLst/>
          </a:prstGeom>
          <a:noFill/>
          <a:ln/>
        </p:spPr>
        <p:txBody>
          <a:bodyPr wrap="none" lIns="0" tIns="0" rIns="0" bIns="0" rtlCol="0" anchor="ctr"/>
          <a:lstStyle/>
          <a:p>
            <a:pPr marL="0" indent="0" algn="l">
              <a:lnSpc>
                <a:spcPts val="6500"/>
              </a:lnSpc>
              <a:buNone/>
            </a:pPr>
            <a:r>
              <a:rPr lang="en-US" sz="4400" b="1" dirty="0">
                <a:solidFill>
                  <a:srgbClr val="011C2A"/>
                </a:solidFill>
                <a:latin typeface="Cambria" panose="02040503050406030204" pitchFamily="18" charset="0"/>
                <a:ea typeface="Cambria" panose="02040503050406030204" pitchFamily="18" charset="0"/>
                <a:cs typeface="思源黑体-思源黑体-Bold" pitchFamily="34" charset="-120"/>
              </a:rPr>
              <a:t>Three-Layer Model of Convergence</a:t>
            </a:r>
            <a:endParaRPr lang="en-US" sz="4400" b="1" dirty="0">
              <a:latin typeface="Cambria" panose="02040503050406030204" pitchFamily="18" charset="0"/>
              <a:ea typeface="Cambria" panose="02040503050406030204" pitchFamily="18" charset="0"/>
            </a:endParaRPr>
          </a:p>
        </p:txBody>
      </p:sp>
      <p:sp>
        <p:nvSpPr>
          <p:cNvPr id="5" name="Text 1"/>
          <p:cNvSpPr/>
          <p:nvPr/>
        </p:nvSpPr>
        <p:spPr>
          <a:xfrm>
            <a:off x="660400" y="2794000"/>
            <a:ext cx="4249928" cy="1924304"/>
          </a:xfrm>
          <a:prstGeom prst="rect">
            <a:avLst/>
          </a:prstGeom>
          <a:noFill/>
          <a:ln/>
        </p:spPr>
        <p:txBody>
          <a:bodyPr wrap="square" lIns="0" tIns="0" rIns="0" bIns="0" rtlCol="0" anchor="ctr"/>
          <a:lstStyle/>
          <a:p>
            <a:pPr marL="0" indent="0" algn="just">
              <a:lnSpc>
                <a:spcPts val="2780"/>
              </a:lnSpc>
              <a:buNone/>
            </a:pPr>
            <a:r>
              <a:rPr lang="en-US" sz="2400" b="1" dirty="0">
                <a:solidFill>
                  <a:srgbClr val="03141C"/>
                </a:solidFill>
                <a:latin typeface="Calibri" panose="020F0502020204030204" pitchFamily="34" charset="0"/>
                <a:ea typeface="Arial-Regular" pitchFamily="34" charset="-122"/>
                <a:cs typeface="Calibri" panose="020F0502020204030204" pitchFamily="34" charset="0"/>
              </a:rPr>
              <a:t>Application Layer </a:t>
            </a:r>
            <a:r>
              <a:rPr lang="en-US" sz="2400" dirty="0">
                <a:solidFill>
                  <a:srgbClr val="03141C"/>
                </a:solidFill>
                <a:latin typeface="Calibri" panose="020F0502020204030204" pitchFamily="34" charset="0"/>
                <a:ea typeface="Arial-Regular" pitchFamily="34" charset="-122"/>
                <a:cs typeface="Calibri" panose="020F0502020204030204" pitchFamily="34" charset="0"/>
              </a:rPr>
              <a:t>(End-User Level): Combines communication &amp; business applications (e.g., Voice calling, voicemail, email, instant messaging).</a:t>
            </a:r>
            <a:endParaRPr lang="en-US" sz="2400" dirty="0">
              <a:latin typeface="Calibri" panose="020F0502020204030204" pitchFamily="34" charset="0"/>
              <a:cs typeface="Calibri" panose="020F0502020204030204" pitchFamily="34" charset="0"/>
            </a:endParaRPr>
          </a:p>
        </p:txBody>
      </p:sp>
      <p:sp>
        <p:nvSpPr>
          <p:cNvPr id="6" name="Text 2"/>
          <p:cNvSpPr/>
          <p:nvPr/>
        </p:nvSpPr>
        <p:spPr>
          <a:xfrm>
            <a:off x="9729215" y="2908300"/>
            <a:ext cx="4301743" cy="2984500"/>
          </a:xfrm>
          <a:prstGeom prst="rect">
            <a:avLst/>
          </a:prstGeom>
          <a:noFill/>
          <a:ln/>
        </p:spPr>
        <p:txBody>
          <a:bodyPr wrap="square" lIns="0" tIns="0" rIns="0" bIns="0" rtlCol="0" anchor="ctr"/>
          <a:lstStyle/>
          <a:p>
            <a:pPr marL="0" indent="0" algn="just">
              <a:lnSpc>
                <a:spcPts val="2780"/>
              </a:lnSpc>
              <a:buNone/>
            </a:pPr>
            <a:r>
              <a:rPr lang="en-US" sz="2400" b="1" dirty="0">
                <a:solidFill>
                  <a:srgbClr val="03141C"/>
                </a:solidFill>
                <a:latin typeface="Calibri" panose="020F0502020204030204" pitchFamily="34" charset="0"/>
                <a:ea typeface="Arial-Regular" pitchFamily="34" charset="-122"/>
                <a:cs typeface="Calibri" panose="020F0502020204030204" pitchFamily="34" charset="0"/>
              </a:rPr>
              <a:t>Infrastructure Layer</a:t>
            </a:r>
            <a:r>
              <a:rPr lang="en-US" sz="2400" dirty="0">
                <a:solidFill>
                  <a:srgbClr val="03141C"/>
                </a:solidFill>
                <a:latin typeface="Calibri" panose="020F0502020204030204" pitchFamily="34" charset="0"/>
                <a:ea typeface="Arial-Regular" pitchFamily="34" charset="-122"/>
                <a:cs typeface="Calibri" panose="020F0502020204030204" pitchFamily="34" charset="0"/>
              </a:rPr>
              <a:t> (Network Backbone): Voice, video, and image now transmitted over traditional data networks. </a:t>
            </a:r>
          </a:p>
          <a:p>
            <a:pPr marL="0" indent="0" algn="just">
              <a:lnSpc>
                <a:spcPts val="2780"/>
              </a:lnSpc>
              <a:buNone/>
            </a:pPr>
            <a:r>
              <a:rPr lang="en-US" sz="2400" dirty="0">
                <a:solidFill>
                  <a:srgbClr val="03141C"/>
                </a:solidFill>
                <a:latin typeface="Calibri" panose="020F0502020204030204" pitchFamily="34" charset="0"/>
                <a:ea typeface="Arial-Regular" pitchFamily="34" charset="-122"/>
                <a:cs typeface="Calibri" panose="020F0502020204030204" pitchFamily="34" charset="0"/>
              </a:rPr>
              <a:t>Mobile convergence: smartphones receive video, text, and data over cellular networks. Support for public/private cloud integration.</a:t>
            </a:r>
            <a:endParaRPr lang="en-US" sz="2400" dirty="0">
              <a:latin typeface="Calibri" panose="020F0502020204030204" pitchFamily="34" charset="0"/>
              <a:cs typeface="Calibri" panose="020F0502020204030204" pitchFamily="34" charset="0"/>
            </a:endParaRPr>
          </a:p>
        </p:txBody>
      </p:sp>
      <p:sp>
        <p:nvSpPr>
          <p:cNvPr id="7" name="Text 3"/>
          <p:cNvSpPr/>
          <p:nvPr/>
        </p:nvSpPr>
        <p:spPr>
          <a:xfrm>
            <a:off x="5404104" y="2794000"/>
            <a:ext cx="3831336" cy="3341624"/>
          </a:xfrm>
          <a:prstGeom prst="rect">
            <a:avLst/>
          </a:prstGeom>
          <a:noFill/>
          <a:ln/>
        </p:spPr>
        <p:txBody>
          <a:bodyPr wrap="square" lIns="0" tIns="0" rIns="0" bIns="0" rtlCol="0" anchor="ctr"/>
          <a:lstStyle/>
          <a:p>
            <a:pPr marL="0" indent="0" algn="just">
              <a:lnSpc>
                <a:spcPts val="2780"/>
              </a:lnSpc>
              <a:buNone/>
            </a:pPr>
            <a:r>
              <a:rPr lang="en-US" sz="2400" b="1" dirty="0">
                <a:solidFill>
                  <a:srgbClr val="03141C"/>
                </a:solidFill>
                <a:latin typeface="Calibri" panose="020F0502020204030204" pitchFamily="34" charset="0"/>
                <a:ea typeface="Arial-Regular" pitchFamily="34" charset="-122"/>
                <a:cs typeface="Calibri" panose="020F0502020204030204" pitchFamily="34" charset="0"/>
              </a:rPr>
              <a:t>Enterprise Services Layer </a:t>
            </a:r>
            <a:r>
              <a:rPr lang="en-US" sz="2400" dirty="0">
                <a:solidFill>
                  <a:srgbClr val="03141C"/>
                </a:solidFill>
                <a:latin typeface="Calibri" panose="020F0502020204030204" pitchFamily="34" charset="0"/>
                <a:ea typeface="Arial-Regular" pitchFamily="34" charset="-122"/>
                <a:cs typeface="Calibri" panose="020F0502020204030204" pitchFamily="34" charset="0"/>
              </a:rPr>
              <a:t>(Network Management): Network viewed as a function-providing system. Services include: Design &amp; support of convergence facilities, QoS management, Authentication &amp; user access control, Capacity management for users, groups, apps.</a:t>
            </a:r>
            <a:endParaRPr lang="en-US" sz="2400" dirty="0">
              <a:latin typeface="Calibri" panose="020F0502020204030204" pitchFamily="34" charset="0"/>
              <a:cs typeface="Calibri" panose="020F0502020204030204" pitchFamily="34" charset="0"/>
            </a:endParaRPr>
          </a:p>
        </p:txBody>
      </p:sp>
      <p:sp>
        <p:nvSpPr>
          <p:cNvPr id="8" name="Slide Number Placeholder 7">
            <a:extLst>
              <a:ext uri="{FF2B5EF4-FFF2-40B4-BE49-F238E27FC236}">
                <a16:creationId xmlns:a16="http://schemas.microsoft.com/office/drawing/2014/main" xmlns="" id="{FCF169F2-176E-4776-A088-41D0C0C37D6C}"/>
              </a:ext>
            </a:extLst>
          </p:cNvPr>
          <p:cNvSpPr>
            <a:spLocks noGrp="1"/>
          </p:cNvSpPr>
          <p:nvPr>
            <p:ph type="sldNum" sz="quarter" idx="12"/>
          </p:nvPr>
        </p:nvSpPr>
        <p:spPr/>
        <p:txBody>
          <a:bodyPr/>
          <a:lstStyle/>
          <a:p>
            <a:fld id="{EBE830D9-24CA-4274-959B-A0405615DCE4}" type="slidenum">
              <a:rPr lang="en-IN" smtClean="0"/>
              <a:pPr/>
              <a:t>5</a:t>
            </a:fld>
            <a:endParaRPr lang="en-IN" dirty="0"/>
          </a:p>
        </p:txBody>
      </p:sp>
      <p:pic>
        <p:nvPicPr>
          <p:cNvPr id="10" name="Picture 9">
            <a:extLst>
              <a:ext uri="{FF2B5EF4-FFF2-40B4-BE49-F238E27FC236}">
                <a16:creationId xmlns:a16="http://schemas.microsoft.com/office/drawing/2014/main" xmlns="" id="{2FC1C200-FF7D-4A8D-A039-DB18DCFFC25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887201" y="7386321"/>
            <a:ext cx="2661920" cy="6794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206664" y="-1318912"/>
            <a:ext cx="14630400" cy="13002768"/>
          </a:xfrm>
          <a:prstGeom prst="rect">
            <a:avLst/>
          </a:prstGeom>
        </p:spPr>
      </p:pic>
      <p:pic>
        <p:nvPicPr>
          <p:cNvPr id="3" name="Image 1" descr="preencoded.png"/>
          <p:cNvPicPr>
            <a:picLocks noChangeAspect="1"/>
          </p:cNvPicPr>
          <p:nvPr/>
        </p:nvPicPr>
        <p:blipFill>
          <a:blip r:embed="rId4"/>
          <a:stretch>
            <a:fillRect/>
          </a:stretch>
        </p:blipFill>
        <p:spPr>
          <a:xfrm>
            <a:off x="1260764" y="1185048"/>
            <a:ext cx="10584872" cy="3693775"/>
          </a:xfrm>
          <a:prstGeom prst="rect">
            <a:avLst/>
          </a:prstGeom>
        </p:spPr>
      </p:pic>
      <p:sp>
        <p:nvSpPr>
          <p:cNvPr id="4" name="Text 0"/>
          <p:cNvSpPr/>
          <p:nvPr/>
        </p:nvSpPr>
        <p:spPr>
          <a:xfrm>
            <a:off x="1123605" y="7020473"/>
            <a:ext cx="12523125" cy="584218"/>
          </a:xfrm>
          <a:prstGeom prst="rect">
            <a:avLst/>
          </a:prstGeom>
          <a:noFill/>
          <a:ln/>
        </p:spPr>
        <p:txBody>
          <a:bodyPr wrap="none" lIns="0" tIns="0" rIns="0" bIns="0" rtlCol="0" anchor="ctr"/>
          <a:lstStyle/>
          <a:p>
            <a:pPr marL="0" indent="0" algn="just">
              <a:lnSpc>
                <a:spcPts val="3250"/>
              </a:lnSpc>
              <a:buNone/>
            </a:pPr>
            <a:r>
              <a:rPr lang="en-US" sz="2000" b="1" dirty="0">
                <a:solidFill>
                  <a:srgbClr val="03141C"/>
                </a:solidFill>
                <a:latin typeface="Calibri" panose="020F0502020204030204" pitchFamily="34" charset="0"/>
                <a:ea typeface="思源黑体-思源黑体-Bold" pitchFamily="34" charset="-122"/>
                <a:cs typeface="Calibri" panose="020F0502020204030204" pitchFamily="34" charset="0"/>
              </a:rPr>
              <a:t>Receiver</a:t>
            </a:r>
            <a:r>
              <a:rPr lang="en-US" sz="2000" dirty="0">
                <a:solidFill>
                  <a:srgbClr val="03141C"/>
                </a:solidFill>
                <a:latin typeface="Calibri" panose="020F0502020204030204" pitchFamily="34" charset="0"/>
                <a:ea typeface="思源黑体-思源黑体-Bold" pitchFamily="34" charset="-122"/>
                <a:cs typeface="Calibri" panose="020F0502020204030204" pitchFamily="34" charset="0"/>
              </a:rPr>
              <a:t>:</a:t>
            </a:r>
            <a:r>
              <a:rPr lang="en-US" sz="2000" dirty="0">
                <a:solidFill>
                  <a:srgbClr val="03141C"/>
                </a:solidFill>
                <a:latin typeface="Calibri" panose="020F0502020204030204" pitchFamily="34" charset="0"/>
                <a:ea typeface="Arial-Regular" pitchFamily="34" charset="-122"/>
                <a:cs typeface="Calibri" panose="020F0502020204030204" pitchFamily="34" charset="0"/>
              </a:rPr>
              <a:t> Converts signals from the transmission system back into usable data. Example: Modem</a:t>
            </a:r>
            <a:endParaRPr lang="en-US" sz="2000" dirty="0">
              <a:latin typeface="Calibri" panose="020F0502020204030204" pitchFamily="34" charset="0"/>
              <a:cs typeface="Calibri" panose="020F0502020204030204" pitchFamily="34" charset="0"/>
            </a:endParaRPr>
          </a:p>
        </p:txBody>
      </p:sp>
      <p:sp>
        <p:nvSpPr>
          <p:cNvPr id="5" name="Text 1"/>
          <p:cNvSpPr/>
          <p:nvPr/>
        </p:nvSpPr>
        <p:spPr>
          <a:xfrm>
            <a:off x="1078992" y="10341864"/>
            <a:ext cx="12481560" cy="713232"/>
          </a:xfrm>
          <a:prstGeom prst="rect">
            <a:avLst/>
          </a:prstGeom>
          <a:noFill/>
          <a:ln/>
        </p:spPr>
        <p:txBody>
          <a:bodyPr wrap="square" lIns="0" tIns="0" rIns="0" bIns="0" rtlCol="0" anchor="ctr"/>
          <a:lstStyle/>
          <a:p>
            <a:pPr marL="0" indent="0" algn="l">
              <a:lnSpc>
                <a:spcPts val="2780"/>
              </a:lnSpc>
              <a:buNone/>
            </a:pPr>
            <a:r>
              <a:rPr lang="en-US" sz="1850" dirty="0">
                <a:solidFill>
                  <a:srgbClr val="03141C"/>
                </a:solidFill>
                <a:latin typeface="Arial-Regular" pitchFamily="34" charset="0"/>
                <a:ea typeface="Arial-Regular" pitchFamily="34" charset="-122"/>
                <a:cs typeface="Arial-Regular" pitchFamily="34" charset="-120"/>
              </a:rPr>
              <a:t> </a:t>
            </a:r>
            <a:endParaRPr lang="en-US" sz="1850" dirty="0"/>
          </a:p>
        </p:txBody>
      </p:sp>
      <p:sp>
        <p:nvSpPr>
          <p:cNvPr id="6" name="Text 2"/>
          <p:cNvSpPr/>
          <p:nvPr/>
        </p:nvSpPr>
        <p:spPr>
          <a:xfrm>
            <a:off x="1078992" y="11868912"/>
            <a:ext cx="12481560" cy="356616"/>
          </a:xfrm>
          <a:prstGeom prst="rect">
            <a:avLst/>
          </a:prstGeom>
          <a:noFill/>
          <a:ln/>
        </p:spPr>
        <p:txBody>
          <a:bodyPr wrap="none" lIns="0" tIns="0" rIns="0" bIns="0" rtlCol="0" anchor="ctr"/>
          <a:lstStyle/>
          <a:p>
            <a:pPr marL="0" indent="0" algn="l">
              <a:lnSpc>
                <a:spcPts val="2780"/>
              </a:lnSpc>
              <a:buNone/>
            </a:pPr>
            <a:r>
              <a:rPr lang="en-US" sz="1850" dirty="0">
                <a:solidFill>
                  <a:srgbClr val="03141C"/>
                </a:solidFill>
                <a:latin typeface="Arial-Regular" pitchFamily="34" charset="0"/>
                <a:ea typeface="Arial-Regular" pitchFamily="34" charset="-122"/>
                <a:cs typeface="Arial-Regular" pitchFamily="34" charset="-120"/>
              </a:rPr>
              <a:t>.</a:t>
            </a:r>
            <a:endParaRPr lang="en-US" sz="1850" dirty="0"/>
          </a:p>
        </p:txBody>
      </p:sp>
      <p:sp>
        <p:nvSpPr>
          <p:cNvPr id="7" name="Text 3"/>
          <p:cNvSpPr/>
          <p:nvPr/>
        </p:nvSpPr>
        <p:spPr>
          <a:xfrm>
            <a:off x="1123605" y="7492930"/>
            <a:ext cx="12523125" cy="584218"/>
          </a:xfrm>
          <a:prstGeom prst="rect">
            <a:avLst/>
          </a:prstGeom>
          <a:noFill/>
          <a:ln/>
        </p:spPr>
        <p:txBody>
          <a:bodyPr wrap="none" lIns="0" tIns="0" rIns="0" bIns="0" rtlCol="0" anchor="ctr"/>
          <a:lstStyle/>
          <a:p>
            <a:pPr marL="0" indent="0" algn="just">
              <a:lnSpc>
                <a:spcPts val="3250"/>
              </a:lnSpc>
              <a:buNone/>
            </a:pPr>
            <a:r>
              <a:rPr lang="en-US" sz="2000" b="1" dirty="0">
                <a:solidFill>
                  <a:srgbClr val="03141C"/>
                </a:solidFill>
                <a:latin typeface="Calibri" panose="020F0502020204030204" pitchFamily="34" charset="0"/>
                <a:ea typeface="思源黑体-思源黑体-Bold" pitchFamily="34" charset="-122"/>
                <a:cs typeface="Calibri" panose="020F0502020204030204" pitchFamily="34" charset="0"/>
              </a:rPr>
              <a:t>Destination</a:t>
            </a:r>
            <a:r>
              <a:rPr lang="en-US" sz="2000" dirty="0">
                <a:solidFill>
                  <a:srgbClr val="03141C"/>
                </a:solidFill>
                <a:latin typeface="Calibri" panose="020F0502020204030204" pitchFamily="34" charset="0"/>
                <a:ea typeface="思源黑体-思源黑体-Bold" pitchFamily="34" charset="-122"/>
                <a:cs typeface="Calibri" panose="020F0502020204030204" pitchFamily="34" charset="0"/>
              </a:rPr>
              <a:t>:</a:t>
            </a:r>
            <a:r>
              <a:rPr lang="en-US" sz="2000" dirty="0">
                <a:solidFill>
                  <a:srgbClr val="03141C"/>
                </a:solidFill>
                <a:latin typeface="Calibri" panose="020F0502020204030204" pitchFamily="34" charset="0"/>
                <a:ea typeface="Arial-Regular" pitchFamily="34" charset="-122"/>
                <a:cs typeface="Calibri" panose="020F0502020204030204" pitchFamily="34" charset="0"/>
              </a:rPr>
              <a:t> Final endpoint that uses the received data.  Example: computer, server, or any end-user device</a:t>
            </a:r>
            <a:endParaRPr lang="en-US" sz="2000" dirty="0">
              <a:latin typeface="Calibri" panose="020F0502020204030204" pitchFamily="34" charset="0"/>
              <a:cs typeface="Calibri" panose="020F0502020204030204" pitchFamily="34" charset="0"/>
            </a:endParaRPr>
          </a:p>
        </p:txBody>
      </p:sp>
      <p:sp>
        <p:nvSpPr>
          <p:cNvPr id="8" name="Text 4"/>
          <p:cNvSpPr/>
          <p:nvPr/>
        </p:nvSpPr>
        <p:spPr>
          <a:xfrm>
            <a:off x="1123605" y="6188090"/>
            <a:ext cx="12523125" cy="856462"/>
          </a:xfrm>
          <a:prstGeom prst="rect">
            <a:avLst/>
          </a:prstGeom>
          <a:noFill/>
          <a:ln/>
        </p:spPr>
        <p:txBody>
          <a:bodyPr wrap="none" lIns="0" tIns="0" rIns="0" bIns="0" rtlCol="0" anchor="ctr"/>
          <a:lstStyle/>
          <a:p>
            <a:pPr marL="0" indent="0" algn="just">
              <a:lnSpc>
                <a:spcPts val="3250"/>
              </a:lnSpc>
              <a:buNone/>
            </a:pPr>
            <a:r>
              <a:rPr lang="en-US" sz="2000" b="1" dirty="0">
                <a:solidFill>
                  <a:srgbClr val="03141C"/>
                </a:solidFill>
                <a:latin typeface="Calibri" panose="020F0502020204030204" pitchFamily="34" charset="0"/>
                <a:ea typeface="思源黑体-思源黑体-Bold" pitchFamily="34" charset="-122"/>
                <a:cs typeface="Calibri" panose="020F0502020204030204" pitchFamily="34" charset="0"/>
              </a:rPr>
              <a:t>Transmission system</a:t>
            </a:r>
            <a:r>
              <a:rPr lang="en-US" sz="2000" dirty="0">
                <a:solidFill>
                  <a:srgbClr val="03141C"/>
                </a:solidFill>
                <a:latin typeface="Calibri" panose="020F0502020204030204" pitchFamily="34" charset="0"/>
                <a:ea typeface="思源黑体-思源黑体-Bold" pitchFamily="34" charset="-122"/>
                <a:cs typeface="Calibri" panose="020F0502020204030204" pitchFamily="34" charset="0"/>
              </a:rPr>
              <a:t>:</a:t>
            </a:r>
            <a:r>
              <a:rPr lang="en-US" sz="2000" dirty="0">
                <a:solidFill>
                  <a:srgbClr val="03141C"/>
                </a:solidFill>
                <a:latin typeface="Calibri" panose="020F0502020204030204" pitchFamily="34" charset="0"/>
                <a:ea typeface="Arial-Regular" pitchFamily="34" charset="-122"/>
                <a:cs typeface="Calibri" panose="020F0502020204030204" pitchFamily="34" charset="0"/>
              </a:rPr>
              <a:t> Medium through which signals are sent can be a </a:t>
            </a:r>
          </a:p>
          <a:p>
            <a:pPr marL="0" indent="0" algn="just">
              <a:lnSpc>
                <a:spcPts val="3250"/>
              </a:lnSpc>
              <a:buNone/>
            </a:pPr>
            <a:r>
              <a:rPr lang="en-US" sz="2000" dirty="0">
                <a:solidFill>
                  <a:srgbClr val="03141C"/>
                </a:solidFill>
                <a:latin typeface="Calibri" panose="020F0502020204030204" pitchFamily="34" charset="0"/>
                <a:ea typeface="Arial-Regular" pitchFamily="34" charset="-122"/>
                <a:cs typeface="Calibri" panose="020F0502020204030204" pitchFamily="34" charset="0"/>
              </a:rPr>
              <a:t>simple link or a complex network. Examples: transmission lines, fiber optics, internet backbone.</a:t>
            </a:r>
            <a:endParaRPr lang="en-US" sz="2000" dirty="0">
              <a:latin typeface="Calibri" panose="020F0502020204030204" pitchFamily="34" charset="0"/>
              <a:cs typeface="Calibri" panose="020F0502020204030204" pitchFamily="34" charset="0"/>
            </a:endParaRPr>
          </a:p>
        </p:txBody>
      </p:sp>
      <p:sp>
        <p:nvSpPr>
          <p:cNvPr id="9" name="Text 5"/>
          <p:cNvSpPr/>
          <p:nvPr/>
        </p:nvSpPr>
        <p:spPr>
          <a:xfrm>
            <a:off x="1078992" y="6108192"/>
            <a:ext cx="12481560" cy="356616"/>
          </a:xfrm>
          <a:prstGeom prst="rect">
            <a:avLst/>
          </a:prstGeom>
          <a:noFill/>
          <a:ln/>
        </p:spPr>
        <p:txBody>
          <a:bodyPr wrap="none" lIns="0" tIns="0" rIns="0" bIns="0" rtlCol="0" anchor="ctr"/>
          <a:lstStyle/>
          <a:p>
            <a:pPr marL="0" indent="0" algn="l">
              <a:lnSpc>
                <a:spcPts val="2780"/>
              </a:lnSpc>
              <a:buNone/>
            </a:pPr>
            <a:r>
              <a:rPr lang="en-US" sz="1850" dirty="0">
                <a:solidFill>
                  <a:srgbClr val="03141C"/>
                </a:solidFill>
                <a:latin typeface="Arial-Regular" pitchFamily="34" charset="0"/>
                <a:ea typeface="Arial-Regular" pitchFamily="34" charset="-122"/>
                <a:cs typeface="Arial-Regular" pitchFamily="34" charset="-120"/>
              </a:rPr>
              <a:t>.</a:t>
            </a:r>
            <a:endParaRPr lang="en-US" sz="1850" dirty="0"/>
          </a:p>
        </p:txBody>
      </p:sp>
      <p:sp>
        <p:nvSpPr>
          <p:cNvPr id="10" name="Text 6"/>
          <p:cNvSpPr/>
          <p:nvPr/>
        </p:nvSpPr>
        <p:spPr>
          <a:xfrm>
            <a:off x="723900" y="32126"/>
            <a:ext cx="13699836" cy="832104"/>
          </a:xfrm>
          <a:prstGeom prst="rect">
            <a:avLst/>
          </a:prstGeom>
          <a:noFill/>
          <a:ln/>
        </p:spPr>
        <p:txBody>
          <a:bodyPr wrap="none" lIns="0" tIns="0" rIns="0" bIns="0" rtlCol="0" anchor="ctr"/>
          <a:lstStyle/>
          <a:p>
            <a:pPr marL="0" indent="0" algn="l">
              <a:lnSpc>
                <a:spcPts val="6500"/>
              </a:lnSpc>
              <a:buNone/>
            </a:pPr>
            <a:r>
              <a:rPr lang="en-US" sz="4400" b="1" dirty="0">
                <a:solidFill>
                  <a:srgbClr val="011C2A"/>
                </a:solidFill>
                <a:latin typeface="Cambria" panose="02040503050406030204" pitchFamily="18" charset="0"/>
                <a:ea typeface="Cambria" panose="02040503050406030204" pitchFamily="18" charset="0"/>
                <a:cs typeface="思源黑体-思源黑体-Bold" pitchFamily="34" charset="-120"/>
              </a:rPr>
              <a:t>Communications</a:t>
            </a:r>
            <a:r>
              <a:rPr lang="en-US" sz="4640" b="1" dirty="0">
                <a:solidFill>
                  <a:srgbClr val="011C2A"/>
                </a:solidFill>
                <a:latin typeface="Cambria" panose="02040503050406030204" pitchFamily="18" charset="0"/>
                <a:ea typeface="Cambria" panose="02040503050406030204" pitchFamily="18" charset="0"/>
                <a:cs typeface="思源黑体-思源黑体-Bold" pitchFamily="34" charset="-120"/>
              </a:rPr>
              <a:t> Model</a:t>
            </a:r>
            <a:endParaRPr lang="en-US" sz="4640" b="1" dirty="0">
              <a:latin typeface="Cambria" panose="02040503050406030204" pitchFamily="18" charset="0"/>
              <a:ea typeface="Cambria" panose="02040503050406030204" pitchFamily="18" charset="0"/>
            </a:endParaRPr>
          </a:p>
        </p:txBody>
      </p:sp>
      <p:sp>
        <p:nvSpPr>
          <p:cNvPr id="11" name="Text 7"/>
          <p:cNvSpPr/>
          <p:nvPr/>
        </p:nvSpPr>
        <p:spPr>
          <a:xfrm>
            <a:off x="1111413" y="6797066"/>
            <a:ext cx="12481560" cy="713232"/>
          </a:xfrm>
          <a:prstGeom prst="rect">
            <a:avLst/>
          </a:prstGeom>
          <a:noFill/>
          <a:ln/>
        </p:spPr>
        <p:txBody>
          <a:bodyPr wrap="square" lIns="0" tIns="0" rIns="0" bIns="0" rtlCol="0" anchor="ctr"/>
          <a:lstStyle/>
          <a:p>
            <a:pPr marL="0" indent="0" algn="l">
              <a:lnSpc>
                <a:spcPts val="2780"/>
              </a:lnSpc>
              <a:buNone/>
            </a:pPr>
            <a:r>
              <a:rPr lang="en-US" sz="1850" dirty="0">
                <a:solidFill>
                  <a:srgbClr val="03141C"/>
                </a:solidFill>
                <a:latin typeface="Arial-Regular" pitchFamily="34" charset="0"/>
                <a:ea typeface="Arial-Regular" pitchFamily="34" charset="-122"/>
                <a:cs typeface="Arial-Regular" pitchFamily="34" charset="-120"/>
              </a:rPr>
              <a:t> </a:t>
            </a:r>
            <a:endParaRPr lang="en-US" sz="1850" dirty="0"/>
          </a:p>
        </p:txBody>
      </p:sp>
      <p:sp>
        <p:nvSpPr>
          <p:cNvPr id="12" name="Text 8"/>
          <p:cNvSpPr/>
          <p:nvPr/>
        </p:nvSpPr>
        <p:spPr>
          <a:xfrm>
            <a:off x="1123605" y="4878823"/>
            <a:ext cx="12481560" cy="635009"/>
          </a:xfrm>
          <a:prstGeom prst="rect">
            <a:avLst/>
          </a:prstGeom>
          <a:noFill/>
          <a:ln/>
        </p:spPr>
        <p:txBody>
          <a:bodyPr wrap="none" lIns="0" tIns="0" rIns="0" bIns="0" rtlCol="0" anchor="ctr"/>
          <a:lstStyle/>
          <a:p>
            <a:pPr marL="0" indent="0" algn="just">
              <a:lnSpc>
                <a:spcPts val="3250"/>
              </a:lnSpc>
              <a:buNone/>
            </a:pPr>
            <a:r>
              <a:rPr lang="en-US" sz="2000" b="1" dirty="0">
                <a:solidFill>
                  <a:srgbClr val="03141C"/>
                </a:solidFill>
                <a:latin typeface="Calibri" panose="020F0502020204030204" pitchFamily="34" charset="0"/>
                <a:ea typeface="思源黑体-思源黑体-Bold" pitchFamily="34" charset="-122"/>
                <a:cs typeface="Calibri" panose="020F0502020204030204" pitchFamily="34" charset="0"/>
              </a:rPr>
              <a:t>Source</a:t>
            </a:r>
            <a:r>
              <a:rPr lang="en-US" sz="2000" dirty="0">
                <a:solidFill>
                  <a:srgbClr val="03141C"/>
                </a:solidFill>
                <a:latin typeface="Calibri" panose="020F0502020204030204" pitchFamily="34" charset="0"/>
                <a:ea typeface="思源黑体-思源黑体-Bold" pitchFamily="34" charset="-122"/>
                <a:cs typeface="Calibri" panose="020F0502020204030204" pitchFamily="34" charset="0"/>
              </a:rPr>
              <a:t>:</a:t>
            </a:r>
            <a:r>
              <a:rPr lang="en-US" sz="2000" dirty="0">
                <a:solidFill>
                  <a:srgbClr val="03141C"/>
                </a:solidFill>
                <a:latin typeface="Calibri" panose="020F0502020204030204" pitchFamily="34" charset="0"/>
                <a:ea typeface="Arial-Regular" pitchFamily="34" charset="-122"/>
                <a:cs typeface="Calibri" panose="020F0502020204030204" pitchFamily="34" charset="0"/>
              </a:rPr>
              <a:t> Generates the original data. Examples: telephone, personal computer</a:t>
            </a:r>
            <a:endParaRPr lang="en-US" sz="2000" dirty="0">
              <a:latin typeface="Calibri" panose="020F0502020204030204" pitchFamily="34" charset="0"/>
              <a:cs typeface="Calibri" panose="020F0502020204030204" pitchFamily="34" charset="0"/>
            </a:endParaRPr>
          </a:p>
        </p:txBody>
      </p:sp>
      <p:sp>
        <p:nvSpPr>
          <p:cNvPr id="13" name="Text 9"/>
          <p:cNvSpPr/>
          <p:nvPr/>
        </p:nvSpPr>
        <p:spPr>
          <a:xfrm>
            <a:off x="1078992" y="8814816"/>
            <a:ext cx="12481560" cy="713232"/>
          </a:xfrm>
          <a:prstGeom prst="rect">
            <a:avLst/>
          </a:prstGeom>
          <a:noFill/>
          <a:ln/>
        </p:spPr>
        <p:txBody>
          <a:bodyPr wrap="square" lIns="0" tIns="0" rIns="0" bIns="0" rtlCol="0" anchor="ctr"/>
          <a:lstStyle/>
          <a:p>
            <a:pPr marL="0" indent="0" algn="l">
              <a:lnSpc>
                <a:spcPts val="2780"/>
              </a:lnSpc>
              <a:buNone/>
            </a:pPr>
            <a:r>
              <a:rPr lang="en-US" sz="1850" dirty="0">
                <a:solidFill>
                  <a:srgbClr val="03141C"/>
                </a:solidFill>
                <a:latin typeface="Arial-Regular" pitchFamily="34" charset="0"/>
                <a:ea typeface="Arial-Regular" pitchFamily="34" charset="-122"/>
                <a:cs typeface="Arial-Regular" pitchFamily="34" charset="-120"/>
              </a:rPr>
              <a:t> </a:t>
            </a:r>
            <a:endParaRPr lang="en-US" sz="1850" dirty="0"/>
          </a:p>
        </p:txBody>
      </p:sp>
      <p:sp>
        <p:nvSpPr>
          <p:cNvPr id="14" name="Text 10"/>
          <p:cNvSpPr/>
          <p:nvPr/>
        </p:nvSpPr>
        <p:spPr>
          <a:xfrm>
            <a:off x="1119032" y="5601600"/>
            <a:ext cx="12490704" cy="521208"/>
          </a:xfrm>
          <a:prstGeom prst="rect">
            <a:avLst/>
          </a:prstGeom>
          <a:noFill/>
          <a:ln/>
        </p:spPr>
        <p:txBody>
          <a:bodyPr wrap="none" lIns="0" tIns="0" rIns="0" bIns="0" rtlCol="0" anchor="ctr"/>
          <a:lstStyle/>
          <a:p>
            <a:pPr marL="0" indent="0" algn="just">
              <a:lnSpc>
                <a:spcPts val="3250"/>
              </a:lnSpc>
              <a:buNone/>
            </a:pPr>
            <a:r>
              <a:rPr lang="en-US" sz="2000" b="1" dirty="0">
                <a:solidFill>
                  <a:srgbClr val="03141C"/>
                </a:solidFill>
                <a:latin typeface="Calibri" panose="020F0502020204030204" pitchFamily="34" charset="0"/>
                <a:ea typeface="思源黑体-思源黑体-Bold" pitchFamily="34" charset="-122"/>
                <a:cs typeface="Calibri" panose="020F0502020204030204" pitchFamily="34" charset="0"/>
              </a:rPr>
              <a:t>Transmitter</a:t>
            </a:r>
            <a:r>
              <a:rPr lang="en-US" sz="2000" dirty="0">
                <a:solidFill>
                  <a:srgbClr val="03141C"/>
                </a:solidFill>
                <a:latin typeface="Calibri" panose="020F0502020204030204" pitchFamily="34" charset="0"/>
                <a:ea typeface="思源黑体-思源黑体-Bold" pitchFamily="34" charset="-122"/>
                <a:cs typeface="Calibri" panose="020F0502020204030204" pitchFamily="34" charset="0"/>
              </a:rPr>
              <a:t>:</a:t>
            </a:r>
            <a:r>
              <a:rPr lang="en-US" sz="2000" dirty="0">
                <a:solidFill>
                  <a:srgbClr val="03141C"/>
                </a:solidFill>
                <a:latin typeface="Calibri" panose="020F0502020204030204" pitchFamily="34" charset="0"/>
                <a:ea typeface="Arial-Regular" pitchFamily="34" charset="-122"/>
                <a:cs typeface="Calibri" panose="020F0502020204030204" pitchFamily="34" charset="0"/>
              </a:rPr>
              <a:t> Converts data from the source into transmittable signals. Performs transformation &amp; encoding. </a:t>
            </a:r>
          </a:p>
          <a:p>
            <a:pPr marL="0" indent="0" algn="just">
              <a:lnSpc>
                <a:spcPts val="3250"/>
              </a:lnSpc>
              <a:buNone/>
            </a:pPr>
            <a:r>
              <a:rPr lang="en-US" sz="2000" dirty="0">
                <a:solidFill>
                  <a:srgbClr val="03141C"/>
                </a:solidFill>
                <a:latin typeface="Calibri" panose="020F0502020204030204" pitchFamily="34" charset="0"/>
                <a:ea typeface="Arial-Regular" pitchFamily="34" charset="-122"/>
                <a:cs typeface="Calibri" panose="020F0502020204030204" pitchFamily="34" charset="0"/>
              </a:rPr>
              <a:t>Example: Modem converts digital data to analog for telephone lines.</a:t>
            </a:r>
            <a:endParaRPr lang="en-US" sz="2000" dirty="0">
              <a:latin typeface="Calibri" panose="020F0502020204030204" pitchFamily="34" charset="0"/>
              <a:cs typeface="Calibri" panose="020F0502020204030204" pitchFamily="34" charset="0"/>
            </a:endParaRPr>
          </a:p>
        </p:txBody>
      </p:sp>
      <p:sp>
        <p:nvSpPr>
          <p:cNvPr id="15" name="Slide Number Placeholder 14">
            <a:extLst>
              <a:ext uri="{FF2B5EF4-FFF2-40B4-BE49-F238E27FC236}">
                <a16:creationId xmlns:a16="http://schemas.microsoft.com/office/drawing/2014/main" xmlns="" id="{43C23D00-8C3A-4E65-93FF-F7E82198372D}"/>
              </a:ext>
            </a:extLst>
          </p:cNvPr>
          <p:cNvSpPr>
            <a:spLocks noGrp="1"/>
          </p:cNvSpPr>
          <p:nvPr>
            <p:ph type="sldNum" sz="quarter" idx="12"/>
          </p:nvPr>
        </p:nvSpPr>
        <p:spPr/>
        <p:txBody>
          <a:bodyPr/>
          <a:lstStyle/>
          <a:p>
            <a:fld id="{EBE830D9-24CA-4274-959B-A0405615DCE4}" type="slidenum">
              <a:rPr lang="en-IN" smtClean="0"/>
              <a:pPr/>
              <a:t>6</a:t>
            </a:fld>
            <a:endParaRPr lang="en-IN" dirty="0"/>
          </a:p>
        </p:txBody>
      </p:sp>
      <p:pic>
        <p:nvPicPr>
          <p:cNvPr id="17" name="Picture 16">
            <a:extLst>
              <a:ext uri="{FF2B5EF4-FFF2-40B4-BE49-F238E27FC236}">
                <a16:creationId xmlns:a16="http://schemas.microsoft.com/office/drawing/2014/main" xmlns="" id="{8DE1F314-D381-42DC-996F-B05B646AB07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887201" y="7386321"/>
            <a:ext cx="2661920" cy="6794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16907256"/>
          </a:xfrm>
          <a:prstGeom prst="rect">
            <a:avLst/>
          </a:prstGeom>
        </p:spPr>
      </p:pic>
      <p:pic>
        <p:nvPicPr>
          <p:cNvPr id="3" name="Image 1" descr="preencoded.png"/>
          <p:cNvPicPr>
            <a:picLocks noChangeAspect="1"/>
          </p:cNvPicPr>
          <p:nvPr/>
        </p:nvPicPr>
        <p:blipFill>
          <a:blip r:embed="rId4"/>
          <a:stretch>
            <a:fillRect/>
          </a:stretch>
        </p:blipFill>
        <p:spPr>
          <a:xfrm>
            <a:off x="173736" y="-65947"/>
            <a:ext cx="14630400" cy="16907256"/>
          </a:xfrm>
          <a:prstGeom prst="rect">
            <a:avLst/>
          </a:prstGeom>
        </p:spPr>
      </p:pic>
      <p:pic>
        <p:nvPicPr>
          <p:cNvPr id="9" name="Image 7" descr="preencoded.png"/>
          <p:cNvPicPr>
            <a:picLocks noChangeAspect="1"/>
          </p:cNvPicPr>
          <p:nvPr/>
        </p:nvPicPr>
        <p:blipFill>
          <a:blip r:embed="rId5"/>
          <a:stretch>
            <a:fillRect/>
          </a:stretch>
        </p:blipFill>
        <p:spPr>
          <a:xfrm>
            <a:off x="11239501" y="2383350"/>
            <a:ext cx="2569464" cy="950976"/>
          </a:xfrm>
          <a:prstGeom prst="rect">
            <a:avLst/>
          </a:prstGeom>
        </p:spPr>
      </p:pic>
      <p:pic>
        <p:nvPicPr>
          <p:cNvPr id="10" name="Image 8" descr="preencoded.png"/>
          <p:cNvPicPr>
            <a:picLocks noChangeAspect="1"/>
          </p:cNvPicPr>
          <p:nvPr/>
        </p:nvPicPr>
        <p:blipFill>
          <a:blip r:embed="rId6"/>
          <a:stretch>
            <a:fillRect/>
          </a:stretch>
        </p:blipFill>
        <p:spPr>
          <a:xfrm>
            <a:off x="3485452" y="2356173"/>
            <a:ext cx="2569464" cy="950976"/>
          </a:xfrm>
          <a:prstGeom prst="rect">
            <a:avLst/>
          </a:prstGeom>
        </p:spPr>
      </p:pic>
      <p:pic>
        <p:nvPicPr>
          <p:cNvPr id="11" name="Image 9" descr="preencoded.png"/>
          <p:cNvPicPr>
            <a:picLocks noChangeAspect="1"/>
          </p:cNvPicPr>
          <p:nvPr/>
        </p:nvPicPr>
        <p:blipFill>
          <a:blip r:embed="rId6"/>
          <a:stretch>
            <a:fillRect/>
          </a:stretch>
        </p:blipFill>
        <p:spPr>
          <a:xfrm>
            <a:off x="8631936" y="2356173"/>
            <a:ext cx="2569464" cy="950976"/>
          </a:xfrm>
          <a:prstGeom prst="rect">
            <a:avLst/>
          </a:prstGeom>
        </p:spPr>
      </p:pic>
      <p:pic>
        <p:nvPicPr>
          <p:cNvPr id="12" name="Image 10" descr="preencoded.png"/>
          <p:cNvPicPr>
            <a:picLocks noChangeAspect="1"/>
          </p:cNvPicPr>
          <p:nvPr/>
        </p:nvPicPr>
        <p:blipFill>
          <a:blip r:embed="rId6"/>
          <a:stretch>
            <a:fillRect/>
          </a:stretch>
        </p:blipFill>
        <p:spPr>
          <a:xfrm>
            <a:off x="6135624" y="2342850"/>
            <a:ext cx="2569464" cy="950976"/>
          </a:xfrm>
          <a:prstGeom prst="rect">
            <a:avLst/>
          </a:prstGeom>
        </p:spPr>
      </p:pic>
      <p:pic>
        <p:nvPicPr>
          <p:cNvPr id="13" name="Image 11" descr="preencoded.png"/>
          <p:cNvPicPr>
            <a:picLocks noChangeAspect="1"/>
          </p:cNvPicPr>
          <p:nvPr/>
        </p:nvPicPr>
        <p:blipFill>
          <a:blip r:embed="rId6"/>
          <a:stretch>
            <a:fillRect/>
          </a:stretch>
        </p:blipFill>
        <p:spPr>
          <a:xfrm>
            <a:off x="640080" y="2356173"/>
            <a:ext cx="2569464" cy="950976"/>
          </a:xfrm>
          <a:prstGeom prst="rect">
            <a:avLst/>
          </a:prstGeom>
        </p:spPr>
      </p:pic>
      <p:sp>
        <p:nvSpPr>
          <p:cNvPr id="17" name="Text 0"/>
          <p:cNvSpPr/>
          <p:nvPr/>
        </p:nvSpPr>
        <p:spPr>
          <a:xfrm>
            <a:off x="8869680" y="4939839"/>
            <a:ext cx="2103120" cy="1208529"/>
          </a:xfrm>
          <a:prstGeom prst="rect">
            <a:avLst/>
          </a:prstGeom>
          <a:noFill/>
          <a:ln/>
        </p:spPr>
        <p:txBody>
          <a:bodyPr wrap="square" lIns="0" tIns="0" rIns="0" bIns="0" rtlCol="0" anchor="ctr"/>
          <a:lstStyle/>
          <a:p>
            <a:pPr marL="0" indent="0" algn="ctr">
              <a:lnSpc>
                <a:spcPts val="2780"/>
              </a:lnSpc>
              <a:buNone/>
            </a:pPr>
            <a:endParaRPr lang="en-US" sz="1200" dirty="0">
              <a:latin typeface="+mj-lt"/>
            </a:endParaRPr>
          </a:p>
        </p:txBody>
      </p:sp>
      <p:sp>
        <p:nvSpPr>
          <p:cNvPr id="18" name="Text 1"/>
          <p:cNvSpPr/>
          <p:nvPr/>
        </p:nvSpPr>
        <p:spPr>
          <a:xfrm>
            <a:off x="6501384" y="4217370"/>
            <a:ext cx="1874520" cy="891779"/>
          </a:xfrm>
          <a:prstGeom prst="rect">
            <a:avLst/>
          </a:prstGeom>
          <a:noFill/>
          <a:ln/>
        </p:spPr>
        <p:txBody>
          <a:bodyPr wrap="square" lIns="0" tIns="0" rIns="0" bIns="0" rtlCol="0" anchor="ctr"/>
          <a:lstStyle/>
          <a:p>
            <a:pPr marL="0" indent="0" algn="just">
              <a:buNone/>
            </a:pPr>
            <a:r>
              <a:rPr lang="en-US" sz="2000" b="1" dirty="0">
                <a:solidFill>
                  <a:srgbClr val="03141C"/>
                </a:solidFill>
                <a:latin typeface="Calibri" panose="020F0502020204030204" pitchFamily="34" charset="0"/>
                <a:ea typeface="Arial-Regular" pitchFamily="34" charset="-122"/>
                <a:cs typeface="Calibri" panose="020F0502020204030204" pitchFamily="34" charset="0"/>
              </a:rPr>
              <a:t>Signal Generation</a:t>
            </a:r>
            <a:r>
              <a:rPr lang="en-US" sz="2000" dirty="0">
                <a:solidFill>
                  <a:srgbClr val="03141C"/>
                </a:solidFill>
                <a:latin typeface="Calibri" panose="020F0502020204030204" pitchFamily="34" charset="0"/>
                <a:ea typeface="Arial-Regular" pitchFamily="34" charset="-122"/>
                <a:cs typeface="Calibri" panose="020F0502020204030204" pitchFamily="34" charset="0"/>
              </a:rPr>
              <a:t>: Produces electromagnetic signals, must be suitable for transmission and interpretable by receiver.</a:t>
            </a:r>
            <a:endParaRPr lang="en-US" sz="2000" dirty="0">
              <a:latin typeface="Calibri" panose="020F0502020204030204" pitchFamily="34" charset="0"/>
              <a:cs typeface="Calibri" panose="020F0502020204030204" pitchFamily="34" charset="0"/>
            </a:endParaRPr>
          </a:p>
        </p:txBody>
      </p:sp>
      <p:sp>
        <p:nvSpPr>
          <p:cNvPr id="19" name="Text 2"/>
          <p:cNvSpPr/>
          <p:nvPr/>
        </p:nvSpPr>
        <p:spPr>
          <a:xfrm>
            <a:off x="3675888" y="4994704"/>
            <a:ext cx="2103120" cy="1225295"/>
          </a:xfrm>
          <a:prstGeom prst="rect">
            <a:avLst/>
          </a:prstGeom>
          <a:noFill/>
          <a:ln/>
        </p:spPr>
        <p:txBody>
          <a:bodyPr wrap="square" lIns="0" tIns="0" rIns="0" bIns="0" rtlCol="0" anchor="ctr"/>
          <a:lstStyle/>
          <a:p>
            <a:pPr marL="0" indent="0" algn="ctr">
              <a:lnSpc>
                <a:spcPts val="2780"/>
              </a:lnSpc>
              <a:buNone/>
            </a:pPr>
            <a:r>
              <a:rPr lang="en-US" sz="1200" dirty="0">
                <a:solidFill>
                  <a:srgbClr val="03141C"/>
                </a:solidFill>
                <a:latin typeface="+mj-lt"/>
                <a:ea typeface="Arial-Regular" pitchFamily="34" charset="-122"/>
                <a:cs typeface="Arial-Regular" pitchFamily="34" charset="-120"/>
              </a:rPr>
              <a:t>.</a:t>
            </a:r>
            <a:endParaRPr lang="en-US" sz="1200" dirty="0">
              <a:latin typeface="+mj-lt"/>
            </a:endParaRPr>
          </a:p>
        </p:txBody>
      </p:sp>
      <p:sp>
        <p:nvSpPr>
          <p:cNvPr id="20" name="Text 3"/>
          <p:cNvSpPr/>
          <p:nvPr/>
        </p:nvSpPr>
        <p:spPr>
          <a:xfrm>
            <a:off x="11466576" y="4114800"/>
            <a:ext cx="2103120" cy="1012258"/>
          </a:xfrm>
          <a:prstGeom prst="rect">
            <a:avLst/>
          </a:prstGeom>
          <a:noFill/>
          <a:ln/>
        </p:spPr>
        <p:txBody>
          <a:bodyPr wrap="square" lIns="0" tIns="0" rIns="0" bIns="0" rtlCol="0" anchor="ctr"/>
          <a:lstStyle/>
          <a:p>
            <a:pPr marL="0" indent="0" algn="just">
              <a:buNone/>
            </a:pPr>
            <a:r>
              <a:rPr lang="en-US" sz="2000" b="1" dirty="0">
                <a:solidFill>
                  <a:srgbClr val="03141C"/>
                </a:solidFill>
                <a:latin typeface="Calibri" panose="020F0502020204030204" pitchFamily="34" charset="0"/>
                <a:ea typeface="Arial-Regular" pitchFamily="34" charset="-122"/>
                <a:cs typeface="Calibri" panose="020F0502020204030204" pitchFamily="34" charset="0"/>
              </a:rPr>
              <a:t>Exchange Management</a:t>
            </a:r>
            <a:r>
              <a:rPr lang="en-US" sz="2000" dirty="0">
                <a:solidFill>
                  <a:srgbClr val="03141C"/>
                </a:solidFill>
                <a:latin typeface="Calibri" panose="020F0502020204030204" pitchFamily="34" charset="0"/>
                <a:ea typeface="Arial-Regular" pitchFamily="34" charset="-122"/>
                <a:cs typeface="Calibri" panose="020F0502020204030204" pitchFamily="34" charset="0"/>
              </a:rPr>
              <a:t>: Rules for two-way communication, Includes connection setup, turn-taking, data format, and error handling.</a:t>
            </a:r>
            <a:endParaRPr lang="en-US" sz="2000" dirty="0">
              <a:latin typeface="Calibri" panose="020F0502020204030204" pitchFamily="34" charset="0"/>
              <a:cs typeface="Calibri" panose="020F0502020204030204" pitchFamily="34" charset="0"/>
            </a:endParaRPr>
          </a:p>
        </p:txBody>
      </p:sp>
      <p:sp>
        <p:nvSpPr>
          <p:cNvPr id="21" name="Text 4"/>
          <p:cNvSpPr/>
          <p:nvPr/>
        </p:nvSpPr>
        <p:spPr>
          <a:xfrm>
            <a:off x="7189915" y="4217370"/>
            <a:ext cx="173736" cy="347472"/>
          </a:xfrm>
          <a:prstGeom prst="rect">
            <a:avLst/>
          </a:prstGeom>
          <a:noFill/>
          <a:ln/>
        </p:spPr>
        <p:txBody>
          <a:bodyPr wrap="none" lIns="0" tIns="0" rIns="0" bIns="0" rtlCol="0" anchor="ctr"/>
          <a:lstStyle/>
          <a:p>
            <a:pPr marL="0" indent="0" algn="ctr">
              <a:lnSpc>
                <a:spcPts val="2780"/>
              </a:lnSpc>
              <a:buNone/>
            </a:pPr>
            <a:endParaRPr lang="en-US" sz="2320" dirty="0"/>
          </a:p>
        </p:txBody>
      </p:sp>
      <p:sp>
        <p:nvSpPr>
          <p:cNvPr id="22" name="Text 5"/>
          <p:cNvSpPr/>
          <p:nvPr/>
        </p:nvSpPr>
        <p:spPr>
          <a:xfrm>
            <a:off x="7214108" y="6764306"/>
            <a:ext cx="338328" cy="347472"/>
          </a:xfrm>
          <a:prstGeom prst="rect">
            <a:avLst/>
          </a:prstGeom>
          <a:noFill/>
          <a:ln/>
        </p:spPr>
        <p:txBody>
          <a:bodyPr wrap="none" lIns="0" tIns="0" rIns="0" bIns="0" rtlCol="0" anchor="ctr"/>
          <a:lstStyle/>
          <a:p>
            <a:pPr marL="0" indent="0" algn="ctr">
              <a:lnSpc>
                <a:spcPts val="2780"/>
              </a:lnSpc>
              <a:buNone/>
            </a:pPr>
            <a:endParaRPr lang="en-US" sz="2320" dirty="0"/>
          </a:p>
        </p:txBody>
      </p:sp>
      <p:sp>
        <p:nvSpPr>
          <p:cNvPr id="23" name="Text 6"/>
          <p:cNvSpPr/>
          <p:nvPr/>
        </p:nvSpPr>
        <p:spPr>
          <a:xfrm>
            <a:off x="711200" y="3234896"/>
            <a:ext cx="2394078" cy="2556304"/>
          </a:xfrm>
          <a:prstGeom prst="rect">
            <a:avLst/>
          </a:prstGeom>
          <a:noFill/>
          <a:ln/>
        </p:spPr>
        <p:txBody>
          <a:bodyPr wrap="square" lIns="0" tIns="0" rIns="0" bIns="0" rtlCol="0" anchor="ctr"/>
          <a:lstStyle/>
          <a:p>
            <a:pPr marL="0" indent="0" algn="just">
              <a:buNone/>
            </a:pPr>
            <a:r>
              <a:rPr lang="en-US" sz="2000" b="1" dirty="0">
                <a:solidFill>
                  <a:srgbClr val="03141C"/>
                </a:solidFill>
                <a:latin typeface="Calibri" panose="020F0502020204030204" pitchFamily="34" charset="0"/>
                <a:ea typeface="Arial-Regular" pitchFamily="34" charset="-122"/>
                <a:cs typeface="Calibri" panose="020F0502020204030204" pitchFamily="34" charset="0"/>
              </a:rPr>
              <a:t>Transmission System Utilization</a:t>
            </a:r>
            <a:r>
              <a:rPr lang="en-US" sz="2000" dirty="0">
                <a:solidFill>
                  <a:srgbClr val="03141C"/>
                </a:solidFill>
                <a:latin typeface="Calibri" panose="020F0502020204030204" pitchFamily="34" charset="0"/>
                <a:ea typeface="Arial-Regular" pitchFamily="34" charset="-122"/>
                <a:cs typeface="Calibri" panose="020F0502020204030204" pitchFamily="34" charset="0"/>
              </a:rPr>
              <a:t>: Efficient use of shared transmission facilities, Multiplexing to share capacity.</a:t>
            </a:r>
            <a:endParaRPr lang="en-US" sz="2000" dirty="0">
              <a:latin typeface="Calibri" panose="020F0502020204030204" pitchFamily="34" charset="0"/>
              <a:cs typeface="Calibri" panose="020F0502020204030204" pitchFamily="34" charset="0"/>
            </a:endParaRPr>
          </a:p>
        </p:txBody>
      </p:sp>
      <p:sp>
        <p:nvSpPr>
          <p:cNvPr id="24" name="Text 7"/>
          <p:cNvSpPr/>
          <p:nvPr/>
        </p:nvSpPr>
        <p:spPr>
          <a:xfrm>
            <a:off x="9916668" y="4029038"/>
            <a:ext cx="173736" cy="347472"/>
          </a:xfrm>
          <a:prstGeom prst="rect">
            <a:avLst/>
          </a:prstGeom>
          <a:noFill/>
          <a:ln/>
        </p:spPr>
        <p:txBody>
          <a:bodyPr wrap="none" lIns="0" tIns="0" rIns="0" bIns="0" rtlCol="0" anchor="ctr"/>
          <a:lstStyle/>
          <a:p>
            <a:pPr marL="0" indent="0" algn="ctr">
              <a:lnSpc>
                <a:spcPts val="2780"/>
              </a:lnSpc>
              <a:buNone/>
            </a:pPr>
            <a:endParaRPr lang="en-US" sz="2320" dirty="0"/>
          </a:p>
        </p:txBody>
      </p:sp>
      <p:sp>
        <p:nvSpPr>
          <p:cNvPr id="25" name="Text 8"/>
          <p:cNvSpPr/>
          <p:nvPr/>
        </p:nvSpPr>
        <p:spPr>
          <a:xfrm>
            <a:off x="12262104" y="3974914"/>
            <a:ext cx="338328" cy="347472"/>
          </a:xfrm>
          <a:prstGeom prst="rect">
            <a:avLst/>
          </a:prstGeom>
          <a:noFill/>
          <a:ln/>
        </p:spPr>
        <p:txBody>
          <a:bodyPr wrap="none" lIns="0" tIns="0" rIns="0" bIns="0" rtlCol="0" anchor="ctr"/>
          <a:lstStyle/>
          <a:p>
            <a:pPr marL="0" indent="0" algn="ctr">
              <a:lnSpc>
                <a:spcPts val="2780"/>
              </a:lnSpc>
              <a:buNone/>
            </a:pPr>
            <a:endParaRPr lang="en-US" sz="2320" dirty="0"/>
          </a:p>
        </p:txBody>
      </p:sp>
      <p:sp>
        <p:nvSpPr>
          <p:cNvPr id="26" name="Text 9"/>
          <p:cNvSpPr/>
          <p:nvPr/>
        </p:nvSpPr>
        <p:spPr>
          <a:xfrm>
            <a:off x="4536504" y="6692368"/>
            <a:ext cx="338328" cy="347472"/>
          </a:xfrm>
          <a:prstGeom prst="rect">
            <a:avLst/>
          </a:prstGeom>
          <a:noFill/>
          <a:ln/>
        </p:spPr>
        <p:txBody>
          <a:bodyPr wrap="none" lIns="0" tIns="0" rIns="0" bIns="0" rtlCol="0" anchor="ctr"/>
          <a:lstStyle/>
          <a:p>
            <a:pPr marL="0" indent="0" algn="ctr">
              <a:lnSpc>
                <a:spcPts val="2780"/>
              </a:lnSpc>
              <a:buNone/>
            </a:pPr>
            <a:endParaRPr lang="en-US" sz="2320" dirty="0"/>
          </a:p>
        </p:txBody>
      </p:sp>
      <p:sp>
        <p:nvSpPr>
          <p:cNvPr id="27" name="Text 10"/>
          <p:cNvSpPr/>
          <p:nvPr/>
        </p:nvSpPr>
        <p:spPr>
          <a:xfrm>
            <a:off x="12412980" y="2744100"/>
            <a:ext cx="173736" cy="347472"/>
          </a:xfrm>
          <a:prstGeom prst="rect">
            <a:avLst/>
          </a:prstGeom>
          <a:noFill/>
          <a:ln/>
        </p:spPr>
        <p:txBody>
          <a:bodyPr wrap="none" lIns="0" tIns="0" rIns="0" bIns="0" rtlCol="0" anchor="ctr"/>
          <a:lstStyle/>
          <a:p>
            <a:pPr marL="0" indent="0" algn="ctr">
              <a:lnSpc>
                <a:spcPts val="2780"/>
              </a:lnSpc>
              <a:buNone/>
            </a:pPr>
            <a:r>
              <a:rPr lang="en-US" sz="2320" dirty="0">
                <a:solidFill>
                  <a:srgbClr val="404040"/>
                </a:solidFill>
                <a:latin typeface="Arial-Regular" pitchFamily="34" charset="0"/>
                <a:ea typeface="Arial-Regular" pitchFamily="34" charset="-122"/>
                <a:cs typeface="Arial-Regular" pitchFamily="34" charset="-120"/>
              </a:rPr>
              <a:t>5</a:t>
            </a:r>
            <a:endParaRPr lang="en-US" sz="2320" dirty="0"/>
          </a:p>
        </p:txBody>
      </p:sp>
      <p:sp>
        <p:nvSpPr>
          <p:cNvPr id="28" name="Text 11"/>
          <p:cNvSpPr/>
          <p:nvPr/>
        </p:nvSpPr>
        <p:spPr>
          <a:xfrm>
            <a:off x="1078992" y="4994704"/>
            <a:ext cx="2103120" cy="1225295"/>
          </a:xfrm>
          <a:prstGeom prst="rect">
            <a:avLst/>
          </a:prstGeom>
          <a:noFill/>
          <a:ln/>
        </p:spPr>
        <p:txBody>
          <a:bodyPr wrap="square" lIns="0" tIns="0" rIns="0" bIns="0" rtlCol="0" anchor="ctr"/>
          <a:lstStyle/>
          <a:p>
            <a:pPr marL="0" indent="0" algn="ctr">
              <a:lnSpc>
                <a:spcPts val="2780"/>
              </a:lnSpc>
              <a:buNone/>
            </a:pPr>
            <a:r>
              <a:rPr lang="en-US" sz="1400" dirty="0">
                <a:solidFill>
                  <a:srgbClr val="03141C"/>
                </a:solidFill>
                <a:latin typeface="Arial-Regular" pitchFamily="34" charset="0"/>
                <a:ea typeface="Arial-Regular" pitchFamily="34" charset="-122"/>
                <a:cs typeface="Arial-Regular" pitchFamily="34" charset="-120"/>
              </a:rPr>
              <a:t>.</a:t>
            </a:r>
            <a:endParaRPr lang="en-US" sz="1400" dirty="0"/>
          </a:p>
        </p:txBody>
      </p:sp>
      <p:sp>
        <p:nvSpPr>
          <p:cNvPr id="29" name="Text 12"/>
          <p:cNvSpPr/>
          <p:nvPr/>
        </p:nvSpPr>
        <p:spPr>
          <a:xfrm>
            <a:off x="3637471" y="3417834"/>
            <a:ext cx="2103120" cy="2329759"/>
          </a:xfrm>
          <a:prstGeom prst="rect">
            <a:avLst/>
          </a:prstGeom>
          <a:noFill/>
          <a:ln/>
        </p:spPr>
        <p:txBody>
          <a:bodyPr wrap="square" lIns="0" tIns="0" rIns="0" bIns="0" rtlCol="0" anchor="ctr"/>
          <a:lstStyle/>
          <a:p>
            <a:pPr marL="0" indent="0" algn="just">
              <a:buNone/>
            </a:pPr>
            <a:r>
              <a:rPr lang="en-US" sz="2000" b="1" dirty="0">
                <a:solidFill>
                  <a:srgbClr val="03141C"/>
                </a:solidFill>
                <a:latin typeface="Calibri" panose="020F0502020204030204" pitchFamily="34" charset="0"/>
                <a:ea typeface="Arial-Regular" pitchFamily="34" charset="-122"/>
                <a:cs typeface="Calibri" panose="020F0502020204030204" pitchFamily="34" charset="0"/>
              </a:rPr>
              <a:t>Interfacing</a:t>
            </a:r>
            <a:r>
              <a:rPr lang="en-US" sz="2000" dirty="0">
                <a:solidFill>
                  <a:srgbClr val="03141C"/>
                </a:solidFill>
                <a:latin typeface="Calibri" panose="020F0502020204030204" pitchFamily="34" charset="0"/>
                <a:ea typeface="Arial-Regular" pitchFamily="34" charset="-122"/>
                <a:cs typeface="Calibri" panose="020F0502020204030204" pitchFamily="34" charset="0"/>
              </a:rPr>
              <a:t>: Device must connect to transmission system, ensures compatibility and signal transmission readiness.</a:t>
            </a:r>
            <a:endParaRPr lang="en-US" sz="2000" dirty="0">
              <a:latin typeface="Calibri" panose="020F0502020204030204" pitchFamily="34" charset="0"/>
              <a:cs typeface="Calibri" panose="020F0502020204030204" pitchFamily="34" charset="0"/>
            </a:endParaRPr>
          </a:p>
        </p:txBody>
      </p:sp>
      <p:sp>
        <p:nvSpPr>
          <p:cNvPr id="30" name="Text 13"/>
          <p:cNvSpPr/>
          <p:nvPr/>
        </p:nvSpPr>
        <p:spPr>
          <a:xfrm>
            <a:off x="4611879" y="2702359"/>
            <a:ext cx="173736" cy="347472"/>
          </a:xfrm>
          <a:prstGeom prst="rect">
            <a:avLst/>
          </a:prstGeom>
          <a:noFill/>
          <a:ln/>
        </p:spPr>
        <p:txBody>
          <a:bodyPr wrap="none" lIns="0" tIns="0" rIns="0" bIns="0" rtlCol="0" anchor="ctr"/>
          <a:lstStyle/>
          <a:p>
            <a:pPr marL="0" indent="0" algn="ctr">
              <a:lnSpc>
                <a:spcPts val="2780"/>
              </a:lnSpc>
              <a:buNone/>
            </a:pPr>
            <a:r>
              <a:rPr lang="en-US" sz="2320" dirty="0">
                <a:solidFill>
                  <a:srgbClr val="404040"/>
                </a:solidFill>
                <a:latin typeface="Arial-Regular" pitchFamily="34" charset="0"/>
                <a:ea typeface="Arial-Regular" pitchFamily="34" charset="-122"/>
                <a:cs typeface="Arial-Regular" pitchFamily="34" charset="-120"/>
              </a:rPr>
              <a:t>2</a:t>
            </a:r>
            <a:endParaRPr lang="en-US" sz="2320" dirty="0"/>
          </a:p>
        </p:txBody>
      </p:sp>
      <p:sp>
        <p:nvSpPr>
          <p:cNvPr id="31" name="Text 14"/>
          <p:cNvSpPr/>
          <p:nvPr/>
        </p:nvSpPr>
        <p:spPr>
          <a:xfrm>
            <a:off x="6501384" y="7333489"/>
            <a:ext cx="2103120" cy="907475"/>
          </a:xfrm>
          <a:prstGeom prst="rect">
            <a:avLst/>
          </a:prstGeom>
          <a:noFill/>
          <a:ln/>
        </p:spPr>
        <p:txBody>
          <a:bodyPr wrap="square" lIns="0" tIns="0" rIns="0" bIns="0" rtlCol="0" anchor="ctr"/>
          <a:lstStyle/>
          <a:p>
            <a:pPr marL="0" indent="0" algn="ctr">
              <a:buNone/>
            </a:pPr>
            <a:endParaRPr lang="en-US" sz="1200" dirty="0">
              <a:latin typeface="+mj-lt"/>
            </a:endParaRPr>
          </a:p>
        </p:txBody>
      </p:sp>
      <p:sp>
        <p:nvSpPr>
          <p:cNvPr id="32" name="Text 15"/>
          <p:cNvSpPr/>
          <p:nvPr/>
        </p:nvSpPr>
        <p:spPr>
          <a:xfrm>
            <a:off x="832104" y="649224"/>
            <a:ext cx="12984480" cy="832104"/>
          </a:xfrm>
          <a:prstGeom prst="rect">
            <a:avLst/>
          </a:prstGeom>
          <a:noFill/>
          <a:ln/>
        </p:spPr>
        <p:txBody>
          <a:bodyPr wrap="none" lIns="0" tIns="0" rIns="0" bIns="0" rtlCol="0" anchor="ctr"/>
          <a:lstStyle/>
          <a:p>
            <a:pPr marL="0" indent="0" algn="l">
              <a:lnSpc>
                <a:spcPts val="6500"/>
              </a:lnSpc>
              <a:buNone/>
            </a:pPr>
            <a:r>
              <a:rPr lang="en-US" sz="4640" dirty="0">
                <a:solidFill>
                  <a:srgbClr val="011C2A"/>
                </a:solidFill>
                <a:latin typeface="思源黑体-思源黑体-Bold" pitchFamily="34" charset="0"/>
                <a:ea typeface="思源黑体-思源黑体-Bold" pitchFamily="34" charset="-122"/>
                <a:cs typeface="思源黑体-思源黑体-Bold" pitchFamily="34" charset="-120"/>
              </a:rPr>
              <a:t>Communications Tasks</a:t>
            </a:r>
            <a:endParaRPr lang="en-US" sz="4640" dirty="0"/>
          </a:p>
        </p:txBody>
      </p:sp>
      <p:sp>
        <p:nvSpPr>
          <p:cNvPr id="33" name="Text 16"/>
          <p:cNvSpPr/>
          <p:nvPr/>
        </p:nvSpPr>
        <p:spPr>
          <a:xfrm>
            <a:off x="9868726" y="2744100"/>
            <a:ext cx="173736" cy="347472"/>
          </a:xfrm>
          <a:prstGeom prst="rect">
            <a:avLst/>
          </a:prstGeom>
          <a:noFill/>
          <a:ln/>
        </p:spPr>
        <p:txBody>
          <a:bodyPr wrap="none" lIns="0" tIns="0" rIns="0" bIns="0" rtlCol="0" anchor="ctr"/>
          <a:lstStyle/>
          <a:p>
            <a:pPr marL="0" indent="0" algn="ctr">
              <a:lnSpc>
                <a:spcPts val="2780"/>
              </a:lnSpc>
              <a:buNone/>
            </a:pPr>
            <a:r>
              <a:rPr lang="en-US" sz="2320" dirty="0">
                <a:solidFill>
                  <a:srgbClr val="404040"/>
                </a:solidFill>
                <a:latin typeface="Arial-Regular" pitchFamily="34" charset="0"/>
                <a:ea typeface="Arial-Regular" pitchFamily="34" charset="-122"/>
                <a:cs typeface="Arial-Regular" pitchFamily="34" charset="-120"/>
              </a:rPr>
              <a:t>4</a:t>
            </a:r>
            <a:endParaRPr lang="en-US" sz="2320" dirty="0"/>
          </a:p>
        </p:txBody>
      </p:sp>
      <p:sp>
        <p:nvSpPr>
          <p:cNvPr id="34" name="Text 17"/>
          <p:cNvSpPr/>
          <p:nvPr/>
        </p:nvSpPr>
        <p:spPr>
          <a:xfrm>
            <a:off x="7246620" y="2744100"/>
            <a:ext cx="173736" cy="347472"/>
          </a:xfrm>
          <a:prstGeom prst="rect">
            <a:avLst/>
          </a:prstGeom>
          <a:noFill/>
          <a:ln/>
        </p:spPr>
        <p:txBody>
          <a:bodyPr wrap="none" lIns="0" tIns="0" rIns="0" bIns="0" rtlCol="0" anchor="ctr"/>
          <a:lstStyle/>
          <a:p>
            <a:pPr marL="0" indent="0" algn="ctr">
              <a:lnSpc>
                <a:spcPts val="2780"/>
              </a:lnSpc>
              <a:buNone/>
            </a:pPr>
            <a:r>
              <a:rPr lang="en-US" sz="2320" dirty="0">
                <a:solidFill>
                  <a:srgbClr val="404040"/>
                </a:solidFill>
                <a:latin typeface="Arial-Regular" pitchFamily="34" charset="0"/>
                <a:ea typeface="Arial-Regular" pitchFamily="34" charset="-122"/>
                <a:cs typeface="Arial-Regular" pitchFamily="34" charset="-120"/>
              </a:rPr>
              <a:t>3</a:t>
            </a:r>
            <a:endParaRPr lang="en-US" sz="2320" dirty="0"/>
          </a:p>
        </p:txBody>
      </p:sp>
      <p:sp>
        <p:nvSpPr>
          <p:cNvPr id="35" name="Text 18"/>
          <p:cNvSpPr/>
          <p:nvPr/>
        </p:nvSpPr>
        <p:spPr>
          <a:xfrm>
            <a:off x="1734503" y="2744100"/>
            <a:ext cx="173736" cy="347472"/>
          </a:xfrm>
          <a:prstGeom prst="rect">
            <a:avLst/>
          </a:prstGeom>
          <a:noFill/>
          <a:ln/>
        </p:spPr>
        <p:txBody>
          <a:bodyPr wrap="none" lIns="0" tIns="0" rIns="0" bIns="0" rtlCol="0" anchor="ctr"/>
          <a:lstStyle/>
          <a:p>
            <a:pPr marL="0" indent="0" algn="ctr">
              <a:lnSpc>
                <a:spcPts val="2780"/>
              </a:lnSpc>
              <a:buNone/>
            </a:pPr>
            <a:r>
              <a:rPr lang="en-US" sz="2320" dirty="0">
                <a:solidFill>
                  <a:srgbClr val="404040"/>
                </a:solidFill>
                <a:latin typeface="Arial-Regular" pitchFamily="34" charset="0"/>
                <a:ea typeface="Arial-Regular" pitchFamily="34" charset="-122"/>
                <a:cs typeface="Arial-Regular" pitchFamily="34" charset="-120"/>
              </a:rPr>
              <a:t>1</a:t>
            </a:r>
            <a:endParaRPr lang="en-US" sz="2320" dirty="0"/>
          </a:p>
        </p:txBody>
      </p:sp>
      <p:sp>
        <p:nvSpPr>
          <p:cNvPr id="36" name="Text 19"/>
          <p:cNvSpPr/>
          <p:nvPr/>
        </p:nvSpPr>
        <p:spPr>
          <a:xfrm>
            <a:off x="11466576" y="5149596"/>
            <a:ext cx="2103120" cy="844804"/>
          </a:xfrm>
          <a:prstGeom prst="rect">
            <a:avLst/>
          </a:prstGeom>
          <a:noFill/>
          <a:ln/>
        </p:spPr>
        <p:txBody>
          <a:bodyPr wrap="square" lIns="0" tIns="0" rIns="0" bIns="0" rtlCol="0" anchor="ctr"/>
          <a:lstStyle/>
          <a:p>
            <a:pPr marL="0" indent="0" algn="ctr">
              <a:lnSpc>
                <a:spcPts val="2780"/>
              </a:lnSpc>
              <a:buNone/>
            </a:pPr>
            <a:r>
              <a:rPr lang="en-US" sz="1200" dirty="0">
                <a:solidFill>
                  <a:srgbClr val="03141C"/>
                </a:solidFill>
                <a:latin typeface="+mj-lt"/>
                <a:ea typeface="Arial-Regular" pitchFamily="34" charset="-122"/>
                <a:cs typeface="Arial-Regular" pitchFamily="34" charset="-120"/>
              </a:rPr>
              <a:t>.</a:t>
            </a:r>
            <a:endParaRPr lang="en-US" sz="1200" dirty="0">
              <a:latin typeface="+mj-lt"/>
            </a:endParaRPr>
          </a:p>
        </p:txBody>
      </p:sp>
      <p:sp>
        <p:nvSpPr>
          <p:cNvPr id="37" name="Text 20"/>
          <p:cNvSpPr/>
          <p:nvPr/>
        </p:nvSpPr>
        <p:spPr>
          <a:xfrm>
            <a:off x="1764792" y="6646788"/>
            <a:ext cx="320040" cy="347472"/>
          </a:xfrm>
          <a:prstGeom prst="rect">
            <a:avLst/>
          </a:prstGeom>
          <a:noFill/>
          <a:ln/>
        </p:spPr>
        <p:txBody>
          <a:bodyPr wrap="none" lIns="0" tIns="0" rIns="0" bIns="0" rtlCol="0" anchor="ctr"/>
          <a:lstStyle/>
          <a:p>
            <a:pPr marL="0" indent="0" algn="ctr">
              <a:lnSpc>
                <a:spcPts val="2780"/>
              </a:lnSpc>
              <a:buNone/>
            </a:pPr>
            <a:endParaRPr lang="en-US" sz="2320" dirty="0"/>
          </a:p>
        </p:txBody>
      </p:sp>
      <p:sp>
        <p:nvSpPr>
          <p:cNvPr id="38" name="Text 21"/>
          <p:cNvSpPr/>
          <p:nvPr/>
        </p:nvSpPr>
        <p:spPr>
          <a:xfrm>
            <a:off x="1874520" y="4260918"/>
            <a:ext cx="173736" cy="347472"/>
          </a:xfrm>
          <a:prstGeom prst="rect">
            <a:avLst/>
          </a:prstGeom>
          <a:noFill/>
          <a:ln/>
        </p:spPr>
        <p:txBody>
          <a:bodyPr wrap="none" lIns="0" tIns="0" rIns="0" bIns="0" rtlCol="0" anchor="ctr"/>
          <a:lstStyle/>
          <a:p>
            <a:pPr marL="0" indent="0" algn="ctr">
              <a:lnSpc>
                <a:spcPts val="2780"/>
              </a:lnSpc>
              <a:buNone/>
            </a:pPr>
            <a:endParaRPr lang="en-US" sz="2320" dirty="0"/>
          </a:p>
        </p:txBody>
      </p:sp>
      <p:sp>
        <p:nvSpPr>
          <p:cNvPr id="39" name="Text 22"/>
          <p:cNvSpPr/>
          <p:nvPr/>
        </p:nvSpPr>
        <p:spPr>
          <a:xfrm>
            <a:off x="4476560" y="4235242"/>
            <a:ext cx="173736" cy="347472"/>
          </a:xfrm>
          <a:prstGeom prst="rect">
            <a:avLst/>
          </a:prstGeom>
          <a:noFill/>
          <a:ln/>
        </p:spPr>
        <p:txBody>
          <a:bodyPr wrap="none" lIns="0" tIns="0" rIns="0" bIns="0" rtlCol="0" anchor="ctr"/>
          <a:lstStyle/>
          <a:p>
            <a:pPr marL="0" indent="0" algn="ctr">
              <a:lnSpc>
                <a:spcPts val="2780"/>
              </a:lnSpc>
              <a:buNone/>
            </a:pPr>
            <a:endParaRPr lang="en-US" sz="2320" dirty="0"/>
          </a:p>
        </p:txBody>
      </p:sp>
      <p:sp>
        <p:nvSpPr>
          <p:cNvPr id="40" name="Text 23"/>
          <p:cNvSpPr/>
          <p:nvPr/>
        </p:nvSpPr>
        <p:spPr>
          <a:xfrm>
            <a:off x="6272784" y="4823046"/>
            <a:ext cx="2103120" cy="1396953"/>
          </a:xfrm>
          <a:prstGeom prst="rect">
            <a:avLst/>
          </a:prstGeom>
          <a:noFill/>
          <a:ln/>
        </p:spPr>
        <p:txBody>
          <a:bodyPr wrap="square" lIns="0" tIns="0" rIns="0" bIns="0" rtlCol="0" anchor="ctr"/>
          <a:lstStyle/>
          <a:p>
            <a:pPr marL="0" indent="0" algn="ctr">
              <a:lnSpc>
                <a:spcPts val="2780"/>
              </a:lnSpc>
              <a:buNone/>
            </a:pPr>
            <a:endParaRPr lang="en-US" sz="1200" dirty="0">
              <a:latin typeface="+mj-lt"/>
            </a:endParaRPr>
          </a:p>
        </p:txBody>
      </p:sp>
      <p:sp>
        <p:nvSpPr>
          <p:cNvPr id="41" name="Text 24"/>
          <p:cNvSpPr/>
          <p:nvPr/>
        </p:nvSpPr>
        <p:spPr>
          <a:xfrm>
            <a:off x="9064434" y="3646007"/>
            <a:ext cx="1903793" cy="1924765"/>
          </a:xfrm>
          <a:prstGeom prst="rect">
            <a:avLst/>
          </a:prstGeom>
          <a:noFill/>
          <a:ln/>
        </p:spPr>
        <p:txBody>
          <a:bodyPr wrap="square" lIns="0" tIns="0" rIns="0" bIns="0" rtlCol="0" anchor="ctr"/>
          <a:lstStyle/>
          <a:p>
            <a:pPr marL="0" indent="0" algn="just">
              <a:buNone/>
            </a:pPr>
            <a:r>
              <a:rPr lang="en-US" sz="2000" b="1" dirty="0">
                <a:solidFill>
                  <a:srgbClr val="03141C"/>
                </a:solidFill>
                <a:latin typeface="Calibri" panose="020F0502020204030204" pitchFamily="34" charset="0"/>
                <a:ea typeface="Arial-Regular" pitchFamily="34" charset="-122"/>
                <a:cs typeface="Calibri" panose="020F0502020204030204" pitchFamily="34" charset="0"/>
              </a:rPr>
              <a:t>Synchronization</a:t>
            </a:r>
            <a:r>
              <a:rPr lang="en-US" sz="2000" dirty="0">
                <a:solidFill>
                  <a:srgbClr val="03141C"/>
                </a:solidFill>
                <a:latin typeface="Calibri" panose="020F0502020204030204" pitchFamily="34" charset="0"/>
                <a:ea typeface="Arial-Regular" pitchFamily="34" charset="-122"/>
                <a:cs typeface="Calibri" panose="020F0502020204030204" pitchFamily="34" charset="0"/>
              </a:rPr>
              <a:t>: Receiver must recognize signal start, end, and timing - Essential for accurate data interpretation.</a:t>
            </a:r>
            <a:endParaRPr lang="en-US" sz="2000" dirty="0">
              <a:latin typeface="Calibri" panose="020F0502020204030204" pitchFamily="34" charset="0"/>
              <a:cs typeface="Calibri" panose="020F0502020204030204" pitchFamily="34" charset="0"/>
            </a:endParaRPr>
          </a:p>
        </p:txBody>
      </p:sp>
      <p:sp>
        <p:nvSpPr>
          <p:cNvPr id="42" name="Text 25"/>
          <p:cNvSpPr/>
          <p:nvPr/>
        </p:nvSpPr>
        <p:spPr>
          <a:xfrm>
            <a:off x="3675888" y="7333488"/>
            <a:ext cx="2103120" cy="958894"/>
          </a:xfrm>
          <a:prstGeom prst="rect">
            <a:avLst/>
          </a:prstGeom>
          <a:noFill/>
          <a:ln/>
        </p:spPr>
        <p:txBody>
          <a:bodyPr wrap="square" lIns="0" tIns="0" rIns="0" bIns="0" rtlCol="0" anchor="ctr"/>
          <a:lstStyle/>
          <a:p>
            <a:pPr marL="0" indent="0" algn="ctr">
              <a:buNone/>
            </a:pPr>
            <a:endParaRPr lang="en-US" sz="1850" dirty="0">
              <a:latin typeface="+mj-lt"/>
            </a:endParaRPr>
          </a:p>
        </p:txBody>
      </p:sp>
      <p:sp>
        <p:nvSpPr>
          <p:cNvPr id="43" name="Text 26"/>
          <p:cNvSpPr/>
          <p:nvPr/>
        </p:nvSpPr>
        <p:spPr>
          <a:xfrm>
            <a:off x="893826" y="7407540"/>
            <a:ext cx="2288286" cy="884842"/>
          </a:xfrm>
          <a:prstGeom prst="rect">
            <a:avLst/>
          </a:prstGeom>
          <a:noFill/>
          <a:ln/>
        </p:spPr>
        <p:txBody>
          <a:bodyPr wrap="square" lIns="0" tIns="0" rIns="0" bIns="0" rtlCol="0" anchor="ctr"/>
          <a:lstStyle/>
          <a:p>
            <a:pPr marL="0" indent="0" algn="ctr">
              <a:buNone/>
            </a:pPr>
            <a:endParaRPr lang="en-US" sz="1200" dirty="0">
              <a:latin typeface="+mj-lt"/>
            </a:endParaRPr>
          </a:p>
        </p:txBody>
      </p:sp>
      <p:sp>
        <p:nvSpPr>
          <p:cNvPr id="44" name="Slide Number Placeholder 43">
            <a:extLst>
              <a:ext uri="{FF2B5EF4-FFF2-40B4-BE49-F238E27FC236}">
                <a16:creationId xmlns:a16="http://schemas.microsoft.com/office/drawing/2014/main" xmlns="" id="{53C96D45-A74F-4FA3-905C-75CF9B8F1F70}"/>
              </a:ext>
            </a:extLst>
          </p:cNvPr>
          <p:cNvSpPr>
            <a:spLocks noGrp="1"/>
          </p:cNvSpPr>
          <p:nvPr>
            <p:ph type="sldNum" sz="quarter" idx="12"/>
          </p:nvPr>
        </p:nvSpPr>
        <p:spPr/>
        <p:txBody>
          <a:bodyPr/>
          <a:lstStyle/>
          <a:p>
            <a:fld id="{EBE830D9-24CA-4274-959B-A0405615DCE4}" type="slidenum">
              <a:rPr lang="en-IN" smtClean="0"/>
              <a:pPr/>
              <a:t>7</a:t>
            </a:fld>
            <a:endParaRPr lang="en-IN" dirty="0"/>
          </a:p>
        </p:txBody>
      </p:sp>
      <p:pic>
        <p:nvPicPr>
          <p:cNvPr id="47" name="Picture 46">
            <a:extLst>
              <a:ext uri="{FF2B5EF4-FFF2-40B4-BE49-F238E27FC236}">
                <a16:creationId xmlns:a16="http://schemas.microsoft.com/office/drawing/2014/main" xmlns="" id="{53C6113B-2519-45B6-8131-357368015BC2}"/>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1887201" y="7386321"/>
            <a:ext cx="2661920" cy="6794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2" descr="preencoded.png"/>
          <p:cNvPicPr>
            <a:picLocks noChangeAspect="1"/>
          </p:cNvPicPr>
          <p:nvPr/>
        </p:nvPicPr>
        <p:blipFill>
          <a:blip r:embed="rId3"/>
          <a:stretch>
            <a:fillRect/>
          </a:stretch>
        </p:blipFill>
        <p:spPr>
          <a:xfrm>
            <a:off x="6300216" y="2110648"/>
            <a:ext cx="2569464" cy="950976"/>
          </a:xfrm>
          <a:prstGeom prst="rect">
            <a:avLst/>
          </a:prstGeom>
        </p:spPr>
      </p:pic>
      <p:pic>
        <p:nvPicPr>
          <p:cNvPr id="6" name="Image 4" descr="preencoded.png"/>
          <p:cNvPicPr>
            <a:picLocks noChangeAspect="1"/>
          </p:cNvPicPr>
          <p:nvPr/>
        </p:nvPicPr>
        <p:blipFill>
          <a:blip r:embed="rId3"/>
          <a:stretch>
            <a:fillRect/>
          </a:stretch>
        </p:blipFill>
        <p:spPr>
          <a:xfrm>
            <a:off x="9015938" y="2137203"/>
            <a:ext cx="2569464" cy="950976"/>
          </a:xfrm>
          <a:prstGeom prst="rect">
            <a:avLst/>
          </a:prstGeom>
        </p:spPr>
      </p:pic>
      <p:pic>
        <p:nvPicPr>
          <p:cNvPr id="7" name="Image 5" descr="preencoded.png"/>
          <p:cNvPicPr>
            <a:picLocks noChangeAspect="1"/>
          </p:cNvPicPr>
          <p:nvPr/>
        </p:nvPicPr>
        <p:blipFill>
          <a:blip r:embed="rId4"/>
          <a:stretch>
            <a:fillRect/>
          </a:stretch>
        </p:blipFill>
        <p:spPr>
          <a:xfrm>
            <a:off x="11635250" y="2130552"/>
            <a:ext cx="2569464" cy="950976"/>
          </a:xfrm>
          <a:prstGeom prst="rect">
            <a:avLst/>
          </a:prstGeom>
        </p:spPr>
      </p:pic>
      <p:pic>
        <p:nvPicPr>
          <p:cNvPr id="15" name="Image 13" descr="preencoded.png"/>
          <p:cNvPicPr>
            <a:picLocks noChangeAspect="1"/>
          </p:cNvPicPr>
          <p:nvPr/>
        </p:nvPicPr>
        <p:blipFill>
          <a:blip r:embed="rId3"/>
          <a:stretch>
            <a:fillRect/>
          </a:stretch>
        </p:blipFill>
        <p:spPr>
          <a:xfrm>
            <a:off x="753237" y="2130552"/>
            <a:ext cx="2569464" cy="950976"/>
          </a:xfrm>
          <a:prstGeom prst="rect">
            <a:avLst/>
          </a:prstGeom>
        </p:spPr>
      </p:pic>
      <p:pic>
        <p:nvPicPr>
          <p:cNvPr id="16" name="Image 14" descr="preencoded.png"/>
          <p:cNvPicPr>
            <a:picLocks noChangeAspect="1"/>
          </p:cNvPicPr>
          <p:nvPr/>
        </p:nvPicPr>
        <p:blipFill>
          <a:blip r:embed="rId3"/>
          <a:stretch>
            <a:fillRect/>
          </a:stretch>
        </p:blipFill>
        <p:spPr>
          <a:xfrm>
            <a:off x="3675888" y="2146394"/>
            <a:ext cx="2569464" cy="950976"/>
          </a:xfrm>
          <a:prstGeom prst="rect">
            <a:avLst/>
          </a:prstGeom>
        </p:spPr>
      </p:pic>
      <p:sp>
        <p:nvSpPr>
          <p:cNvPr id="17" name="Text 0"/>
          <p:cNvSpPr/>
          <p:nvPr/>
        </p:nvSpPr>
        <p:spPr>
          <a:xfrm>
            <a:off x="9015938" y="3962401"/>
            <a:ext cx="1956862" cy="1563668"/>
          </a:xfrm>
          <a:prstGeom prst="rect">
            <a:avLst/>
          </a:prstGeom>
          <a:noFill/>
          <a:ln/>
        </p:spPr>
        <p:txBody>
          <a:bodyPr wrap="square" lIns="0" tIns="0" rIns="0" bIns="0" rtlCol="0" anchor="ctr"/>
          <a:lstStyle/>
          <a:p>
            <a:pPr marL="0" indent="0">
              <a:lnSpc>
                <a:spcPts val="2780"/>
              </a:lnSpc>
              <a:buNone/>
            </a:pPr>
            <a:r>
              <a:rPr lang="en-US" sz="2400" b="1" dirty="0">
                <a:solidFill>
                  <a:srgbClr val="03141C"/>
                </a:solidFill>
                <a:latin typeface="Calibri" panose="020F0502020204030204" pitchFamily="34" charset="0"/>
                <a:ea typeface="Arial-Regular" pitchFamily="34" charset="-122"/>
                <a:cs typeface="Calibri" panose="020F0502020204030204" pitchFamily="34" charset="0"/>
              </a:rPr>
              <a:t>    </a:t>
            </a:r>
          </a:p>
          <a:p>
            <a:pPr marL="0" indent="0">
              <a:lnSpc>
                <a:spcPts val="2780"/>
              </a:lnSpc>
              <a:buNone/>
            </a:pPr>
            <a:r>
              <a:rPr lang="en-US" sz="2400" b="1" dirty="0">
                <a:solidFill>
                  <a:srgbClr val="03141C"/>
                </a:solidFill>
                <a:latin typeface="Calibri" panose="020F0502020204030204" pitchFamily="34" charset="0"/>
                <a:ea typeface="Arial-Regular" pitchFamily="34" charset="-122"/>
                <a:cs typeface="Calibri" panose="020F0502020204030204" pitchFamily="34" charset="0"/>
              </a:rPr>
              <a:t>Routing</a:t>
            </a:r>
            <a:r>
              <a:rPr lang="en-US" sz="2400" dirty="0">
                <a:solidFill>
                  <a:srgbClr val="03141C"/>
                </a:solidFill>
                <a:latin typeface="Calibri" panose="020F0502020204030204" pitchFamily="34" charset="0"/>
                <a:ea typeface="Arial-Regular" pitchFamily="34" charset="-122"/>
                <a:cs typeface="Calibri" panose="020F0502020204030204" pitchFamily="34" charset="0"/>
              </a:rPr>
              <a:t>: Chooses path through the network, may involve dynamic path selection in large networks.</a:t>
            </a:r>
            <a:endParaRPr lang="en-US" sz="2400" dirty="0">
              <a:latin typeface="Calibri" panose="020F0502020204030204" pitchFamily="34" charset="0"/>
              <a:cs typeface="Calibri" panose="020F0502020204030204" pitchFamily="34" charset="0"/>
            </a:endParaRPr>
          </a:p>
        </p:txBody>
      </p:sp>
      <p:sp>
        <p:nvSpPr>
          <p:cNvPr id="19" name="Text 2"/>
          <p:cNvSpPr/>
          <p:nvPr/>
        </p:nvSpPr>
        <p:spPr>
          <a:xfrm>
            <a:off x="3657600" y="3097370"/>
            <a:ext cx="2121408" cy="2500329"/>
          </a:xfrm>
          <a:prstGeom prst="rect">
            <a:avLst/>
          </a:prstGeom>
          <a:noFill/>
          <a:ln/>
        </p:spPr>
        <p:txBody>
          <a:bodyPr wrap="square" lIns="0" tIns="0" rIns="0" bIns="0" rtlCol="0" anchor="ctr"/>
          <a:lstStyle/>
          <a:p>
            <a:pPr marL="0" indent="0" algn="ctr">
              <a:lnSpc>
                <a:spcPts val="2780"/>
              </a:lnSpc>
              <a:buNone/>
            </a:pPr>
            <a:endParaRPr lang="en-US" sz="2400" b="1" dirty="0">
              <a:solidFill>
                <a:srgbClr val="03141C"/>
              </a:solidFill>
              <a:latin typeface="Calibri" panose="020F0502020204030204" pitchFamily="34" charset="0"/>
              <a:ea typeface="Arial-Regular" pitchFamily="34" charset="-122"/>
              <a:cs typeface="Calibri" panose="020F0502020204030204" pitchFamily="34" charset="0"/>
            </a:endParaRPr>
          </a:p>
          <a:p>
            <a:pPr marL="0" indent="0" algn="ctr">
              <a:lnSpc>
                <a:spcPts val="2780"/>
              </a:lnSpc>
              <a:buNone/>
            </a:pPr>
            <a:endParaRPr lang="en-US" sz="2400" b="1" dirty="0">
              <a:solidFill>
                <a:srgbClr val="03141C"/>
              </a:solidFill>
              <a:latin typeface="Calibri" panose="020F0502020204030204" pitchFamily="34" charset="0"/>
              <a:ea typeface="Arial-Regular" pitchFamily="34" charset="-122"/>
              <a:cs typeface="Calibri" panose="020F0502020204030204" pitchFamily="34" charset="0"/>
            </a:endParaRPr>
          </a:p>
          <a:p>
            <a:pPr marL="0" indent="0" algn="ctr">
              <a:lnSpc>
                <a:spcPts val="2780"/>
              </a:lnSpc>
              <a:buNone/>
            </a:pPr>
            <a:endParaRPr lang="en-US" sz="2400" b="1" dirty="0">
              <a:solidFill>
                <a:srgbClr val="03141C"/>
              </a:solidFill>
              <a:latin typeface="Calibri" panose="020F0502020204030204" pitchFamily="34" charset="0"/>
              <a:ea typeface="Arial-Regular" pitchFamily="34" charset="-122"/>
              <a:cs typeface="Calibri" panose="020F0502020204030204" pitchFamily="34" charset="0"/>
            </a:endParaRPr>
          </a:p>
          <a:p>
            <a:pPr marL="0" indent="0" algn="ctr">
              <a:lnSpc>
                <a:spcPts val="2780"/>
              </a:lnSpc>
              <a:buNone/>
            </a:pPr>
            <a:endParaRPr lang="en-US" sz="2400" b="1" dirty="0">
              <a:solidFill>
                <a:srgbClr val="03141C"/>
              </a:solidFill>
              <a:latin typeface="Calibri" panose="020F0502020204030204" pitchFamily="34" charset="0"/>
              <a:ea typeface="Arial-Regular" pitchFamily="34" charset="-122"/>
              <a:cs typeface="Calibri" panose="020F0502020204030204" pitchFamily="34" charset="0"/>
            </a:endParaRPr>
          </a:p>
          <a:p>
            <a:pPr marL="0" indent="0">
              <a:lnSpc>
                <a:spcPts val="2780"/>
              </a:lnSpc>
              <a:buNone/>
            </a:pPr>
            <a:r>
              <a:rPr lang="en-US" sz="2400" b="1" dirty="0">
                <a:solidFill>
                  <a:srgbClr val="03141C"/>
                </a:solidFill>
                <a:latin typeface="Calibri" panose="020F0502020204030204" pitchFamily="34" charset="0"/>
                <a:ea typeface="Arial-Regular" pitchFamily="34" charset="-122"/>
                <a:cs typeface="Calibri" panose="020F0502020204030204" pitchFamily="34" charset="0"/>
              </a:rPr>
              <a:t>Flow Control</a:t>
            </a:r>
            <a:r>
              <a:rPr lang="en-US" sz="2400" dirty="0">
                <a:solidFill>
                  <a:srgbClr val="03141C"/>
                </a:solidFill>
                <a:latin typeface="Calibri" panose="020F0502020204030204" pitchFamily="34" charset="0"/>
                <a:ea typeface="Arial-Regular" pitchFamily="34" charset="-122"/>
                <a:cs typeface="Calibri" panose="020F0502020204030204" pitchFamily="34" charset="0"/>
              </a:rPr>
              <a:t>: Prevents sender from overwhelming the receiver, manages data transfer rate between systems.</a:t>
            </a:r>
            <a:endParaRPr lang="en-US" sz="2400" dirty="0">
              <a:latin typeface="Calibri" panose="020F0502020204030204" pitchFamily="34" charset="0"/>
              <a:cs typeface="Calibri" panose="020F0502020204030204" pitchFamily="34" charset="0"/>
            </a:endParaRPr>
          </a:p>
        </p:txBody>
      </p:sp>
      <p:sp>
        <p:nvSpPr>
          <p:cNvPr id="21" name="Text 4"/>
          <p:cNvSpPr/>
          <p:nvPr/>
        </p:nvSpPr>
        <p:spPr>
          <a:xfrm>
            <a:off x="7367533" y="2448146"/>
            <a:ext cx="173736" cy="347472"/>
          </a:xfrm>
          <a:prstGeom prst="rect">
            <a:avLst/>
          </a:prstGeom>
          <a:noFill/>
          <a:ln/>
        </p:spPr>
        <p:txBody>
          <a:bodyPr wrap="none" lIns="0" tIns="0" rIns="0" bIns="0" rtlCol="0" anchor="ctr"/>
          <a:lstStyle/>
          <a:p>
            <a:pPr marL="0" indent="0" algn="ctr">
              <a:lnSpc>
                <a:spcPts val="2780"/>
              </a:lnSpc>
              <a:buNone/>
            </a:pPr>
            <a:r>
              <a:rPr lang="en-US" sz="2320" dirty="0">
                <a:solidFill>
                  <a:srgbClr val="404040"/>
                </a:solidFill>
                <a:latin typeface="Arial-Regular" pitchFamily="34" charset="0"/>
                <a:ea typeface="Arial-Regular" pitchFamily="34" charset="-122"/>
                <a:cs typeface="Arial-Regular" pitchFamily="34" charset="-120"/>
              </a:rPr>
              <a:t>8</a:t>
            </a:r>
            <a:endParaRPr lang="en-US" sz="2320" dirty="0"/>
          </a:p>
        </p:txBody>
      </p:sp>
      <p:sp>
        <p:nvSpPr>
          <p:cNvPr id="22" name="Text 5"/>
          <p:cNvSpPr/>
          <p:nvPr/>
        </p:nvSpPr>
        <p:spPr>
          <a:xfrm>
            <a:off x="7214108" y="6764306"/>
            <a:ext cx="338328" cy="347472"/>
          </a:xfrm>
          <a:prstGeom prst="rect">
            <a:avLst/>
          </a:prstGeom>
          <a:noFill/>
          <a:ln/>
        </p:spPr>
        <p:txBody>
          <a:bodyPr wrap="none" lIns="0" tIns="0" rIns="0" bIns="0" rtlCol="0" anchor="ctr"/>
          <a:lstStyle/>
          <a:p>
            <a:pPr marL="0" indent="0" algn="ctr">
              <a:lnSpc>
                <a:spcPts val="2780"/>
              </a:lnSpc>
              <a:buNone/>
            </a:pPr>
            <a:endParaRPr lang="en-US" sz="2320" dirty="0"/>
          </a:p>
        </p:txBody>
      </p:sp>
      <p:sp>
        <p:nvSpPr>
          <p:cNvPr id="24" name="Text 7"/>
          <p:cNvSpPr/>
          <p:nvPr/>
        </p:nvSpPr>
        <p:spPr>
          <a:xfrm>
            <a:off x="9991861" y="2469943"/>
            <a:ext cx="173736" cy="347472"/>
          </a:xfrm>
          <a:prstGeom prst="rect">
            <a:avLst/>
          </a:prstGeom>
          <a:noFill/>
          <a:ln/>
        </p:spPr>
        <p:txBody>
          <a:bodyPr wrap="none" lIns="0" tIns="0" rIns="0" bIns="0" rtlCol="0" anchor="ctr"/>
          <a:lstStyle/>
          <a:p>
            <a:pPr marL="0" indent="0" algn="ctr">
              <a:lnSpc>
                <a:spcPts val="2780"/>
              </a:lnSpc>
              <a:buNone/>
            </a:pPr>
            <a:r>
              <a:rPr lang="en-US" sz="2320" dirty="0">
                <a:solidFill>
                  <a:srgbClr val="404040"/>
                </a:solidFill>
                <a:latin typeface="Arial-Regular" pitchFamily="34" charset="0"/>
                <a:ea typeface="Arial-Regular" pitchFamily="34" charset="-122"/>
                <a:cs typeface="Arial-Regular" pitchFamily="34" charset="-120"/>
              </a:rPr>
              <a:t>9</a:t>
            </a:r>
            <a:endParaRPr lang="en-US" sz="2320" dirty="0"/>
          </a:p>
        </p:txBody>
      </p:sp>
      <p:sp>
        <p:nvSpPr>
          <p:cNvPr id="25" name="Text 8"/>
          <p:cNvSpPr/>
          <p:nvPr/>
        </p:nvSpPr>
        <p:spPr>
          <a:xfrm>
            <a:off x="12683236" y="2498946"/>
            <a:ext cx="338328" cy="347472"/>
          </a:xfrm>
          <a:prstGeom prst="rect">
            <a:avLst/>
          </a:prstGeom>
          <a:noFill/>
          <a:ln/>
        </p:spPr>
        <p:txBody>
          <a:bodyPr wrap="none" lIns="0" tIns="0" rIns="0" bIns="0" rtlCol="0" anchor="ctr"/>
          <a:lstStyle/>
          <a:p>
            <a:pPr marL="0" indent="0" algn="ctr">
              <a:lnSpc>
                <a:spcPts val="2780"/>
              </a:lnSpc>
              <a:buNone/>
            </a:pPr>
            <a:r>
              <a:rPr lang="en-US" sz="2320" dirty="0">
                <a:solidFill>
                  <a:srgbClr val="404040"/>
                </a:solidFill>
                <a:latin typeface="Arial-Regular" pitchFamily="34" charset="0"/>
                <a:ea typeface="Arial-Regular" pitchFamily="34" charset="-122"/>
                <a:cs typeface="Arial-Regular" pitchFamily="34" charset="-120"/>
              </a:rPr>
              <a:t>10</a:t>
            </a:r>
            <a:endParaRPr lang="en-US" sz="2320" dirty="0"/>
          </a:p>
        </p:txBody>
      </p:sp>
      <p:sp>
        <p:nvSpPr>
          <p:cNvPr id="26" name="Text 9"/>
          <p:cNvSpPr/>
          <p:nvPr/>
        </p:nvSpPr>
        <p:spPr>
          <a:xfrm>
            <a:off x="4536504" y="6692368"/>
            <a:ext cx="338328" cy="347472"/>
          </a:xfrm>
          <a:prstGeom prst="rect">
            <a:avLst/>
          </a:prstGeom>
          <a:noFill/>
          <a:ln/>
        </p:spPr>
        <p:txBody>
          <a:bodyPr wrap="none" lIns="0" tIns="0" rIns="0" bIns="0" rtlCol="0" anchor="ctr"/>
          <a:lstStyle/>
          <a:p>
            <a:pPr marL="0" indent="0" algn="ctr">
              <a:lnSpc>
                <a:spcPts val="2780"/>
              </a:lnSpc>
              <a:buNone/>
            </a:pPr>
            <a:endParaRPr lang="en-US" sz="2320" dirty="0"/>
          </a:p>
        </p:txBody>
      </p:sp>
      <p:sp>
        <p:nvSpPr>
          <p:cNvPr id="28" name="Text 11"/>
          <p:cNvSpPr/>
          <p:nvPr/>
        </p:nvSpPr>
        <p:spPr>
          <a:xfrm>
            <a:off x="1060704" y="4114800"/>
            <a:ext cx="2121408" cy="1482899"/>
          </a:xfrm>
          <a:prstGeom prst="rect">
            <a:avLst/>
          </a:prstGeom>
          <a:noFill/>
          <a:ln/>
        </p:spPr>
        <p:txBody>
          <a:bodyPr wrap="square" lIns="0" tIns="0" rIns="0" bIns="0" rtlCol="0" anchor="ctr"/>
          <a:lstStyle/>
          <a:p>
            <a:pPr marL="0" indent="0">
              <a:lnSpc>
                <a:spcPts val="2780"/>
              </a:lnSpc>
              <a:buNone/>
            </a:pPr>
            <a:r>
              <a:rPr lang="en-US" sz="2400" b="1" dirty="0">
                <a:solidFill>
                  <a:srgbClr val="03141C"/>
                </a:solidFill>
                <a:latin typeface="Calibri" panose="020F0502020204030204" pitchFamily="34" charset="0"/>
                <a:ea typeface="Arial-Regular" pitchFamily="34" charset="-122"/>
                <a:cs typeface="Calibri" panose="020F0502020204030204" pitchFamily="34" charset="0"/>
              </a:rPr>
              <a:t>Error Detection and Correction</a:t>
            </a:r>
            <a:r>
              <a:rPr lang="en-US" sz="2400" dirty="0">
                <a:solidFill>
                  <a:srgbClr val="03141C"/>
                </a:solidFill>
                <a:latin typeface="Calibri" panose="020F0502020204030204" pitchFamily="34" charset="0"/>
                <a:ea typeface="Arial-Regular" pitchFamily="34" charset="-122"/>
                <a:cs typeface="Calibri" panose="020F0502020204030204" pitchFamily="34" charset="0"/>
              </a:rPr>
              <a:t>: Ensures data integrity, detects and corrects distorted or lost data during transmission.</a:t>
            </a:r>
            <a:endParaRPr lang="en-US" sz="2400" dirty="0">
              <a:latin typeface="Calibri" panose="020F0502020204030204" pitchFamily="34" charset="0"/>
              <a:cs typeface="Calibri" panose="020F0502020204030204" pitchFamily="34" charset="0"/>
            </a:endParaRPr>
          </a:p>
        </p:txBody>
      </p:sp>
      <p:sp>
        <p:nvSpPr>
          <p:cNvPr id="30" name="Text 13"/>
          <p:cNvSpPr/>
          <p:nvPr/>
        </p:nvSpPr>
        <p:spPr>
          <a:xfrm>
            <a:off x="4636008" y="2057400"/>
            <a:ext cx="173736" cy="347472"/>
          </a:xfrm>
          <a:prstGeom prst="rect">
            <a:avLst/>
          </a:prstGeom>
          <a:noFill/>
          <a:ln/>
        </p:spPr>
        <p:txBody>
          <a:bodyPr wrap="none" lIns="0" tIns="0" rIns="0" bIns="0" rtlCol="0" anchor="ctr"/>
          <a:lstStyle/>
          <a:p>
            <a:pPr marL="0" indent="0" algn="ctr">
              <a:lnSpc>
                <a:spcPts val="2780"/>
              </a:lnSpc>
              <a:buNone/>
            </a:pPr>
            <a:endParaRPr lang="en-US" sz="2320" dirty="0"/>
          </a:p>
        </p:txBody>
      </p:sp>
      <p:sp>
        <p:nvSpPr>
          <p:cNvPr id="32" name="Text 15"/>
          <p:cNvSpPr/>
          <p:nvPr/>
        </p:nvSpPr>
        <p:spPr>
          <a:xfrm>
            <a:off x="832104" y="649224"/>
            <a:ext cx="12984480" cy="832104"/>
          </a:xfrm>
          <a:prstGeom prst="rect">
            <a:avLst/>
          </a:prstGeom>
          <a:noFill/>
          <a:ln/>
        </p:spPr>
        <p:txBody>
          <a:bodyPr wrap="none" lIns="0" tIns="0" rIns="0" bIns="0" rtlCol="0" anchor="ctr"/>
          <a:lstStyle/>
          <a:p>
            <a:pPr marL="0" indent="0" algn="l">
              <a:lnSpc>
                <a:spcPts val="6500"/>
              </a:lnSpc>
              <a:buNone/>
            </a:pPr>
            <a:r>
              <a:rPr lang="en-US" sz="4640" dirty="0">
                <a:solidFill>
                  <a:srgbClr val="011C2A"/>
                </a:solidFill>
                <a:latin typeface="Cambria" panose="02040503050406030204" pitchFamily="18" charset="0"/>
                <a:ea typeface="Cambria" panose="02040503050406030204" pitchFamily="18" charset="0"/>
                <a:cs typeface="思源黑体-思源黑体-Bold" pitchFamily="34" charset="-120"/>
              </a:rPr>
              <a:t>Communications</a:t>
            </a:r>
            <a:r>
              <a:rPr lang="en-US" sz="4640" dirty="0">
                <a:solidFill>
                  <a:srgbClr val="011C2A"/>
                </a:solidFill>
                <a:latin typeface="思源黑体-思源黑体-Bold" pitchFamily="34" charset="0"/>
                <a:ea typeface="思源黑体-思源黑体-Bold" pitchFamily="34" charset="-122"/>
                <a:cs typeface="思源黑体-思源黑体-Bold" pitchFamily="34" charset="-120"/>
              </a:rPr>
              <a:t> </a:t>
            </a:r>
            <a:r>
              <a:rPr lang="en-US" sz="4640" dirty="0">
                <a:solidFill>
                  <a:srgbClr val="011C2A"/>
                </a:solidFill>
                <a:latin typeface="Cambria" panose="02040503050406030204" pitchFamily="18" charset="0"/>
                <a:ea typeface="Cambria" panose="02040503050406030204" pitchFamily="18" charset="0"/>
                <a:cs typeface="思源黑体-思源黑体-Bold" pitchFamily="34" charset="-120"/>
              </a:rPr>
              <a:t>Tasks</a:t>
            </a:r>
            <a:endParaRPr lang="en-US" sz="4640" dirty="0">
              <a:latin typeface="Cambria" panose="02040503050406030204" pitchFamily="18" charset="0"/>
              <a:ea typeface="Cambria" panose="02040503050406030204" pitchFamily="18" charset="0"/>
            </a:endParaRPr>
          </a:p>
        </p:txBody>
      </p:sp>
      <p:sp>
        <p:nvSpPr>
          <p:cNvPr id="35" name="Text 18"/>
          <p:cNvSpPr/>
          <p:nvPr/>
        </p:nvSpPr>
        <p:spPr>
          <a:xfrm>
            <a:off x="2048256" y="2057400"/>
            <a:ext cx="173736" cy="347472"/>
          </a:xfrm>
          <a:prstGeom prst="rect">
            <a:avLst/>
          </a:prstGeom>
          <a:noFill/>
          <a:ln/>
        </p:spPr>
        <p:txBody>
          <a:bodyPr wrap="none" lIns="0" tIns="0" rIns="0" bIns="0" rtlCol="0" anchor="ctr"/>
          <a:lstStyle/>
          <a:p>
            <a:pPr marL="0" indent="0" algn="ctr">
              <a:lnSpc>
                <a:spcPts val="2780"/>
              </a:lnSpc>
              <a:buNone/>
            </a:pPr>
            <a:endParaRPr lang="en-US" sz="2320" dirty="0"/>
          </a:p>
        </p:txBody>
      </p:sp>
      <p:sp>
        <p:nvSpPr>
          <p:cNvPr id="36" name="Text 19"/>
          <p:cNvSpPr/>
          <p:nvPr/>
        </p:nvSpPr>
        <p:spPr>
          <a:xfrm>
            <a:off x="11635250" y="4527296"/>
            <a:ext cx="1934446" cy="844804"/>
          </a:xfrm>
          <a:prstGeom prst="rect">
            <a:avLst/>
          </a:prstGeom>
          <a:noFill/>
          <a:ln/>
        </p:spPr>
        <p:txBody>
          <a:bodyPr wrap="square" lIns="0" tIns="0" rIns="0" bIns="0" rtlCol="0" anchor="ctr"/>
          <a:lstStyle/>
          <a:p>
            <a:pPr marL="0" indent="0">
              <a:lnSpc>
                <a:spcPts val="2780"/>
              </a:lnSpc>
              <a:buNone/>
            </a:pPr>
            <a:r>
              <a:rPr lang="en-US" sz="2400" b="1" dirty="0">
                <a:solidFill>
                  <a:srgbClr val="03141C"/>
                </a:solidFill>
                <a:latin typeface="Calibri" panose="020F0502020204030204" pitchFamily="34" charset="0"/>
                <a:ea typeface="Arial-Regular" pitchFamily="34" charset="-122"/>
                <a:cs typeface="Calibri" panose="020F0502020204030204" pitchFamily="34" charset="0"/>
              </a:rPr>
              <a:t>    </a:t>
            </a:r>
          </a:p>
          <a:p>
            <a:pPr marL="0" indent="0">
              <a:lnSpc>
                <a:spcPts val="2780"/>
              </a:lnSpc>
              <a:buNone/>
            </a:pPr>
            <a:r>
              <a:rPr lang="en-US" sz="2400" b="1" dirty="0">
                <a:solidFill>
                  <a:srgbClr val="03141C"/>
                </a:solidFill>
                <a:latin typeface="Calibri" panose="020F0502020204030204" pitchFamily="34" charset="0"/>
                <a:ea typeface="Arial-Regular" pitchFamily="34" charset="-122"/>
                <a:cs typeface="Calibri" panose="020F0502020204030204" pitchFamily="34" charset="0"/>
              </a:rPr>
              <a:t>Recovery</a:t>
            </a:r>
            <a:r>
              <a:rPr lang="en-US" sz="2400" dirty="0">
                <a:solidFill>
                  <a:srgbClr val="03141C"/>
                </a:solidFill>
                <a:latin typeface="Calibri" panose="020F0502020204030204" pitchFamily="34" charset="0"/>
                <a:ea typeface="Arial-Regular" pitchFamily="34" charset="-122"/>
                <a:cs typeface="Calibri" panose="020F0502020204030204" pitchFamily="34" charset="0"/>
              </a:rPr>
              <a:t>: </a:t>
            </a:r>
          </a:p>
          <a:p>
            <a:pPr marL="0" indent="0">
              <a:lnSpc>
                <a:spcPts val="2780"/>
              </a:lnSpc>
              <a:buNone/>
            </a:pPr>
            <a:r>
              <a:rPr lang="en-US" sz="2400" dirty="0">
                <a:solidFill>
                  <a:srgbClr val="03141C"/>
                </a:solidFill>
                <a:latin typeface="Calibri" panose="020F0502020204030204" pitchFamily="34" charset="0"/>
                <a:ea typeface="Arial-Regular" pitchFamily="34" charset="-122"/>
                <a:cs typeface="Calibri" panose="020F0502020204030204" pitchFamily="34" charset="0"/>
              </a:rPr>
              <a:t>Deals with faults and interruptions, Allows resumption or rollback of communication session.</a:t>
            </a:r>
            <a:endParaRPr lang="en-US" sz="2400" dirty="0">
              <a:latin typeface="Calibri" panose="020F0502020204030204" pitchFamily="34" charset="0"/>
              <a:cs typeface="Calibri" panose="020F0502020204030204" pitchFamily="34" charset="0"/>
            </a:endParaRPr>
          </a:p>
        </p:txBody>
      </p:sp>
      <p:sp>
        <p:nvSpPr>
          <p:cNvPr id="38" name="Text 21"/>
          <p:cNvSpPr/>
          <p:nvPr/>
        </p:nvSpPr>
        <p:spPr>
          <a:xfrm>
            <a:off x="1864233" y="2432304"/>
            <a:ext cx="173736" cy="347472"/>
          </a:xfrm>
          <a:prstGeom prst="rect">
            <a:avLst/>
          </a:prstGeom>
          <a:noFill/>
          <a:ln/>
        </p:spPr>
        <p:txBody>
          <a:bodyPr wrap="none" lIns="0" tIns="0" rIns="0" bIns="0" rtlCol="0" anchor="ctr"/>
          <a:lstStyle/>
          <a:p>
            <a:pPr marL="0" indent="0" algn="ctr">
              <a:lnSpc>
                <a:spcPts val="2780"/>
              </a:lnSpc>
              <a:buNone/>
            </a:pPr>
            <a:r>
              <a:rPr lang="en-US" sz="2320" dirty="0">
                <a:solidFill>
                  <a:srgbClr val="404040"/>
                </a:solidFill>
                <a:latin typeface="Arial-Regular" pitchFamily="34" charset="0"/>
                <a:ea typeface="Arial-Regular" pitchFamily="34" charset="-122"/>
                <a:cs typeface="Arial-Regular" pitchFamily="34" charset="-120"/>
              </a:rPr>
              <a:t>6</a:t>
            </a:r>
            <a:endParaRPr lang="en-US" sz="2320" dirty="0"/>
          </a:p>
        </p:txBody>
      </p:sp>
      <p:sp>
        <p:nvSpPr>
          <p:cNvPr id="39" name="Text 22"/>
          <p:cNvSpPr/>
          <p:nvPr/>
        </p:nvSpPr>
        <p:spPr>
          <a:xfrm>
            <a:off x="4755343" y="2413000"/>
            <a:ext cx="173736" cy="347472"/>
          </a:xfrm>
          <a:prstGeom prst="rect">
            <a:avLst/>
          </a:prstGeom>
          <a:noFill/>
          <a:ln/>
        </p:spPr>
        <p:txBody>
          <a:bodyPr wrap="none" lIns="0" tIns="0" rIns="0" bIns="0" rtlCol="0" anchor="ctr"/>
          <a:lstStyle/>
          <a:p>
            <a:pPr marL="0" indent="0" algn="ctr">
              <a:lnSpc>
                <a:spcPts val="2780"/>
              </a:lnSpc>
              <a:buNone/>
            </a:pPr>
            <a:r>
              <a:rPr lang="en-US" sz="2320" dirty="0">
                <a:solidFill>
                  <a:srgbClr val="404040"/>
                </a:solidFill>
                <a:latin typeface="Arial-Regular" pitchFamily="34" charset="0"/>
                <a:ea typeface="Arial-Regular" pitchFamily="34" charset="-122"/>
                <a:cs typeface="Arial-Regular" pitchFamily="34" charset="-120"/>
              </a:rPr>
              <a:t>7</a:t>
            </a:r>
            <a:endParaRPr lang="en-US" sz="2320" dirty="0"/>
          </a:p>
        </p:txBody>
      </p:sp>
      <p:sp>
        <p:nvSpPr>
          <p:cNvPr id="40" name="Text 23"/>
          <p:cNvSpPr/>
          <p:nvPr/>
        </p:nvSpPr>
        <p:spPr>
          <a:xfrm>
            <a:off x="6272784" y="4200746"/>
            <a:ext cx="2103120" cy="1396953"/>
          </a:xfrm>
          <a:prstGeom prst="rect">
            <a:avLst/>
          </a:prstGeom>
          <a:noFill/>
          <a:ln/>
        </p:spPr>
        <p:txBody>
          <a:bodyPr wrap="square" lIns="0" tIns="0" rIns="0" bIns="0" rtlCol="0" anchor="ctr"/>
          <a:lstStyle/>
          <a:p>
            <a:pPr marL="0" indent="0">
              <a:lnSpc>
                <a:spcPts val="2780"/>
              </a:lnSpc>
              <a:buNone/>
            </a:pPr>
            <a:r>
              <a:rPr lang="en-US" sz="2400" b="1" dirty="0">
                <a:solidFill>
                  <a:srgbClr val="03141C"/>
                </a:solidFill>
                <a:latin typeface="Calibri" panose="020F0502020204030204" pitchFamily="34" charset="0"/>
                <a:ea typeface="Arial-Regular" pitchFamily="34" charset="-122"/>
                <a:cs typeface="Calibri" panose="020F0502020204030204" pitchFamily="34" charset="0"/>
              </a:rPr>
              <a:t>Addressing</a:t>
            </a:r>
            <a:r>
              <a:rPr lang="en-US" sz="2400" dirty="0">
                <a:solidFill>
                  <a:srgbClr val="03141C"/>
                </a:solidFill>
                <a:latin typeface="Calibri" panose="020F0502020204030204" pitchFamily="34" charset="0"/>
                <a:ea typeface="Arial-Regular" pitchFamily="34" charset="-122"/>
                <a:cs typeface="Calibri" panose="020F0502020204030204" pitchFamily="34" charset="0"/>
              </a:rPr>
              <a:t>: Identifies intended recipient in multi-device networks, ensures correct delivery.</a:t>
            </a:r>
            <a:endParaRPr lang="en-US" sz="2400" dirty="0">
              <a:latin typeface="Calibri" panose="020F0502020204030204" pitchFamily="34" charset="0"/>
              <a:cs typeface="Calibri" panose="020F0502020204030204" pitchFamily="34" charset="0"/>
            </a:endParaRPr>
          </a:p>
        </p:txBody>
      </p:sp>
      <p:sp>
        <p:nvSpPr>
          <p:cNvPr id="44" name="Slide Number Placeholder 43">
            <a:extLst>
              <a:ext uri="{FF2B5EF4-FFF2-40B4-BE49-F238E27FC236}">
                <a16:creationId xmlns:a16="http://schemas.microsoft.com/office/drawing/2014/main" xmlns="" id="{53C96D45-A74F-4FA3-905C-75CF9B8F1F70}"/>
              </a:ext>
            </a:extLst>
          </p:cNvPr>
          <p:cNvSpPr>
            <a:spLocks noGrp="1"/>
          </p:cNvSpPr>
          <p:nvPr>
            <p:ph type="sldNum" sz="quarter" idx="12"/>
          </p:nvPr>
        </p:nvSpPr>
        <p:spPr/>
        <p:txBody>
          <a:bodyPr/>
          <a:lstStyle/>
          <a:p>
            <a:fld id="{EBE830D9-24CA-4274-959B-A0405615DCE4}" type="slidenum">
              <a:rPr lang="en-IN" smtClean="0"/>
              <a:pPr/>
              <a:t>8</a:t>
            </a:fld>
            <a:endParaRPr lang="en-IN" dirty="0"/>
          </a:p>
        </p:txBody>
      </p:sp>
      <p:pic>
        <p:nvPicPr>
          <p:cNvPr id="47" name="Picture 46">
            <a:extLst>
              <a:ext uri="{FF2B5EF4-FFF2-40B4-BE49-F238E27FC236}">
                <a16:creationId xmlns:a16="http://schemas.microsoft.com/office/drawing/2014/main" xmlns="" id="{53C6113B-2519-45B6-8131-357368015BC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887201" y="7386321"/>
            <a:ext cx="2661920" cy="679450"/>
          </a:xfrm>
          <a:prstGeom prst="rect">
            <a:avLst/>
          </a:prstGeom>
        </p:spPr>
      </p:pic>
    </p:spTree>
    <p:extLst>
      <p:ext uri="{BB962C8B-B14F-4D97-AF65-F5344CB8AC3E}">
        <p14:creationId xmlns:p14="http://schemas.microsoft.com/office/powerpoint/2010/main" val="33870396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3" descr="preencoded.png"/>
          <p:cNvPicPr>
            <a:picLocks noChangeAspect="1"/>
          </p:cNvPicPr>
          <p:nvPr/>
        </p:nvPicPr>
        <p:blipFill>
          <a:blip r:embed="rId3"/>
          <a:stretch>
            <a:fillRect/>
          </a:stretch>
        </p:blipFill>
        <p:spPr>
          <a:xfrm>
            <a:off x="9207500" y="2303563"/>
            <a:ext cx="2569464" cy="950976"/>
          </a:xfrm>
          <a:prstGeom prst="rect">
            <a:avLst/>
          </a:prstGeom>
        </p:spPr>
      </p:pic>
      <p:pic>
        <p:nvPicPr>
          <p:cNvPr id="8" name="Image 6" descr="preencoded.png"/>
          <p:cNvPicPr>
            <a:picLocks noChangeAspect="1"/>
          </p:cNvPicPr>
          <p:nvPr/>
        </p:nvPicPr>
        <p:blipFill>
          <a:blip r:embed="rId3"/>
          <a:stretch>
            <a:fillRect/>
          </a:stretch>
        </p:blipFill>
        <p:spPr>
          <a:xfrm>
            <a:off x="5834888" y="2265946"/>
            <a:ext cx="2569464" cy="950976"/>
          </a:xfrm>
          <a:prstGeom prst="rect">
            <a:avLst/>
          </a:prstGeom>
        </p:spPr>
      </p:pic>
      <p:pic>
        <p:nvPicPr>
          <p:cNvPr id="14" name="Image 12" descr="preencoded.png"/>
          <p:cNvPicPr>
            <a:picLocks noChangeAspect="1"/>
          </p:cNvPicPr>
          <p:nvPr/>
        </p:nvPicPr>
        <p:blipFill>
          <a:blip r:embed="rId3"/>
          <a:stretch>
            <a:fillRect/>
          </a:stretch>
        </p:blipFill>
        <p:spPr>
          <a:xfrm>
            <a:off x="2443226" y="2261906"/>
            <a:ext cx="2569464" cy="950976"/>
          </a:xfrm>
          <a:prstGeom prst="rect">
            <a:avLst/>
          </a:prstGeom>
        </p:spPr>
      </p:pic>
      <p:sp>
        <p:nvSpPr>
          <p:cNvPr id="22" name="Text 5"/>
          <p:cNvSpPr/>
          <p:nvPr/>
        </p:nvSpPr>
        <p:spPr>
          <a:xfrm>
            <a:off x="10323068" y="2621455"/>
            <a:ext cx="338328" cy="347472"/>
          </a:xfrm>
          <a:prstGeom prst="rect">
            <a:avLst/>
          </a:prstGeom>
          <a:noFill/>
          <a:ln/>
        </p:spPr>
        <p:txBody>
          <a:bodyPr wrap="none" lIns="0" tIns="0" rIns="0" bIns="0" rtlCol="0" anchor="ctr"/>
          <a:lstStyle/>
          <a:p>
            <a:pPr marL="0" indent="0" algn="ctr">
              <a:lnSpc>
                <a:spcPts val="2780"/>
              </a:lnSpc>
              <a:buNone/>
            </a:pPr>
            <a:r>
              <a:rPr lang="en-US" sz="2320" dirty="0">
                <a:solidFill>
                  <a:srgbClr val="404040"/>
                </a:solidFill>
                <a:latin typeface="Arial-Regular" pitchFamily="34" charset="0"/>
                <a:ea typeface="Arial-Regular" pitchFamily="34" charset="-122"/>
                <a:cs typeface="Arial-Regular" pitchFamily="34" charset="-120"/>
              </a:rPr>
              <a:t>13</a:t>
            </a:r>
            <a:endParaRPr lang="en-US" sz="2320" dirty="0"/>
          </a:p>
        </p:txBody>
      </p:sp>
      <p:sp>
        <p:nvSpPr>
          <p:cNvPr id="26" name="Text 9"/>
          <p:cNvSpPr/>
          <p:nvPr/>
        </p:nvSpPr>
        <p:spPr>
          <a:xfrm>
            <a:off x="6940804" y="2605315"/>
            <a:ext cx="338328" cy="347472"/>
          </a:xfrm>
          <a:prstGeom prst="rect">
            <a:avLst/>
          </a:prstGeom>
          <a:noFill/>
          <a:ln/>
        </p:spPr>
        <p:txBody>
          <a:bodyPr wrap="none" lIns="0" tIns="0" rIns="0" bIns="0" rtlCol="0" anchor="ctr"/>
          <a:lstStyle/>
          <a:p>
            <a:pPr marL="0" indent="0" algn="ctr">
              <a:lnSpc>
                <a:spcPts val="2780"/>
              </a:lnSpc>
              <a:buNone/>
            </a:pPr>
            <a:r>
              <a:rPr lang="en-US" sz="2320" dirty="0">
                <a:solidFill>
                  <a:srgbClr val="404040"/>
                </a:solidFill>
                <a:latin typeface="Arial-Regular" pitchFamily="34" charset="0"/>
                <a:ea typeface="Arial-Regular" pitchFamily="34" charset="-122"/>
                <a:cs typeface="Arial-Regular" pitchFamily="34" charset="-120"/>
              </a:rPr>
              <a:t>12</a:t>
            </a:r>
            <a:endParaRPr lang="en-US" sz="2320" dirty="0"/>
          </a:p>
        </p:txBody>
      </p:sp>
      <p:sp>
        <p:nvSpPr>
          <p:cNvPr id="31" name="Text 14"/>
          <p:cNvSpPr/>
          <p:nvPr/>
        </p:nvSpPr>
        <p:spPr>
          <a:xfrm>
            <a:off x="9208135" y="4028448"/>
            <a:ext cx="3061968" cy="1940257"/>
          </a:xfrm>
          <a:prstGeom prst="rect">
            <a:avLst/>
          </a:prstGeom>
          <a:noFill/>
          <a:ln/>
        </p:spPr>
        <p:txBody>
          <a:bodyPr wrap="square" lIns="0" tIns="0" rIns="0" bIns="0" rtlCol="0" anchor="ctr"/>
          <a:lstStyle/>
          <a:p>
            <a:pPr marL="0" indent="0">
              <a:buNone/>
            </a:pPr>
            <a:r>
              <a:rPr lang="en-US" sz="2400" b="1" dirty="0">
                <a:solidFill>
                  <a:srgbClr val="03141C"/>
                </a:solidFill>
                <a:latin typeface="Calibri" panose="020F0502020204030204" pitchFamily="34" charset="0"/>
                <a:ea typeface="Arial-Regular" pitchFamily="34" charset="-122"/>
                <a:cs typeface="Calibri" panose="020F0502020204030204" pitchFamily="34" charset="0"/>
              </a:rPr>
              <a:t>Network Management: </a:t>
            </a:r>
            <a:r>
              <a:rPr lang="en-US" sz="2400" dirty="0">
                <a:solidFill>
                  <a:srgbClr val="03141C"/>
                </a:solidFill>
                <a:latin typeface="Calibri" panose="020F0502020204030204" pitchFamily="34" charset="0"/>
                <a:ea typeface="Arial-Regular" pitchFamily="34" charset="-122"/>
                <a:cs typeface="Calibri" panose="020F0502020204030204" pitchFamily="34" charset="0"/>
              </a:rPr>
              <a:t>Configuration, monitoring, and fault handling, Includes planning for future capacity and upgrades.</a:t>
            </a:r>
            <a:endParaRPr lang="en-US" sz="2400" dirty="0">
              <a:latin typeface="Calibri" panose="020F0502020204030204" pitchFamily="34" charset="0"/>
              <a:cs typeface="Calibri" panose="020F0502020204030204" pitchFamily="34" charset="0"/>
            </a:endParaRPr>
          </a:p>
        </p:txBody>
      </p:sp>
      <p:sp>
        <p:nvSpPr>
          <p:cNvPr id="32" name="Text 15"/>
          <p:cNvSpPr/>
          <p:nvPr/>
        </p:nvSpPr>
        <p:spPr>
          <a:xfrm>
            <a:off x="1358900" y="844290"/>
            <a:ext cx="12457684" cy="637038"/>
          </a:xfrm>
          <a:prstGeom prst="rect">
            <a:avLst/>
          </a:prstGeom>
          <a:noFill/>
          <a:ln/>
        </p:spPr>
        <p:txBody>
          <a:bodyPr wrap="none" lIns="0" tIns="0" rIns="0" bIns="0" rtlCol="0" anchor="ctr"/>
          <a:lstStyle/>
          <a:p>
            <a:pPr marL="0" indent="0" algn="l">
              <a:lnSpc>
                <a:spcPts val="6500"/>
              </a:lnSpc>
              <a:buNone/>
            </a:pPr>
            <a:r>
              <a:rPr lang="en-US" sz="4640" dirty="0">
                <a:solidFill>
                  <a:srgbClr val="011C2A"/>
                </a:solidFill>
                <a:latin typeface="思源黑体-思源黑体-Bold" pitchFamily="34" charset="0"/>
                <a:ea typeface="思源黑体-思源黑体-Bold" pitchFamily="34" charset="-122"/>
                <a:cs typeface="思源黑体-思源黑体-Bold" pitchFamily="34" charset="-120"/>
              </a:rPr>
              <a:t>Communications Tasks</a:t>
            </a:r>
            <a:endParaRPr lang="en-US" sz="4640" dirty="0"/>
          </a:p>
        </p:txBody>
      </p:sp>
      <p:sp>
        <p:nvSpPr>
          <p:cNvPr id="37" name="Text 20"/>
          <p:cNvSpPr/>
          <p:nvPr/>
        </p:nvSpPr>
        <p:spPr>
          <a:xfrm>
            <a:off x="3474212" y="2605315"/>
            <a:ext cx="320040" cy="363612"/>
          </a:xfrm>
          <a:prstGeom prst="rect">
            <a:avLst/>
          </a:prstGeom>
          <a:noFill/>
          <a:ln/>
        </p:spPr>
        <p:txBody>
          <a:bodyPr wrap="none" lIns="0" tIns="0" rIns="0" bIns="0" rtlCol="0" anchor="ctr"/>
          <a:lstStyle/>
          <a:p>
            <a:pPr marL="0" indent="0" algn="ctr">
              <a:lnSpc>
                <a:spcPts val="2780"/>
              </a:lnSpc>
              <a:buNone/>
            </a:pPr>
            <a:r>
              <a:rPr lang="en-US" sz="2320" dirty="0">
                <a:solidFill>
                  <a:srgbClr val="404040"/>
                </a:solidFill>
                <a:latin typeface="Arial-Regular" pitchFamily="34" charset="0"/>
                <a:ea typeface="Arial-Regular" pitchFamily="34" charset="-122"/>
                <a:cs typeface="Arial-Regular" pitchFamily="34" charset="-120"/>
              </a:rPr>
              <a:t>11</a:t>
            </a:r>
            <a:endParaRPr lang="en-US" sz="2320" dirty="0"/>
          </a:p>
        </p:txBody>
      </p:sp>
      <p:sp>
        <p:nvSpPr>
          <p:cNvPr id="42" name="Text 25"/>
          <p:cNvSpPr/>
          <p:nvPr/>
        </p:nvSpPr>
        <p:spPr>
          <a:xfrm>
            <a:off x="5834888" y="3784600"/>
            <a:ext cx="2476500" cy="2209082"/>
          </a:xfrm>
          <a:prstGeom prst="rect">
            <a:avLst/>
          </a:prstGeom>
          <a:noFill/>
          <a:ln/>
        </p:spPr>
        <p:txBody>
          <a:bodyPr wrap="square" lIns="0" tIns="0" rIns="0" bIns="0" rtlCol="0" anchor="ctr"/>
          <a:lstStyle/>
          <a:p>
            <a:pPr marL="0" indent="0">
              <a:buNone/>
            </a:pPr>
            <a:r>
              <a:rPr lang="en-US" sz="2400" b="1" dirty="0">
                <a:solidFill>
                  <a:srgbClr val="03141C"/>
                </a:solidFill>
                <a:latin typeface="Calibri" panose="020F0502020204030204" pitchFamily="34" charset="0"/>
                <a:ea typeface="Arial-Regular" pitchFamily="34" charset="-122"/>
                <a:cs typeface="Calibri" panose="020F0502020204030204" pitchFamily="34" charset="0"/>
              </a:rPr>
              <a:t>Security</a:t>
            </a:r>
            <a:r>
              <a:rPr lang="en-US" sz="2400" dirty="0">
                <a:solidFill>
                  <a:srgbClr val="03141C"/>
                </a:solidFill>
                <a:latin typeface="Calibri" panose="020F0502020204030204" pitchFamily="34" charset="0"/>
                <a:ea typeface="Arial-Regular" pitchFamily="34" charset="-122"/>
                <a:cs typeface="Calibri" panose="020F0502020204030204" pitchFamily="34" charset="0"/>
              </a:rPr>
              <a:t>: Ensures privacy and data integrity, Prevents unauthorized access and tampering.</a:t>
            </a:r>
            <a:endParaRPr lang="en-US" sz="2400" dirty="0">
              <a:latin typeface="Calibri" panose="020F0502020204030204" pitchFamily="34" charset="0"/>
              <a:cs typeface="Calibri" panose="020F0502020204030204" pitchFamily="34" charset="0"/>
            </a:endParaRPr>
          </a:p>
        </p:txBody>
      </p:sp>
      <p:sp>
        <p:nvSpPr>
          <p:cNvPr id="43" name="Text 26"/>
          <p:cNvSpPr/>
          <p:nvPr/>
        </p:nvSpPr>
        <p:spPr>
          <a:xfrm>
            <a:off x="2537714" y="4356101"/>
            <a:ext cx="2789174" cy="1637581"/>
          </a:xfrm>
          <a:prstGeom prst="rect">
            <a:avLst/>
          </a:prstGeom>
          <a:noFill/>
          <a:ln/>
        </p:spPr>
        <p:txBody>
          <a:bodyPr wrap="square" lIns="0" tIns="0" rIns="0" bIns="0" rtlCol="0" anchor="ctr"/>
          <a:lstStyle/>
          <a:p>
            <a:pPr marL="0" indent="0">
              <a:buNone/>
            </a:pPr>
            <a:r>
              <a:rPr lang="en-US" sz="2400" b="1" dirty="0">
                <a:solidFill>
                  <a:srgbClr val="03141C"/>
                </a:solidFill>
                <a:latin typeface="Calibri" panose="020F0502020204030204" pitchFamily="34" charset="0"/>
                <a:ea typeface="Arial-Regular" pitchFamily="34" charset="-122"/>
                <a:cs typeface="Calibri" panose="020F0502020204030204" pitchFamily="34" charset="0"/>
              </a:rPr>
              <a:t>Message Formatting</a:t>
            </a:r>
            <a:r>
              <a:rPr lang="en-US" sz="2400" dirty="0">
                <a:solidFill>
                  <a:srgbClr val="03141C"/>
                </a:solidFill>
                <a:latin typeface="Calibri" panose="020F0502020204030204" pitchFamily="34" charset="0"/>
                <a:ea typeface="Arial-Regular" pitchFamily="34" charset="-122"/>
                <a:cs typeface="Calibri" panose="020F0502020204030204" pitchFamily="34" charset="0"/>
              </a:rPr>
              <a:t>: Agreement on data structure and representation (e.g., character encoding), Ensures both parties interpret data identically.</a:t>
            </a:r>
            <a:endParaRPr lang="en-US" sz="2400" dirty="0">
              <a:latin typeface="Calibri" panose="020F0502020204030204" pitchFamily="34" charset="0"/>
              <a:cs typeface="Calibri" panose="020F0502020204030204" pitchFamily="34" charset="0"/>
            </a:endParaRPr>
          </a:p>
        </p:txBody>
      </p:sp>
      <p:sp>
        <p:nvSpPr>
          <p:cNvPr id="44" name="Slide Number Placeholder 43">
            <a:extLst>
              <a:ext uri="{FF2B5EF4-FFF2-40B4-BE49-F238E27FC236}">
                <a16:creationId xmlns:a16="http://schemas.microsoft.com/office/drawing/2014/main" xmlns="" id="{53C96D45-A74F-4FA3-905C-75CF9B8F1F70}"/>
              </a:ext>
            </a:extLst>
          </p:cNvPr>
          <p:cNvSpPr>
            <a:spLocks noGrp="1"/>
          </p:cNvSpPr>
          <p:nvPr>
            <p:ph type="sldNum" sz="quarter" idx="12"/>
          </p:nvPr>
        </p:nvSpPr>
        <p:spPr/>
        <p:txBody>
          <a:bodyPr/>
          <a:lstStyle/>
          <a:p>
            <a:fld id="{EBE830D9-24CA-4274-959B-A0405615DCE4}" type="slidenum">
              <a:rPr lang="en-IN" smtClean="0"/>
              <a:pPr/>
              <a:t>9</a:t>
            </a:fld>
            <a:endParaRPr lang="en-IN" dirty="0"/>
          </a:p>
        </p:txBody>
      </p:sp>
      <p:pic>
        <p:nvPicPr>
          <p:cNvPr id="47" name="Picture 46">
            <a:extLst>
              <a:ext uri="{FF2B5EF4-FFF2-40B4-BE49-F238E27FC236}">
                <a16:creationId xmlns:a16="http://schemas.microsoft.com/office/drawing/2014/main" xmlns="" id="{53C6113B-2519-45B6-8131-357368015BC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887201" y="7386321"/>
            <a:ext cx="2661920" cy="679450"/>
          </a:xfrm>
          <a:prstGeom prst="rect">
            <a:avLst/>
          </a:prstGeom>
        </p:spPr>
      </p:pic>
    </p:spTree>
    <p:extLst>
      <p:ext uri="{BB962C8B-B14F-4D97-AF65-F5344CB8AC3E}">
        <p14:creationId xmlns:p14="http://schemas.microsoft.com/office/powerpoint/2010/main" val="21156740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38744"/>
          </a:xfrm>
          <a:prstGeom prst="rect">
            <a:avLst/>
          </a:prstGeom>
        </p:spPr>
      </p:pic>
      <p:pic>
        <p:nvPicPr>
          <p:cNvPr id="3" name="Image 1" descr="preencoded.png"/>
          <p:cNvPicPr>
            <a:picLocks noChangeAspect="1"/>
          </p:cNvPicPr>
          <p:nvPr/>
        </p:nvPicPr>
        <p:blipFill>
          <a:blip r:embed="rId4"/>
          <a:stretch>
            <a:fillRect/>
          </a:stretch>
        </p:blipFill>
        <p:spPr>
          <a:xfrm>
            <a:off x="1219199" y="2258291"/>
            <a:ext cx="11111345" cy="5652654"/>
          </a:xfrm>
          <a:prstGeom prst="rect">
            <a:avLst/>
          </a:prstGeom>
        </p:spPr>
      </p:pic>
      <p:sp>
        <p:nvSpPr>
          <p:cNvPr id="4" name="Text 0"/>
          <p:cNvSpPr/>
          <p:nvPr/>
        </p:nvSpPr>
        <p:spPr>
          <a:xfrm>
            <a:off x="638140" y="1003231"/>
            <a:ext cx="12984480" cy="832104"/>
          </a:xfrm>
          <a:prstGeom prst="rect">
            <a:avLst/>
          </a:prstGeom>
          <a:noFill/>
          <a:ln/>
        </p:spPr>
        <p:txBody>
          <a:bodyPr wrap="none" lIns="0" tIns="0" rIns="0" bIns="0" rtlCol="0" anchor="ctr"/>
          <a:lstStyle/>
          <a:p>
            <a:pPr marL="0" indent="0" algn="l">
              <a:lnSpc>
                <a:spcPts val="6500"/>
              </a:lnSpc>
              <a:buNone/>
            </a:pPr>
            <a:r>
              <a:rPr lang="en-US" sz="4640" dirty="0">
                <a:solidFill>
                  <a:srgbClr val="011C2A"/>
                </a:solidFill>
                <a:latin typeface="思源黑体-思源黑体-Bold" pitchFamily="34" charset="0"/>
                <a:ea typeface="思源黑体-思源黑体-Bold" pitchFamily="34" charset="-122"/>
                <a:cs typeface="思源黑体-思源黑体-Bold" pitchFamily="34" charset="-120"/>
              </a:rPr>
              <a:t>Data Communications</a:t>
            </a:r>
            <a:endParaRPr lang="en-US" sz="4640" dirty="0"/>
          </a:p>
        </p:txBody>
      </p:sp>
      <p:sp>
        <p:nvSpPr>
          <p:cNvPr id="5" name="Slide Number Placeholder 4">
            <a:extLst>
              <a:ext uri="{FF2B5EF4-FFF2-40B4-BE49-F238E27FC236}">
                <a16:creationId xmlns:a16="http://schemas.microsoft.com/office/drawing/2014/main" xmlns="" id="{747C0F63-EB9B-4E60-B229-C176233910C5}"/>
              </a:ext>
            </a:extLst>
          </p:cNvPr>
          <p:cNvSpPr>
            <a:spLocks noGrp="1"/>
          </p:cNvSpPr>
          <p:nvPr>
            <p:ph type="sldNum" sz="quarter" idx="12"/>
          </p:nvPr>
        </p:nvSpPr>
        <p:spPr/>
        <p:txBody>
          <a:bodyPr/>
          <a:lstStyle/>
          <a:p>
            <a:fld id="{EBE830D9-24CA-4274-959B-A0405615DCE4}" type="slidenum">
              <a:rPr lang="en-IN" smtClean="0"/>
              <a:pPr/>
              <a:t>10</a:t>
            </a:fld>
            <a:endParaRPr lang="en-IN" dirty="0"/>
          </a:p>
        </p:txBody>
      </p:sp>
      <p:pic>
        <p:nvPicPr>
          <p:cNvPr id="6" name="Picture 5">
            <a:extLst>
              <a:ext uri="{FF2B5EF4-FFF2-40B4-BE49-F238E27FC236}">
                <a16:creationId xmlns:a16="http://schemas.microsoft.com/office/drawing/2014/main" xmlns="" id="{F43BC161-11BA-4FC3-8B2A-C4670EFD0AA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968480" y="7431047"/>
            <a:ext cx="2661920" cy="6794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9079992"/>
          </a:xfrm>
          <a:prstGeom prst="rect">
            <a:avLst/>
          </a:prstGeom>
        </p:spPr>
      </p:pic>
      <p:pic>
        <p:nvPicPr>
          <p:cNvPr id="3" name="Image 1" descr="preencoded.png"/>
          <p:cNvPicPr>
            <a:picLocks noChangeAspect="1"/>
          </p:cNvPicPr>
          <p:nvPr/>
        </p:nvPicPr>
        <p:blipFill>
          <a:blip r:embed="rId4"/>
          <a:stretch>
            <a:fillRect/>
          </a:stretch>
        </p:blipFill>
        <p:spPr>
          <a:xfrm>
            <a:off x="0" y="0"/>
            <a:ext cx="14630400" cy="9079992"/>
          </a:xfrm>
          <a:prstGeom prst="rect">
            <a:avLst/>
          </a:prstGeom>
        </p:spPr>
      </p:pic>
      <p:sp>
        <p:nvSpPr>
          <p:cNvPr id="4" name="Text 0"/>
          <p:cNvSpPr/>
          <p:nvPr/>
        </p:nvSpPr>
        <p:spPr>
          <a:xfrm>
            <a:off x="4698492" y="7146544"/>
            <a:ext cx="5989320" cy="713232"/>
          </a:xfrm>
          <a:prstGeom prst="rect">
            <a:avLst/>
          </a:prstGeom>
          <a:noFill/>
          <a:ln/>
        </p:spPr>
        <p:txBody>
          <a:bodyPr wrap="square" lIns="0" tIns="0" rIns="0" bIns="0" rtlCol="0" anchor="ctr"/>
          <a:lstStyle/>
          <a:p>
            <a:pPr marL="0" indent="0" algn="l">
              <a:lnSpc>
                <a:spcPts val="2780"/>
              </a:lnSpc>
              <a:buNone/>
            </a:pPr>
            <a:r>
              <a:rPr lang="en-US" sz="1850" dirty="0">
                <a:solidFill>
                  <a:srgbClr val="03141C"/>
                </a:solidFill>
                <a:latin typeface="Arial-Regular" pitchFamily="34" charset="0"/>
                <a:ea typeface="Arial-Regular" pitchFamily="34" charset="-122"/>
                <a:cs typeface="Arial-Regular" pitchFamily="34" charset="-120"/>
              </a:rPr>
              <a:t>• Offer high bandwidth; switching systems are still evolving.</a:t>
            </a:r>
            <a:endParaRPr lang="en-US" sz="1850" dirty="0"/>
          </a:p>
        </p:txBody>
      </p:sp>
      <p:sp>
        <p:nvSpPr>
          <p:cNvPr id="5" name="Text 1"/>
          <p:cNvSpPr/>
          <p:nvPr/>
        </p:nvSpPr>
        <p:spPr>
          <a:xfrm>
            <a:off x="7914132" y="5303520"/>
            <a:ext cx="5989320" cy="356616"/>
          </a:xfrm>
          <a:prstGeom prst="rect">
            <a:avLst/>
          </a:prstGeom>
          <a:noFill/>
          <a:ln/>
        </p:spPr>
        <p:txBody>
          <a:bodyPr wrap="none" lIns="0" tIns="0" rIns="0" bIns="0" rtlCol="0" anchor="ctr"/>
          <a:lstStyle/>
          <a:p>
            <a:pPr marL="0" indent="0" algn="l">
              <a:lnSpc>
                <a:spcPts val="2780"/>
              </a:lnSpc>
              <a:buNone/>
            </a:pPr>
            <a:r>
              <a:rPr lang="en-US" sz="1850" dirty="0">
                <a:solidFill>
                  <a:srgbClr val="03141C"/>
                </a:solidFill>
                <a:latin typeface="Arial-Regular" pitchFamily="34" charset="0"/>
                <a:ea typeface="Arial-Regular" pitchFamily="34" charset="-122"/>
                <a:cs typeface="Arial-Regular" pitchFamily="34" charset="-120"/>
              </a:rPr>
              <a:t>• Used for voice, data, image, and video.</a:t>
            </a:r>
            <a:endParaRPr lang="en-US" sz="1850" dirty="0"/>
          </a:p>
        </p:txBody>
      </p:sp>
      <p:sp>
        <p:nvSpPr>
          <p:cNvPr id="6" name="Text 2"/>
          <p:cNvSpPr/>
          <p:nvPr/>
        </p:nvSpPr>
        <p:spPr>
          <a:xfrm>
            <a:off x="7876032" y="1874520"/>
            <a:ext cx="5989320" cy="420624"/>
          </a:xfrm>
          <a:prstGeom prst="rect">
            <a:avLst/>
          </a:prstGeom>
          <a:noFill/>
          <a:ln/>
        </p:spPr>
        <p:txBody>
          <a:bodyPr wrap="none" lIns="0" tIns="0" rIns="0" bIns="0" rtlCol="0" anchor="ctr"/>
          <a:lstStyle/>
          <a:p>
            <a:pPr marL="0" indent="0" algn="l">
              <a:lnSpc>
                <a:spcPts val="3250"/>
              </a:lnSpc>
              <a:buNone/>
            </a:pPr>
            <a:r>
              <a:rPr lang="en-US" sz="2320" b="1" dirty="0">
                <a:solidFill>
                  <a:srgbClr val="03141C"/>
                </a:solidFill>
                <a:latin typeface="思源黑体-思源黑体-Bold" pitchFamily="34" charset="0"/>
                <a:ea typeface="思源黑体-思源黑体-Bold" pitchFamily="34" charset="-122"/>
                <a:cs typeface="思源黑体-思源黑体-Bold" pitchFamily="34" charset="-120"/>
              </a:rPr>
              <a:t>Key </a:t>
            </a:r>
            <a:r>
              <a:rPr lang="en-US" sz="2400" b="1" dirty="0">
                <a:solidFill>
                  <a:srgbClr val="03141C"/>
                </a:solidFill>
                <a:latin typeface="Calibri" panose="020F0502020204030204" pitchFamily="34" charset="0"/>
                <a:ea typeface="思源黑体-思源黑体-Bold" pitchFamily="34" charset="-122"/>
                <a:cs typeface="Calibri" panose="020F0502020204030204" pitchFamily="34" charset="0"/>
              </a:rPr>
              <a:t>Requirements</a:t>
            </a:r>
            <a:endParaRPr lang="en-US" sz="2400" b="1" dirty="0">
              <a:latin typeface="Calibri" panose="020F0502020204030204" pitchFamily="34" charset="0"/>
              <a:cs typeface="Calibri" panose="020F0502020204030204" pitchFamily="34" charset="0"/>
            </a:endParaRPr>
          </a:p>
        </p:txBody>
      </p:sp>
      <p:sp>
        <p:nvSpPr>
          <p:cNvPr id="7" name="Text 3"/>
          <p:cNvSpPr/>
          <p:nvPr/>
        </p:nvSpPr>
        <p:spPr>
          <a:xfrm>
            <a:off x="1078992" y="4809744"/>
            <a:ext cx="5989320" cy="356616"/>
          </a:xfrm>
          <a:prstGeom prst="rect">
            <a:avLst/>
          </a:prstGeom>
          <a:noFill/>
          <a:ln/>
        </p:spPr>
        <p:txBody>
          <a:bodyPr wrap="none" lIns="0" tIns="0" rIns="0" bIns="0" rtlCol="0" anchor="ctr"/>
          <a:lstStyle/>
          <a:p>
            <a:pPr marL="0" indent="0" algn="l">
              <a:lnSpc>
                <a:spcPts val="2780"/>
              </a:lnSpc>
              <a:buNone/>
            </a:pPr>
            <a:r>
              <a:rPr lang="en-US" sz="2000" dirty="0">
                <a:solidFill>
                  <a:srgbClr val="03141C"/>
                </a:solidFill>
                <a:latin typeface="Calibri" panose="020F0502020204030204" pitchFamily="34" charset="0"/>
                <a:ea typeface="Arial-Regular" pitchFamily="34" charset="-122"/>
                <a:cs typeface="Calibri" panose="020F0502020204030204" pitchFamily="34" charset="0"/>
              </a:rPr>
              <a:t>• Common in medium and large offices.</a:t>
            </a:r>
            <a:endParaRPr lang="en-US" sz="2000" dirty="0">
              <a:latin typeface="Calibri" panose="020F0502020204030204" pitchFamily="34" charset="0"/>
              <a:cs typeface="Calibri" panose="020F0502020204030204" pitchFamily="34" charset="0"/>
            </a:endParaRPr>
          </a:p>
        </p:txBody>
      </p:sp>
      <p:sp>
        <p:nvSpPr>
          <p:cNvPr id="8" name="Text 4"/>
          <p:cNvSpPr/>
          <p:nvPr/>
        </p:nvSpPr>
        <p:spPr>
          <a:xfrm>
            <a:off x="7876032" y="2432304"/>
            <a:ext cx="5989320" cy="356616"/>
          </a:xfrm>
          <a:prstGeom prst="rect">
            <a:avLst/>
          </a:prstGeom>
          <a:noFill/>
          <a:ln/>
        </p:spPr>
        <p:txBody>
          <a:bodyPr wrap="none" lIns="0" tIns="0" rIns="0" bIns="0" rtlCol="0" anchor="ctr"/>
          <a:lstStyle/>
          <a:p>
            <a:pPr marL="0" indent="0" algn="l">
              <a:lnSpc>
                <a:spcPts val="2780"/>
              </a:lnSpc>
              <a:buNone/>
            </a:pPr>
            <a:r>
              <a:rPr lang="en-US" sz="1850" dirty="0">
                <a:solidFill>
                  <a:srgbClr val="03141C"/>
                </a:solidFill>
                <a:latin typeface="Arial-Regular" pitchFamily="34" charset="0"/>
                <a:ea typeface="Arial-Regular" pitchFamily="34" charset="-122"/>
                <a:cs typeface="Arial-Regular" pitchFamily="34" charset="-120"/>
              </a:rPr>
              <a:t>• Communications software</a:t>
            </a:r>
            <a:endParaRPr lang="en-US" sz="1850" dirty="0"/>
          </a:p>
        </p:txBody>
      </p:sp>
      <p:sp>
        <p:nvSpPr>
          <p:cNvPr id="9" name="Text 5"/>
          <p:cNvSpPr/>
          <p:nvPr/>
        </p:nvSpPr>
        <p:spPr>
          <a:xfrm>
            <a:off x="7914132" y="4251960"/>
            <a:ext cx="5989320" cy="420624"/>
          </a:xfrm>
          <a:prstGeom prst="rect">
            <a:avLst/>
          </a:prstGeom>
          <a:noFill/>
          <a:ln/>
        </p:spPr>
        <p:txBody>
          <a:bodyPr wrap="none" lIns="0" tIns="0" rIns="0" bIns="0" rtlCol="0" anchor="ctr"/>
          <a:lstStyle/>
          <a:p>
            <a:pPr marL="0" indent="0" algn="l">
              <a:lnSpc>
                <a:spcPts val="3250"/>
              </a:lnSpc>
              <a:buNone/>
            </a:pPr>
            <a:r>
              <a:rPr lang="en-US" sz="2400" b="1" dirty="0">
                <a:solidFill>
                  <a:srgbClr val="03141C"/>
                </a:solidFill>
                <a:latin typeface="Calibri" panose="020F0502020204030204" pitchFamily="34" charset="0"/>
                <a:ea typeface="思源黑体-思源黑体-Bold" pitchFamily="34" charset="-122"/>
                <a:cs typeface="Calibri" panose="020F0502020204030204" pitchFamily="34" charset="0"/>
              </a:rPr>
              <a:t>Wide Area Networks (WANs)</a:t>
            </a:r>
            <a:endParaRPr lang="en-US" sz="2400" b="1" dirty="0">
              <a:latin typeface="Calibri" panose="020F0502020204030204" pitchFamily="34" charset="0"/>
              <a:cs typeface="Calibri" panose="020F0502020204030204" pitchFamily="34" charset="0"/>
            </a:endParaRPr>
          </a:p>
        </p:txBody>
      </p:sp>
      <p:sp>
        <p:nvSpPr>
          <p:cNvPr id="10" name="Text 6"/>
          <p:cNvSpPr/>
          <p:nvPr/>
        </p:nvSpPr>
        <p:spPr>
          <a:xfrm>
            <a:off x="1069848" y="3163824"/>
            <a:ext cx="5998464" cy="832104"/>
          </a:xfrm>
          <a:prstGeom prst="rect">
            <a:avLst/>
          </a:prstGeom>
          <a:noFill/>
          <a:ln/>
        </p:spPr>
        <p:txBody>
          <a:bodyPr wrap="square" lIns="0" tIns="0" rIns="0" bIns="0" rtlCol="0" anchor="ctr"/>
          <a:lstStyle/>
          <a:p>
            <a:pPr marL="0" indent="0" algn="l">
              <a:lnSpc>
                <a:spcPts val="2780"/>
              </a:lnSpc>
              <a:buNone/>
            </a:pPr>
            <a:r>
              <a:rPr lang="en-US" sz="1850" dirty="0">
                <a:solidFill>
                  <a:srgbClr val="03141C"/>
                </a:solidFill>
                <a:latin typeface="Arial-Regular" pitchFamily="34" charset="0"/>
                <a:ea typeface="Arial-Regular" pitchFamily="34" charset="-122"/>
                <a:cs typeface="Arial-Regular" pitchFamily="34" charset="-120"/>
              </a:rPr>
              <a:t>• </a:t>
            </a:r>
            <a:r>
              <a:rPr lang="en-US" sz="2000" dirty="0">
                <a:solidFill>
                  <a:srgbClr val="03141C"/>
                </a:solidFill>
                <a:latin typeface="Calibri" panose="020F0502020204030204" pitchFamily="34" charset="0"/>
                <a:ea typeface="Arial-Regular" pitchFamily="34" charset="-122"/>
                <a:cs typeface="Calibri" panose="020F0502020204030204" pitchFamily="34" charset="0"/>
              </a:rPr>
              <a:t>Users demand seamless connectivity between systems</a:t>
            </a:r>
            <a:r>
              <a:rPr lang="en-US" sz="1850" dirty="0">
                <a:solidFill>
                  <a:srgbClr val="03141C"/>
                </a:solidFill>
                <a:latin typeface="Arial-Regular" pitchFamily="34" charset="0"/>
                <a:ea typeface="Arial-Regular" pitchFamily="34" charset="-122"/>
                <a:cs typeface="Arial-Regular" pitchFamily="34" charset="-120"/>
              </a:rPr>
              <a:t>.</a:t>
            </a:r>
            <a:endParaRPr lang="en-US" sz="1850" dirty="0"/>
          </a:p>
        </p:txBody>
      </p:sp>
      <p:sp>
        <p:nvSpPr>
          <p:cNvPr id="11" name="Text 7"/>
          <p:cNvSpPr/>
          <p:nvPr/>
        </p:nvSpPr>
        <p:spPr>
          <a:xfrm>
            <a:off x="7914132" y="4809744"/>
            <a:ext cx="5989320" cy="356616"/>
          </a:xfrm>
          <a:prstGeom prst="rect">
            <a:avLst/>
          </a:prstGeom>
          <a:noFill/>
          <a:ln/>
        </p:spPr>
        <p:txBody>
          <a:bodyPr wrap="none" lIns="0" tIns="0" rIns="0" bIns="0" rtlCol="0" anchor="ctr"/>
          <a:lstStyle/>
          <a:p>
            <a:pPr marL="0" indent="0" algn="l">
              <a:lnSpc>
                <a:spcPts val="2780"/>
              </a:lnSpc>
              <a:buNone/>
            </a:pPr>
            <a:r>
              <a:rPr lang="en-US" sz="1850" dirty="0">
                <a:solidFill>
                  <a:srgbClr val="03141C"/>
                </a:solidFill>
                <a:latin typeface="Arial-Regular" pitchFamily="34" charset="0"/>
                <a:ea typeface="Arial-Regular" pitchFamily="34" charset="-122"/>
                <a:cs typeface="Arial-Regular" pitchFamily="34" charset="-120"/>
              </a:rPr>
              <a:t>• Cover large geographic areas.</a:t>
            </a:r>
            <a:endParaRPr lang="en-US" sz="1850" dirty="0"/>
          </a:p>
        </p:txBody>
      </p:sp>
      <p:sp>
        <p:nvSpPr>
          <p:cNvPr id="12" name="Text 8"/>
          <p:cNvSpPr/>
          <p:nvPr/>
        </p:nvSpPr>
        <p:spPr>
          <a:xfrm>
            <a:off x="832104" y="649224"/>
            <a:ext cx="12984480" cy="832104"/>
          </a:xfrm>
          <a:prstGeom prst="rect">
            <a:avLst/>
          </a:prstGeom>
          <a:noFill/>
          <a:ln/>
        </p:spPr>
        <p:txBody>
          <a:bodyPr wrap="none" lIns="0" tIns="0" rIns="0" bIns="0" rtlCol="0" anchor="ctr"/>
          <a:lstStyle/>
          <a:p>
            <a:pPr marL="0" indent="0" algn="l">
              <a:lnSpc>
                <a:spcPts val="6500"/>
              </a:lnSpc>
              <a:buNone/>
            </a:pPr>
            <a:r>
              <a:rPr lang="en-US" sz="4400" b="1" dirty="0">
                <a:solidFill>
                  <a:srgbClr val="011C2A"/>
                </a:solidFill>
                <a:latin typeface="Cambria" panose="02040503050406030204" pitchFamily="18" charset="0"/>
                <a:ea typeface="Cambria" panose="02040503050406030204" pitchFamily="18" charset="0"/>
                <a:cs typeface="思源黑体-思源黑体-Bold" pitchFamily="34" charset="-120"/>
              </a:rPr>
              <a:t>Networks</a:t>
            </a:r>
            <a:endParaRPr lang="en-US" sz="4400" b="1" dirty="0">
              <a:latin typeface="Cambria" panose="02040503050406030204" pitchFamily="18" charset="0"/>
              <a:ea typeface="Cambria" panose="02040503050406030204" pitchFamily="18" charset="0"/>
            </a:endParaRPr>
          </a:p>
        </p:txBody>
      </p:sp>
      <p:sp>
        <p:nvSpPr>
          <p:cNvPr id="13" name="Text 9"/>
          <p:cNvSpPr/>
          <p:nvPr/>
        </p:nvSpPr>
        <p:spPr>
          <a:xfrm>
            <a:off x="7914132" y="5797296"/>
            <a:ext cx="5989320" cy="713232"/>
          </a:xfrm>
          <a:prstGeom prst="rect">
            <a:avLst/>
          </a:prstGeom>
          <a:noFill/>
          <a:ln/>
        </p:spPr>
        <p:txBody>
          <a:bodyPr wrap="square" lIns="0" tIns="0" rIns="0" bIns="0" rtlCol="0" anchor="ctr"/>
          <a:lstStyle/>
          <a:p>
            <a:pPr marL="0" indent="0" algn="l">
              <a:lnSpc>
                <a:spcPts val="2780"/>
              </a:lnSpc>
              <a:buNone/>
            </a:pPr>
            <a:r>
              <a:rPr lang="en-US" sz="1850" dirty="0">
                <a:solidFill>
                  <a:srgbClr val="03141C"/>
                </a:solidFill>
                <a:latin typeface="Arial-Regular" pitchFamily="34" charset="0"/>
                <a:ea typeface="Arial-Regular" pitchFamily="34" charset="-122"/>
                <a:cs typeface="Arial-Regular" pitchFamily="34" charset="-120"/>
              </a:rPr>
              <a:t>• High demand for integration and transmission capacity.</a:t>
            </a:r>
            <a:endParaRPr lang="en-US" sz="1850" dirty="0"/>
          </a:p>
        </p:txBody>
      </p:sp>
      <p:sp>
        <p:nvSpPr>
          <p:cNvPr id="14" name="Text 10"/>
          <p:cNvSpPr/>
          <p:nvPr/>
        </p:nvSpPr>
        <p:spPr>
          <a:xfrm>
            <a:off x="1078992" y="4251960"/>
            <a:ext cx="5989320" cy="420624"/>
          </a:xfrm>
          <a:prstGeom prst="rect">
            <a:avLst/>
          </a:prstGeom>
          <a:noFill/>
          <a:ln/>
        </p:spPr>
        <p:txBody>
          <a:bodyPr wrap="none" lIns="0" tIns="0" rIns="0" bIns="0" rtlCol="0" anchor="ctr"/>
          <a:lstStyle/>
          <a:p>
            <a:pPr marL="0" indent="0" algn="l">
              <a:lnSpc>
                <a:spcPts val="3250"/>
              </a:lnSpc>
              <a:buNone/>
            </a:pPr>
            <a:r>
              <a:rPr lang="en-US" sz="2400" b="1" dirty="0">
                <a:solidFill>
                  <a:srgbClr val="03141C"/>
                </a:solidFill>
                <a:latin typeface="Calibri" panose="020F0502020204030204" pitchFamily="34" charset="0"/>
                <a:ea typeface="思源黑体-思源黑体-Bold" pitchFamily="34" charset="-122"/>
                <a:cs typeface="Calibri" panose="020F0502020204030204" pitchFamily="34" charset="0"/>
              </a:rPr>
              <a:t>Local Area Networks (LANs)</a:t>
            </a:r>
            <a:endParaRPr lang="en-US" sz="2400" b="1" dirty="0">
              <a:latin typeface="Calibri" panose="020F0502020204030204" pitchFamily="34" charset="0"/>
              <a:cs typeface="Calibri" panose="020F0502020204030204" pitchFamily="34" charset="0"/>
            </a:endParaRPr>
          </a:p>
        </p:txBody>
      </p:sp>
      <p:sp>
        <p:nvSpPr>
          <p:cNvPr id="15" name="Text 11"/>
          <p:cNvSpPr/>
          <p:nvPr/>
        </p:nvSpPr>
        <p:spPr>
          <a:xfrm>
            <a:off x="7876032" y="2926080"/>
            <a:ext cx="5989320" cy="356616"/>
          </a:xfrm>
          <a:prstGeom prst="rect">
            <a:avLst/>
          </a:prstGeom>
          <a:noFill/>
          <a:ln/>
        </p:spPr>
        <p:txBody>
          <a:bodyPr wrap="none" lIns="0" tIns="0" rIns="0" bIns="0" rtlCol="0" anchor="ctr"/>
          <a:lstStyle/>
          <a:p>
            <a:pPr marL="0" indent="0" algn="l">
              <a:lnSpc>
                <a:spcPts val="2780"/>
              </a:lnSpc>
              <a:buNone/>
            </a:pPr>
            <a:r>
              <a:rPr lang="en-US" sz="1850" dirty="0">
                <a:solidFill>
                  <a:srgbClr val="03141C"/>
                </a:solidFill>
                <a:latin typeface="Arial-Regular" pitchFamily="34" charset="0"/>
                <a:ea typeface="Arial-Regular" pitchFamily="34" charset="-122"/>
                <a:cs typeface="Arial-Regular" pitchFamily="34" charset="-120"/>
              </a:rPr>
              <a:t>• Networks</a:t>
            </a:r>
            <a:endParaRPr lang="en-US" sz="1850" dirty="0"/>
          </a:p>
        </p:txBody>
      </p:sp>
      <p:sp>
        <p:nvSpPr>
          <p:cNvPr id="16" name="Text 12"/>
          <p:cNvSpPr/>
          <p:nvPr/>
        </p:nvSpPr>
        <p:spPr>
          <a:xfrm>
            <a:off x="1078992" y="2432304"/>
            <a:ext cx="5989320" cy="713232"/>
          </a:xfrm>
          <a:prstGeom prst="rect">
            <a:avLst/>
          </a:prstGeom>
          <a:noFill/>
          <a:ln/>
        </p:spPr>
        <p:txBody>
          <a:bodyPr wrap="square" lIns="0" tIns="0" rIns="0" bIns="0" rtlCol="0" anchor="ctr"/>
          <a:lstStyle/>
          <a:p>
            <a:pPr marL="0" indent="0" algn="l">
              <a:lnSpc>
                <a:spcPts val="2780"/>
              </a:lnSpc>
              <a:buNone/>
            </a:pPr>
            <a:r>
              <a:rPr lang="en-US" sz="1850" dirty="0">
                <a:solidFill>
                  <a:srgbClr val="03141C"/>
                </a:solidFill>
                <a:latin typeface="Arial-Regular" pitchFamily="34" charset="0"/>
                <a:ea typeface="Arial-Regular" pitchFamily="34" charset="-122"/>
                <a:cs typeface="Arial-Regular" pitchFamily="34" charset="-120"/>
              </a:rPr>
              <a:t>• </a:t>
            </a:r>
            <a:r>
              <a:rPr lang="en-US" sz="2000" dirty="0">
                <a:solidFill>
                  <a:srgbClr val="03141C"/>
                </a:solidFill>
                <a:latin typeface="Calibri" panose="020F0502020204030204" pitchFamily="34" charset="0"/>
                <a:ea typeface="Arial-Regular" pitchFamily="34" charset="-122"/>
                <a:cs typeface="Calibri" panose="020F0502020204030204" pitchFamily="34" charset="0"/>
              </a:rPr>
              <a:t>Computers are rapidly increasing in number, power, and application scope</a:t>
            </a:r>
            <a:r>
              <a:rPr lang="en-US" sz="1850" dirty="0">
                <a:solidFill>
                  <a:srgbClr val="03141C"/>
                </a:solidFill>
                <a:latin typeface="Arial-Regular" pitchFamily="34" charset="0"/>
                <a:ea typeface="Arial-Regular" pitchFamily="34" charset="-122"/>
                <a:cs typeface="Arial-Regular" pitchFamily="34" charset="-120"/>
              </a:rPr>
              <a:t>.</a:t>
            </a:r>
            <a:endParaRPr lang="en-US" sz="1850" dirty="0"/>
          </a:p>
        </p:txBody>
      </p:sp>
      <p:sp>
        <p:nvSpPr>
          <p:cNvPr id="17" name="Text 13"/>
          <p:cNvSpPr/>
          <p:nvPr/>
        </p:nvSpPr>
        <p:spPr>
          <a:xfrm>
            <a:off x="4698492" y="6597904"/>
            <a:ext cx="5989320" cy="420624"/>
          </a:xfrm>
          <a:prstGeom prst="rect">
            <a:avLst/>
          </a:prstGeom>
          <a:noFill/>
          <a:ln/>
        </p:spPr>
        <p:txBody>
          <a:bodyPr wrap="none" lIns="0" tIns="0" rIns="0" bIns="0" rtlCol="0" anchor="ctr"/>
          <a:lstStyle/>
          <a:p>
            <a:pPr marL="0" indent="0" algn="l">
              <a:lnSpc>
                <a:spcPts val="3250"/>
              </a:lnSpc>
              <a:buNone/>
            </a:pPr>
            <a:r>
              <a:rPr lang="en-US" sz="2400" b="1" dirty="0">
                <a:solidFill>
                  <a:srgbClr val="03141C"/>
                </a:solidFill>
                <a:latin typeface="Calibri" panose="020F0502020204030204" pitchFamily="34" charset="0"/>
                <a:ea typeface="思源黑体-思源黑体-Bold" pitchFamily="34" charset="-122"/>
                <a:cs typeface="Calibri" panose="020F0502020204030204" pitchFamily="34" charset="0"/>
              </a:rPr>
              <a:t>      Fiber Optics</a:t>
            </a:r>
            <a:endParaRPr lang="en-US" sz="2400" b="1" dirty="0">
              <a:latin typeface="Calibri" panose="020F0502020204030204" pitchFamily="34" charset="0"/>
              <a:cs typeface="Calibri" panose="020F0502020204030204" pitchFamily="34" charset="0"/>
            </a:endParaRPr>
          </a:p>
        </p:txBody>
      </p:sp>
      <p:sp>
        <p:nvSpPr>
          <p:cNvPr id="18" name="Text 14"/>
          <p:cNvSpPr/>
          <p:nvPr/>
        </p:nvSpPr>
        <p:spPr>
          <a:xfrm>
            <a:off x="1078992" y="5797296"/>
            <a:ext cx="5989320" cy="356616"/>
          </a:xfrm>
          <a:prstGeom prst="rect">
            <a:avLst/>
          </a:prstGeom>
          <a:noFill/>
          <a:ln/>
        </p:spPr>
        <p:txBody>
          <a:bodyPr wrap="none" lIns="0" tIns="0" rIns="0" bIns="0" rtlCol="0" anchor="ctr"/>
          <a:lstStyle/>
          <a:p>
            <a:pPr marL="0" indent="0" algn="l">
              <a:lnSpc>
                <a:spcPts val="2780"/>
              </a:lnSpc>
              <a:buNone/>
            </a:pPr>
            <a:r>
              <a:rPr lang="en-US" sz="1850" dirty="0">
                <a:solidFill>
                  <a:srgbClr val="03141C"/>
                </a:solidFill>
                <a:latin typeface="Arial-Regular" pitchFamily="34" charset="0"/>
                <a:ea typeface="Arial-Regular" pitchFamily="34" charset="-122"/>
                <a:cs typeface="Arial-Regular" pitchFamily="34" charset="-120"/>
              </a:rPr>
              <a:t>• Offices often require multiple interconnected LANs.</a:t>
            </a:r>
            <a:endParaRPr lang="en-US" sz="1850" dirty="0"/>
          </a:p>
        </p:txBody>
      </p:sp>
      <p:sp>
        <p:nvSpPr>
          <p:cNvPr id="19" name="Text 15"/>
          <p:cNvSpPr/>
          <p:nvPr/>
        </p:nvSpPr>
        <p:spPr>
          <a:xfrm>
            <a:off x="1078992" y="1874520"/>
            <a:ext cx="5989320" cy="420624"/>
          </a:xfrm>
          <a:prstGeom prst="rect">
            <a:avLst/>
          </a:prstGeom>
          <a:noFill/>
          <a:ln/>
        </p:spPr>
        <p:txBody>
          <a:bodyPr wrap="none" lIns="0" tIns="0" rIns="0" bIns="0" rtlCol="0" anchor="ctr"/>
          <a:lstStyle/>
          <a:p>
            <a:pPr marL="0" indent="0" algn="l">
              <a:lnSpc>
                <a:spcPts val="3250"/>
              </a:lnSpc>
              <a:buNone/>
            </a:pPr>
            <a:r>
              <a:rPr lang="en-US" sz="2400" b="1" dirty="0">
                <a:solidFill>
                  <a:srgbClr val="03141C"/>
                </a:solidFill>
                <a:latin typeface="Calibri" panose="020F0502020204030204" pitchFamily="34" charset="0"/>
                <a:ea typeface="思源黑体-思源黑体-Bold" pitchFamily="34" charset="-122"/>
                <a:cs typeface="Calibri" panose="020F0502020204030204" pitchFamily="34" charset="0"/>
              </a:rPr>
              <a:t>The Growing Need for Networks</a:t>
            </a:r>
            <a:endParaRPr lang="en-US" sz="2400" b="1" dirty="0">
              <a:latin typeface="Calibri" panose="020F0502020204030204" pitchFamily="34" charset="0"/>
              <a:cs typeface="Calibri" panose="020F0502020204030204" pitchFamily="34" charset="0"/>
            </a:endParaRPr>
          </a:p>
        </p:txBody>
      </p:sp>
      <p:sp>
        <p:nvSpPr>
          <p:cNvPr id="20" name="Text 16"/>
          <p:cNvSpPr/>
          <p:nvPr/>
        </p:nvSpPr>
        <p:spPr>
          <a:xfrm>
            <a:off x="1078992" y="5303520"/>
            <a:ext cx="5989320" cy="356616"/>
          </a:xfrm>
          <a:prstGeom prst="rect">
            <a:avLst/>
          </a:prstGeom>
          <a:noFill/>
          <a:ln/>
        </p:spPr>
        <p:txBody>
          <a:bodyPr wrap="none" lIns="0" tIns="0" rIns="0" bIns="0" rtlCol="0" anchor="ctr"/>
          <a:lstStyle/>
          <a:p>
            <a:pPr marL="0" indent="0" algn="l">
              <a:lnSpc>
                <a:spcPts val="2780"/>
              </a:lnSpc>
              <a:buNone/>
            </a:pPr>
            <a:r>
              <a:rPr lang="en-US" sz="1850" dirty="0">
                <a:solidFill>
                  <a:srgbClr val="03141C"/>
                </a:solidFill>
                <a:latin typeface="Arial-Regular" pitchFamily="34" charset="0"/>
                <a:ea typeface="Arial-Regular" pitchFamily="34" charset="-122"/>
                <a:cs typeface="Arial-Regular" pitchFamily="34" charset="-120"/>
              </a:rPr>
              <a:t>• Multiple types exist despite standardization.</a:t>
            </a:r>
            <a:endParaRPr lang="en-US" sz="1850" dirty="0"/>
          </a:p>
        </p:txBody>
      </p:sp>
      <p:sp>
        <p:nvSpPr>
          <p:cNvPr id="21" name="Slide Number Placeholder 20">
            <a:extLst>
              <a:ext uri="{FF2B5EF4-FFF2-40B4-BE49-F238E27FC236}">
                <a16:creationId xmlns:a16="http://schemas.microsoft.com/office/drawing/2014/main" xmlns="" id="{2241F45E-05EE-4299-94E8-3610A5038DF3}"/>
              </a:ext>
            </a:extLst>
          </p:cNvPr>
          <p:cNvSpPr>
            <a:spLocks noGrp="1"/>
          </p:cNvSpPr>
          <p:nvPr>
            <p:ph type="sldNum" sz="quarter" idx="12"/>
          </p:nvPr>
        </p:nvSpPr>
        <p:spPr/>
        <p:txBody>
          <a:bodyPr/>
          <a:lstStyle/>
          <a:p>
            <a:fld id="{EBE830D9-24CA-4274-959B-A0405615DCE4}" type="slidenum">
              <a:rPr lang="en-IN" smtClean="0"/>
              <a:pPr/>
              <a:t>11</a:t>
            </a:fld>
            <a:endParaRPr lang="en-IN" dirty="0"/>
          </a:p>
        </p:txBody>
      </p:sp>
      <p:pic>
        <p:nvPicPr>
          <p:cNvPr id="24" name="Picture 23">
            <a:extLst>
              <a:ext uri="{FF2B5EF4-FFF2-40B4-BE49-F238E27FC236}">
                <a16:creationId xmlns:a16="http://schemas.microsoft.com/office/drawing/2014/main" xmlns="" id="{273009CD-C536-4A65-A246-8F876283A18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887201" y="7386321"/>
            <a:ext cx="2661920" cy="6794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38744"/>
          </a:xfrm>
          <a:prstGeom prst="rect">
            <a:avLst/>
          </a:prstGeom>
        </p:spPr>
      </p:pic>
      <p:pic>
        <p:nvPicPr>
          <p:cNvPr id="3" name="Image 1" descr="preencoded.png"/>
          <p:cNvPicPr>
            <a:picLocks noChangeAspect="1"/>
          </p:cNvPicPr>
          <p:nvPr/>
        </p:nvPicPr>
        <p:blipFill>
          <a:blip r:embed="rId4"/>
          <a:stretch>
            <a:fillRect/>
          </a:stretch>
        </p:blipFill>
        <p:spPr>
          <a:xfrm>
            <a:off x="208279" y="7620"/>
            <a:ext cx="14630400" cy="8238744"/>
          </a:xfrm>
          <a:prstGeom prst="rect">
            <a:avLst/>
          </a:prstGeom>
        </p:spPr>
      </p:pic>
      <p:sp>
        <p:nvSpPr>
          <p:cNvPr id="4" name="Text 0"/>
          <p:cNvSpPr/>
          <p:nvPr/>
        </p:nvSpPr>
        <p:spPr>
          <a:xfrm>
            <a:off x="482600" y="844805"/>
            <a:ext cx="5225796" cy="832104"/>
          </a:xfrm>
          <a:prstGeom prst="rect">
            <a:avLst/>
          </a:prstGeom>
          <a:noFill/>
          <a:ln/>
        </p:spPr>
        <p:txBody>
          <a:bodyPr wrap="none" lIns="0" tIns="0" rIns="0" bIns="0" rtlCol="0" anchor="ctr"/>
          <a:lstStyle/>
          <a:p>
            <a:pPr marL="0" indent="0" algn="r">
              <a:lnSpc>
                <a:spcPts val="8970"/>
              </a:lnSpc>
              <a:buNone/>
            </a:pPr>
            <a:r>
              <a:rPr lang="en-US" sz="4800" dirty="0">
                <a:solidFill>
                  <a:srgbClr val="011C2A"/>
                </a:solidFill>
                <a:latin typeface="思源黑体-思源黑体-Bold" pitchFamily="34" charset="0"/>
                <a:ea typeface="思源黑体-思源黑体-Bold" pitchFamily="34" charset="-122"/>
                <a:cs typeface="思源黑体-思源黑体-Bold" pitchFamily="34" charset="-120"/>
              </a:rPr>
              <a:t>WAN </a:t>
            </a:r>
            <a:r>
              <a:rPr lang="en-US" sz="4400" dirty="0">
                <a:solidFill>
                  <a:srgbClr val="011C2A"/>
                </a:solidFill>
                <a:latin typeface="Cambria" panose="02040503050406030204" pitchFamily="18" charset="0"/>
                <a:ea typeface="Cambria" panose="02040503050406030204" pitchFamily="18" charset="0"/>
                <a:cs typeface="思源黑体-思源黑体-Bold" pitchFamily="34" charset="-120"/>
              </a:rPr>
              <a:t>Technologies</a:t>
            </a:r>
            <a:endParaRPr lang="en-US" sz="4400" dirty="0">
              <a:latin typeface="Cambria" panose="02040503050406030204" pitchFamily="18" charset="0"/>
              <a:ea typeface="Cambria" panose="02040503050406030204" pitchFamily="18" charset="0"/>
            </a:endParaRPr>
          </a:p>
        </p:txBody>
      </p:sp>
      <p:sp>
        <p:nvSpPr>
          <p:cNvPr id="5" name="Text 1"/>
          <p:cNvSpPr/>
          <p:nvPr/>
        </p:nvSpPr>
        <p:spPr>
          <a:xfrm>
            <a:off x="1074420" y="5508245"/>
            <a:ext cx="12481560" cy="1069848"/>
          </a:xfrm>
          <a:prstGeom prst="rect">
            <a:avLst/>
          </a:prstGeom>
          <a:noFill/>
          <a:ln/>
        </p:spPr>
        <p:txBody>
          <a:bodyPr wrap="square" lIns="0" tIns="0" rIns="0" bIns="0" rtlCol="0" anchor="ctr"/>
          <a:lstStyle/>
          <a:p>
            <a:pPr marL="0" indent="0" algn="just">
              <a:lnSpc>
                <a:spcPts val="2780"/>
              </a:lnSpc>
              <a:buNone/>
            </a:pPr>
            <a:r>
              <a:rPr lang="en-US" sz="2800" b="1" dirty="0">
                <a:solidFill>
                  <a:srgbClr val="03141C"/>
                </a:solidFill>
                <a:latin typeface="Calibri" panose="020F0502020204030204" pitchFamily="34" charset="0"/>
                <a:ea typeface="Arial-Regular" pitchFamily="34" charset="-122"/>
                <a:cs typeface="Calibri" panose="020F0502020204030204" pitchFamily="34" charset="0"/>
              </a:rPr>
              <a:t>ATM (Asynchronous Transfer Mode)</a:t>
            </a:r>
            <a:r>
              <a:rPr lang="en-US" sz="2800" dirty="0">
                <a:solidFill>
                  <a:srgbClr val="03141C"/>
                </a:solidFill>
                <a:latin typeface="Calibri" panose="020F0502020204030204" pitchFamily="34" charset="0"/>
                <a:ea typeface="Arial-Regular" pitchFamily="34" charset="-122"/>
                <a:cs typeface="Calibri" panose="020F0502020204030204" pitchFamily="34" charset="0"/>
              </a:rPr>
              <a:t>: Fixed-size cells vs. variable-size frames in Frame Relay. Minimal error control overhead. Supports 10s to 100s of Mbps, even Gbps. Allows dynamic virtual channels with varied data rates. Combines benefits of circuit and packet switching.</a:t>
            </a:r>
            <a:endParaRPr lang="en-US" sz="2800" dirty="0">
              <a:latin typeface="Calibri" panose="020F0502020204030204" pitchFamily="34" charset="0"/>
              <a:cs typeface="Calibri" panose="020F0502020204030204" pitchFamily="34" charset="0"/>
            </a:endParaRPr>
          </a:p>
        </p:txBody>
      </p:sp>
      <p:sp>
        <p:nvSpPr>
          <p:cNvPr id="6" name="Text 2"/>
          <p:cNvSpPr/>
          <p:nvPr/>
        </p:nvSpPr>
        <p:spPr>
          <a:xfrm>
            <a:off x="1078992" y="2715768"/>
            <a:ext cx="12481560" cy="356616"/>
          </a:xfrm>
          <a:prstGeom prst="rect">
            <a:avLst/>
          </a:prstGeom>
          <a:noFill/>
          <a:ln/>
        </p:spPr>
        <p:txBody>
          <a:bodyPr wrap="none" lIns="0" tIns="0" rIns="0" bIns="0" rtlCol="0" anchor="ctr"/>
          <a:lstStyle/>
          <a:p>
            <a:pPr marL="0" indent="0" algn="just">
              <a:lnSpc>
                <a:spcPts val="2780"/>
              </a:lnSpc>
              <a:buNone/>
            </a:pPr>
            <a:r>
              <a:rPr lang="en-US" sz="2800" b="1" dirty="0">
                <a:solidFill>
                  <a:srgbClr val="03141C"/>
                </a:solidFill>
                <a:latin typeface="Calibri" panose="020F0502020204030204" pitchFamily="34" charset="0"/>
                <a:ea typeface="Arial-Regular" pitchFamily="34" charset="-122"/>
                <a:cs typeface="Calibri" panose="020F0502020204030204" pitchFamily="34" charset="0"/>
              </a:rPr>
              <a:t>Circuit Switching</a:t>
            </a:r>
            <a:r>
              <a:rPr lang="en-US" sz="2800" dirty="0">
                <a:solidFill>
                  <a:srgbClr val="03141C"/>
                </a:solidFill>
                <a:latin typeface="Calibri" panose="020F0502020204030204" pitchFamily="34" charset="0"/>
                <a:ea typeface="Arial-Regular" pitchFamily="34" charset="-122"/>
                <a:cs typeface="Calibri" panose="020F0502020204030204" pitchFamily="34" charset="0"/>
              </a:rPr>
              <a:t>: Dedicated path between stations. Example: Telephone network.</a:t>
            </a:r>
            <a:endParaRPr lang="en-US" sz="2800" dirty="0">
              <a:latin typeface="Calibri" panose="020F0502020204030204" pitchFamily="34" charset="0"/>
              <a:cs typeface="Calibri" panose="020F0502020204030204" pitchFamily="34" charset="0"/>
            </a:endParaRPr>
          </a:p>
        </p:txBody>
      </p:sp>
      <p:sp>
        <p:nvSpPr>
          <p:cNvPr id="7" name="Text 3"/>
          <p:cNvSpPr/>
          <p:nvPr/>
        </p:nvSpPr>
        <p:spPr>
          <a:xfrm>
            <a:off x="1078992" y="4315968"/>
            <a:ext cx="12481560" cy="713232"/>
          </a:xfrm>
          <a:prstGeom prst="rect">
            <a:avLst/>
          </a:prstGeom>
          <a:noFill/>
          <a:ln/>
        </p:spPr>
        <p:txBody>
          <a:bodyPr wrap="square" lIns="0" tIns="0" rIns="0" bIns="0" rtlCol="0" anchor="ctr"/>
          <a:lstStyle/>
          <a:p>
            <a:pPr marL="0" indent="0" algn="just">
              <a:lnSpc>
                <a:spcPts val="2780"/>
              </a:lnSpc>
              <a:buNone/>
            </a:pPr>
            <a:r>
              <a:rPr lang="en-US" sz="2800" b="1" dirty="0">
                <a:solidFill>
                  <a:srgbClr val="03141C"/>
                </a:solidFill>
                <a:latin typeface="Calibri" panose="020F0502020204030204" pitchFamily="34" charset="0"/>
                <a:ea typeface="Arial-Regular" pitchFamily="34" charset="-122"/>
                <a:cs typeface="Calibri" panose="020F0502020204030204" pitchFamily="34" charset="0"/>
              </a:rPr>
              <a:t>Frame Relay</a:t>
            </a:r>
            <a:r>
              <a:rPr lang="en-US" sz="2800" dirty="0">
                <a:solidFill>
                  <a:srgbClr val="03141C"/>
                </a:solidFill>
                <a:latin typeface="Calibri" panose="020F0502020204030204" pitchFamily="34" charset="0"/>
                <a:ea typeface="Arial-Regular" pitchFamily="34" charset="-122"/>
                <a:cs typeface="Calibri" panose="020F0502020204030204" pitchFamily="34" charset="0"/>
              </a:rPr>
              <a:t>: Designed for low error, high-speed networks. Less overhead, supports up to 2 Mbps. Faster than traditional packet switching.</a:t>
            </a:r>
            <a:endParaRPr lang="en-US" sz="2800" dirty="0">
              <a:latin typeface="Calibri" panose="020F0502020204030204" pitchFamily="34" charset="0"/>
              <a:cs typeface="Calibri" panose="020F0502020204030204" pitchFamily="34" charset="0"/>
            </a:endParaRPr>
          </a:p>
        </p:txBody>
      </p:sp>
      <p:sp>
        <p:nvSpPr>
          <p:cNvPr id="8" name="Text 4"/>
          <p:cNvSpPr/>
          <p:nvPr/>
        </p:nvSpPr>
        <p:spPr>
          <a:xfrm>
            <a:off x="1078992" y="3337560"/>
            <a:ext cx="12481560" cy="713232"/>
          </a:xfrm>
          <a:prstGeom prst="rect">
            <a:avLst/>
          </a:prstGeom>
          <a:noFill/>
          <a:ln/>
        </p:spPr>
        <p:txBody>
          <a:bodyPr wrap="square" lIns="0" tIns="0" rIns="0" bIns="0" rtlCol="0" anchor="ctr"/>
          <a:lstStyle/>
          <a:p>
            <a:pPr marL="0" indent="0" algn="just">
              <a:lnSpc>
                <a:spcPts val="2780"/>
              </a:lnSpc>
              <a:buNone/>
            </a:pPr>
            <a:r>
              <a:rPr lang="en-US" sz="2800" b="1" dirty="0">
                <a:solidFill>
                  <a:srgbClr val="03141C"/>
                </a:solidFill>
                <a:latin typeface="Calibri" panose="020F0502020204030204" pitchFamily="34" charset="0"/>
                <a:ea typeface="Arial-Regular" pitchFamily="34" charset="-122"/>
                <a:cs typeface="Calibri" panose="020F0502020204030204" pitchFamily="34" charset="0"/>
              </a:rPr>
              <a:t>Packet Switching</a:t>
            </a:r>
            <a:r>
              <a:rPr lang="en-US" sz="2800" dirty="0">
                <a:solidFill>
                  <a:srgbClr val="03141C"/>
                </a:solidFill>
                <a:latin typeface="Calibri" panose="020F0502020204030204" pitchFamily="34" charset="0"/>
                <a:ea typeface="Arial-Regular" pitchFamily="34" charset="-122"/>
                <a:cs typeface="Calibri" panose="020F0502020204030204" pitchFamily="34" charset="0"/>
              </a:rPr>
              <a:t>: Data sent as packets, stored and forwarded at each node. Ideal for computer-to-computer communication.</a:t>
            </a:r>
            <a:endParaRPr lang="en-US" sz="2800" dirty="0">
              <a:latin typeface="Calibri" panose="020F0502020204030204" pitchFamily="34" charset="0"/>
              <a:cs typeface="Calibri" panose="020F0502020204030204" pitchFamily="34" charset="0"/>
            </a:endParaRPr>
          </a:p>
        </p:txBody>
      </p:sp>
      <p:sp>
        <p:nvSpPr>
          <p:cNvPr id="9" name="Slide Number Placeholder 8">
            <a:extLst>
              <a:ext uri="{FF2B5EF4-FFF2-40B4-BE49-F238E27FC236}">
                <a16:creationId xmlns:a16="http://schemas.microsoft.com/office/drawing/2014/main" xmlns="" id="{BD0DE92F-5C98-4A07-946C-C6738F969E07}"/>
              </a:ext>
            </a:extLst>
          </p:cNvPr>
          <p:cNvSpPr>
            <a:spLocks noGrp="1"/>
          </p:cNvSpPr>
          <p:nvPr>
            <p:ph type="sldNum" sz="quarter" idx="12"/>
          </p:nvPr>
        </p:nvSpPr>
        <p:spPr/>
        <p:txBody>
          <a:bodyPr/>
          <a:lstStyle/>
          <a:p>
            <a:fld id="{EBE830D9-24CA-4274-959B-A0405615DCE4}" type="slidenum">
              <a:rPr lang="en-IN" smtClean="0"/>
              <a:pPr/>
              <a:t>12</a:t>
            </a:fld>
            <a:endParaRPr lang="en-IN" dirty="0"/>
          </a:p>
        </p:txBody>
      </p:sp>
      <p:pic>
        <p:nvPicPr>
          <p:cNvPr id="12" name="Picture 11">
            <a:extLst>
              <a:ext uri="{FF2B5EF4-FFF2-40B4-BE49-F238E27FC236}">
                <a16:creationId xmlns:a16="http://schemas.microsoft.com/office/drawing/2014/main" xmlns="" id="{2981FF87-29E0-4748-A835-F95494462D3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887201" y="7386321"/>
            <a:ext cx="2661920" cy="67945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11320272"/>
          </a:xfrm>
          <a:prstGeom prst="rect">
            <a:avLst/>
          </a:prstGeom>
        </p:spPr>
      </p:pic>
      <p:pic>
        <p:nvPicPr>
          <p:cNvPr id="3" name="Image 1" descr="preencoded.png"/>
          <p:cNvPicPr>
            <a:picLocks noChangeAspect="1"/>
          </p:cNvPicPr>
          <p:nvPr/>
        </p:nvPicPr>
        <p:blipFill>
          <a:blip r:embed="rId4"/>
          <a:stretch>
            <a:fillRect/>
          </a:stretch>
        </p:blipFill>
        <p:spPr>
          <a:xfrm>
            <a:off x="169816" y="0"/>
            <a:ext cx="14484597" cy="8296377"/>
          </a:xfrm>
          <a:prstGeom prst="rect">
            <a:avLst/>
          </a:prstGeom>
        </p:spPr>
      </p:pic>
      <p:sp>
        <p:nvSpPr>
          <p:cNvPr id="4" name="Text 0"/>
          <p:cNvSpPr/>
          <p:nvPr/>
        </p:nvSpPr>
        <p:spPr>
          <a:xfrm>
            <a:off x="4765412" y="1561109"/>
            <a:ext cx="12481560" cy="356616"/>
          </a:xfrm>
          <a:prstGeom prst="rect">
            <a:avLst/>
          </a:prstGeom>
          <a:noFill/>
          <a:ln/>
        </p:spPr>
        <p:txBody>
          <a:bodyPr wrap="none" lIns="0" tIns="0" rIns="0" bIns="0" rtlCol="0" anchor="ctr"/>
          <a:lstStyle/>
          <a:p>
            <a:pPr marL="0" indent="0" algn="l">
              <a:lnSpc>
                <a:spcPts val="3250"/>
              </a:lnSpc>
              <a:buNone/>
            </a:pPr>
            <a:r>
              <a:rPr lang="en-US" sz="2400" b="1" dirty="0">
                <a:solidFill>
                  <a:srgbClr val="03141C"/>
                </a:solidFill>
                <a:latin typeface="Calibri" panose="020F0502020204030204" pitchFamily="34" charset="0"/>
                <a:ea typeface="思源黑体-思源黑体-Bold" pitchFamily="34" charset="-122"/>
                <a:cs typeface="Calibri" panose="020F0502020204030204" pitchFamily="34" charset="0"/>
              </a:rPr>
              <a:t>Flow Control</a:t>
            </a:r>
            <a:endParaRPr lang="en-US" sz="2400" b="1" dirty="0">
              <a:latin typeface="Calibri" panose="020F0502020204030204" pitchFamily="34" charset="0"/>
              <a:cs typeface="Calibri" panose="020F0502020204030204" pitchFamily="34" charset="0"/>
            </a:endParaRPr>
          </a:p>
        </p:txBody>
      </p:sp>
      <p:sp>
        <p:nvSpPr>
          <p:cNvPr id="5" name="Text 1"/>
          <p:cNvSpPr/>
          <p:nvPr/>
        </p:nvSpPr>
        <p:spPr>
          <a:xfrm>
            <a:off x="4741675" y="2293045"/>
            <a:ext cx="12481560" cy="356616"/>
          </a:xfrm>
          <a:prstGeom prst="rect">
            <a:avLst/>
          </a:prstGeom>
          <a:noFill/>
          <a:ln/>
        </p:spPr>
        <p:txBody>
          <a:bodyPr wrap="none" lIns="0" tIns="0" rIns="0" bIns="0" rtlCol="0" anchor="ctr"/>
          <a:lstStyle/>
          <a:p>
            <a:pPr marL="0" indent="0" algn="l">
              <a:lnSpc>
                <a:spcPts val="2780"/>
              </a:lnSpc>
              <a:buNone/>
            </a:pPr>
            <a:r>
              <a:rPr lang="en-US" sz="2000" dirty="0">
                <a:solidFill>
                  <a:srgbClr val="03141C"/>
                </a:solidFill>
                <a:latin typeface="Calibri" panose="020F0502020204030204" pitchFamily="34" charset="0"/>
                <a:ea typeface="Arial-Regular" pitchFamily="34" charset="-122"/>
                <a:cs typeface="Calibri" panose="020F0502020204030204" pitchFamily="34" charset="0"/>
              </a:rPr>
              <a:t>• Owned and managed by the organization using it.</a:t>
            </a:r>
            <a:endParaRPr lang="en-US" sz="2000" dirty="0">
              <a:latin typeface="Calibri" panose="020F0502020204030204" pitchFamily="34" charset="0"/>
              <a:cs typeface="Calibri" panose="020F0502020204030204" pitchFamily="34" charset="0"/>
            </a:endParaRPr>
          </a:p>
        </p:txBody>
      </p:sp>
      <p:sp>
        <p:nvSpPr>
          <p:cNvPr id="6" name="Text 2"/>
          <p:cNvSpPr/>
          <p:nvPr/>
        </p:nvSpPr>
        <p:spPr>
          <a:xfrm>
            <a:off x="924929" y="5033864"/>
            <a:ext cx="12428589" cy="1399440"/>
          </a:xfrm>
          <a:prstGeom prst="rect">
            <a:avLst/>
          </a:prstGeom>
          <a:noFill/>
          <a:ln/>
        </p:spPr>
        <p:txBody>
          <a:bodyPr wrap="none" lIns="0" tIns="0" rIns="0" bIns="0" rtlCol="0" anchor="ctr"/>
          <a:lstStyle/>
          <a:p>
            <a:pPr marL="0" indent="0" algn="l">
              <a:lnSpc>
                <a:spcPts val="2780"/>
              </a:lnSpc>
              <a:buNone/>
            </a:pPr>
            <a:r>
              <a:rPr lang="en-US" sz="2000" dirty="0">
                <a:solidFill>
                  <a:srgbClr val="03141C"/>
                </a:solidFill>
                <a:latin typeface="+mj-lt"/>
                <a:ea typeface="Arial-Regular" pitchFamily="34" charset="-122"/>
                <a:cs typeface="Arial-Regular" pitchFamily="34" charset="-120"/>
              </a:rPr>
              <a:t>• </a:t>
            </a:r>
            <a:r>
              <a:rPr lang="en-US" sz="2000" dirty="0">
                <a:solidFill>
                  <a:srgbClr val="03141C"/>
                </a:solidFill>
                <a:latin typeface="Calibri" panose="020F0502020204030204" pitchFamily="34" charset="0"/>
                <a:ea typeface="Arial-Regular" pitchFamily="34" charset="-122"/>
                <a:cs typeface="Calibri" panose="020F0502020204030204" pitchFamily="34" charset="0"/>
              </a:rPr>
              <a:t>Higher data transfer speeds.</a:t>
            </a:r>
            <a:endParaRPr lang="en-US" sz="2000" dirty="0">
              <a:latin typeface="Calibri" panose="020F0502020204030204" pitchFamily="34" charset="0"/>
              <a:cs typeface="Calibri" panose="020F0502020204030204" pitchFamily="34" charset="0"/>
            </a:endParaRPr>
          </a:p>
        </p:txBody>
      </p:sp>
      <p:sp>
        <p:nvSpPr>
          <p:cNvPr id="7" name="Text 3"/>
          <p:cNvSpPr/>
          <p:nvPr/>
        </p:nvSpPr>
        <p:spPr>
          <a:xfrm>
            <a:off x="827855" y="4401382"/>
            <a:ext cx="12481560" cy="356616"/>
          </a:xfrm>
          <a:prstGeom prst="rect">
            <a:avLst/>
          </a:prstGeom>
          <a:noFill/>
          <a:ln/>
        </p:spPr>
        <p:txBody>
          <a:bodyPr wrap="none" lIns="0" tIns="0" rIns="0" bIns="0" rtlCol="0" anchor="ctr"/>
          <a:lstStyle/>
          <a:p>
            <a:pPr marL="0" indent="0" algn="l">
              <a:lnSpc>
                <a:spcPts val="2780"/>
              </a:lnSpc>
              <a:buNone/>
            </a:pPr>
            <a:r>
              <a:rPr lang="en-US" sz="2000" dirty="0">
                <a:solidFill>
                  <a:srgbClr val="03141C"/>
                </a:solidFill>
                <a:latin typeface="Calibri" panose="020F0502020204030204" pitchFamily="34" charset="0"/>
                <a:ea typeface="Arial-Regular" pitchFamily="34" charset="-122"/>
                <a:cs typeface="Calibri" panose="020F0502020204030204" pitchFamily="34" charset="0"/>
              </a:rPr>
              <a:t>                                                                                                                      • Wireless LANs: Use various wireless technologies.</a:t>
            </a:r>
            <a:endParaRPr lang="en-US" sz="2000" dirty="0">
              <a:latin typeface="Calibri" panose="020F0502020204030204" pitchFamily="34" charset="0"/>
              <a:cs typeface="Calibri" panose="020F0502020204030204" pitchFamily="34" charset="0"/>
            </a:endParaRPr>
          </a:p>
        </p:txBody>
      </p:sp>
      <p:sp>
        <p:nvSpPr>
          <p:cNvPr id="8" name="Text 4"/>
          <p:cNvSpPr/>
          <p:nvPr/>
        </p:nvSpPr>
        <p:spPr>
          <a:xfrm>
            <a:off x="924929" y="3118563"/>
            <a:ext cx="12481560" cy="384048"/>
          </a:xfrm>
          <a:prstGeom prst="rect">
            <a:avLst/>
          </a:prstGeom>
          <a:noFill/>
          <a:ln/>
        </p:spPr>
        <p:txBody>
          <a:bodyPr wrap="none" lIns="0" tIns="0" rIns="0" bIns="0" rtlCol="0" anchor="ctr"/>
          <a:lstStyle/>
          <a:p>
            <a:pPr marL="0" indent="0" algn="l">
              <a:lnSpc>
                <a:spcPts val="3250"/>
              </a:lnSpc>
              <a:buNone/>
            </a:pPr>
            <a:r>
              <a:rPr lang="en-US" sz="2400" b="1" dirty="0">
                <a:solidFill>
                  <a:srgbClr val="03141C"/>
                </a:solidFill>
                <a:latin typeface="Calibri" panose="020F0502020204030204" pitchFamily="34" charset="0"/>
                <a:ea typeface="思源黑体-思源黑体-Bold" pitchFamily="34" charset="-122"/>
                <a:cs typeface="Calibri" panose="020F0502020204030204" pitchFamily="34" charset="0"/>
              </a:rPr>
              <a:t>                                                                                                             Types of LANs</a:t>
            </a:r>
            <a:endParaRPr lang="en-US" sz="2400" b="1" dirty="0">
              <a:latin typeface="Calibri" panose="020F0502020204030204" pitchFamily="34" charset="0"/>
              <a:cs typeface="Calibri" panose="020F0502020204030204" pitchFamily="34" charset="0"/>
            </a:endParaRPr>
          </a:p>
        </p:txBody>
      </p:sp>
      <p:sp>
        <p:nvSpPr>
          <p:cNvPr id="9" name="Text 5"/>
          <p:cNvSpPr/>
          <p:nvPr/>
        </p:nvSpPr>
        <p:spPr>
          <a:xfrm>
            <a:off x="4877685" y="6764837"/>
            <a:ext cx="8507730" cy="356616"/>
          </a:xfrm>
          <a:prstGeom prst="rect">
            <a:avLst/>
          </a:prstGeom>
          <a:noFill/>
          <a:ln/>
        </p:spPr>
        <p:txBody>
          <a:bodyPr wrap="none" lIns="0" tIns="0" rIns="0" bIns="0" rtlCol="0" anchor="ctr"/>
          <a:lstStyle/>
          <a:p>
            <a:pPr marL="0" indent="0" algn="l">
              <a:lnSpc>
                <a:spcPts val="2780"/>
              </a:lnSpc>
              <a:buNone/>
            </a:pPr>
            <a:r>
              <a:rPr lang="en-US" sz="2000" dirty="0">
                <a:solidFill>
                  <a:srgbClr val="03141C"/>
                </a:solidFill>
                <a:latin typeface="Calibri" panose="020F0502020204030204" pitchFamily="34" charset="0"/>
                <a:ea typeface="Arial-Regular" pitchFamily="34" charset="-122"/>
                <a:cs typeface="Calibri" panose="020F0502020204030204" pitchFamily="34" charset="0"/>
              </a:rPr>
              <a:t>•      Enable mobility, easy setup, and flexible configuration.</a:t>
            </a:r>
            <a:endParaRPr lang="en-US" sz="2000" dirty="0">
              <a:latin typeface="Calibri" panose="020F0502020204030204" pitchFamily="34" charset="0"/>
              <a:cs typeface="Calibri" panose="020F0502020204030204" pitchFamily="34" charset="0"/>
            </a:endParaRPr>
          </a:p>
        </p:txBody>
      </p:sp>
      <p:sp>
        <p:nvSpPr>
          <p:cNvPr id="10" name="Text 6"/>
          <p:cNvSpPr/>
          <p:nvPr/>
        </p:nvSpPr>
        <p:spPr>
          <a:xfrm>
            <a:off x="832104" y="649224"/>
            <a:ext cx="12984480" cy="832104"/>
          </a:xfrm>
          <a:prstGeom prst="rect">
            <a:avLst/>
          </a:prstGeom>
          <a:noFill/>
          <a:ln/>
        </p:spPr>
        <p:txBody>
          <a:bodyPr wrap="none" lIns="0" tIns="0" rIns="0" bIns="0" rtlCol="0" anchor="ctr"/>
          <a:lstStyle/>
          <a:p>
            <a:pPr marL="0" indent="0" algn="l">
              <a:lnSpc>
                <a:spcPts val="6500"/>
              </a:lnSpc>
              <a:buNone/>
            </a:pPr>
            <a:r>
              <a:rPr lang="en-US" sz="4640" dirty="0">
                <a:solidFill>
                  <a:srgbClr val="011C2A"/>
                </a:solidFill>
                <a:latin typeface="Cambria" panose="02040503050406030204" pitchFamily="18" charset="0"/>
                <a:ea typeface="Cambria" panose="02040503050406030204" pitchFamily="18" charset="0"/>
                <a:cs typeface="思源黑体-思源黑体-Bold" pitchFamily="34" charset="-120"/>
              </a:rPr>
              <a:t>Local Area and Wireless Networks</a:t>
            </a:r>
            <a:endParaRPr lang="en-US" sz="4640" dirty="0">
              <a:latin typeface="Cambria" panose="02040503050406030204" pitchFamily="18" charset="0"/>
              <a:ea typeface="Cambria" panose="02040503050406030204" pitchFamily="18" charset="0"/>
            </a:endParaRPr>
          </a:p>
        </p:txBody>
      </p:sp>
      <p:sp>
        <p:nvSpPr>
          <p:cNvPr id="11" name="Text 7"/>
          <p:cNvSpPr/>
          <p:nvPr/>
        </p:nvSpPr>
        <p:spPr>
          <a:xfrm>
            <a:off x="900915" y="4631477"/>
            <a:ext cx="12435654" cy="971074"/>
          </a:xfrm>
          <a:prstGeom prst="rect">
            <a:avLst/>
          </a:prstGeom>
          <a:noFill/>
          <a:ln/>
        </p:spPr>
        <p:txBody>
          <a:bodyPr wrap="none" lIns="0" tIns="0" rIns="0" bIns="0" rtlCol="0" anchor="ctr"/>
          <a:lstStyle/>
          <a:p>
            <a:pPr marL="0" indent="0" algn="l">
              <a:lnSpc>
                <a:spcPts val="2780"/>
              </a:lnSpc>
              <a:buNone/>
            </a:pPr>
            <a:r>
              <a:rPr lang="en-US" sz="2000" dirty="0">
                <a:solidFill>
                  <a:srgbClr val="03141C"/>
                </a:solidFill>
                <a:latin typeface="Calibri" panose="020F0502020204030204" pitchFamily="34" charset="0"/>
                <a:ea typeface="Arial-Regular" pitchFamily="34" charset="-122"/>
                <a:cs typeface="Calibri" panose="020F0502020204030204" pitchFamily="34" charset="0"/>
              </a:rPr>
              <a:t>• Smaller scope.</a:t>
            </a:r>
            <a:endParaRPr lang="en-US" sz="2000" dirty="0">
              <a:latin typeface="Calibri" panose="020F0502020204030204" pitchFamily="34" charset="0"/>
              <a:cs typeface="Calibri" panose="020F0502020204030204" pitchFamily="34" charset="0"/>
            </a:endParaRPr>
          </a:p>
        </p:txBody>
      </p:sp>
      <p:sp>
        <p:nvSpPr>
          <p:cNvPr id="12" name="Text 8"/>
          <p:cNvSpPr/>
          <p:nvPr/>
        </p:nvSpPr>
        <p:spPr>
          <a:xfrm>
            <a:off x="848221" y="3547340"/>
            <a:ext cx="12481560" cy="356616"/>
          </a:xfrm>
          <a:prstGeom prst="rect">
            <a:avLst/>
          </a:prstGeom>
          <a:noFill/>
          <a:ln/>
        </p:spPr>
        <p:txBody>
          <a:bodyPr wrap="none" lIns="0" tIns="0" rIns="0" bIns="0" rtlCol="0" anchor="ctr"/>
          <a:lstStyle/>
          <a:p>
            <a:pPr marL="0" indent="0" algn="l">
              <a:lnSpc>
                <a:spcPts val="2780"/>
              </a:lnSpc>
              <a:buNone/>
            </a:pPr>
            <a:r>
              <a:rPr lang="en-US" sz="2000" dirty="0">
                <a:solidFill>
                  <a:srgbClr val="03141C"/>
                </a:solidFill>
                <a:latin typeface="Calibri" panose="020F0502020204030204" pitchFamily="34" charset="0"/>
                <a:ea typeface="Arial-Regular" pitchFamily="34" charset="-122"/>
                <a:cs typeface="Calibri" panose="020F0502020204030204" pitchFamily="34" charset="0"/>
              </a:rPr>
              <a:t>                                                                                                                      • Switched LANs: Typically switched Ethernet.</a:t>
            </a:r>
            <a:endParaRPr lang="en-US" sz="2000" dirty="0">
              <a:latin typeface="Calibri" panose="020F0502020204030204" pitchFamily="34" charset="0"/>
              <a:cs typeface="Calibri" panose="020F0502020204030204" pitchFamily="34" charset="0"/>
            </a:endParaRPr>
          </a:p>
        </p:txBody>
      </p:sp>
      <p:sp>
        <p:nvSpPr>
          <p:cNvPr id="13" name="Text 9"/>
          <p:cNvSpPr/>
          <p:nvPr/>
        </p:nvSpPr>
        <p:spPr>
          <a:xfrm>
            <a:off x="4877685" y="6419699"/>
            <a:ext cx="4540596" cy="356616"/>
          </a:xfrm>
          <a:prstGeom prst="rect">
            <a:avLst/>
          </a:prstGeom>
          <a:noFill/>
          <a:ln/>
        </p:spPr>
        <p:txBody>
          <a:bodyPr wrap="none" lIns="0" tIns="0" rIns="0" bIns="0" rtlCol="0" anchor="ctr"/>
          <a:lstStyle/>
          <a:p>
            <a:pPr marL="342900" indent="-342900" algn="l">
              <a:lnSpc>
                <a:spcPts val="2780"/>
              </a:lnSpc>
              <a:buFont typeface="Arial" panose="020B0604020202020204" pitchFamily="34" charset="0"/>
              <a:buChar char="•"/>
            </a:pPr>
            <a:r>
              <a:rPr lang="en-US" sz="2000" dirty="0">
                <a:solidFill>
                  <a:srgbClr val="03141C"/>
                </a:solidFill>
                <a:latin typeface="Calibri" panose="020F0502020204030204" pitchFamily="34" charset="0"/>
                <a:ea typeface="Arial-Regular" pitchFamily="34" charset="-122"/>
                <a:cs typeface="Calibri" panose="020F0502020204030204" pitchFamily="34" charset="0"/>
              </a:rPr>
              <a:t>Used in both LAN and WAN environments.</a:t>
            </a:r>
            <a:endParaRPr lang="en-US" sz="2000" dirty="0">
              <a:latin typeface="Calibri" panose="020F0502020204030204" pitchFamily="34" charset="0"/>
              <a:cs typeface="Calibri" panose="020F0502020204030204" pitchFamily="34" charset="0"/>
            </a:endParaRPr>
          </a:p>
        </p:txBody>
      </p:sp>
      <p:sp>
        <p:nvSpPr>
          <p:cNvPr id="14" name="Text 10"/>
          <p:cNvSpPr/>
          <p:nvPr/>
        </p:nvSpPr>
        <p:spPr>
          <a:xfrm>
            <a:off x="4765412" y="2653770"/>
            <a:ext cx="12481560" cy="356616"/>
          </a:xfrm>
          <a:prstGeom prst="rect">
            <a:avLst/>
          </a:prstGeom>
          <a:noFill/>
          <a:ln/>
        </p:spPr>
        <p:txBody>
          <a:bodyPr wrap="none" lIns="0" tIns="0" rIns="0" bIns="0" rtlCol="0" anchor="ctr"/>
          <a:lstStyle/>
          <a:p>
            <a:pPr marL="0" indent="0" algn="l">
              <a:lnSpc>
                <a:spcPts val="2780"/>
              </a:lnSpc>
              <a:buNone/>
            </a:pPr>
            <a:r>
              <a:rPr lang="en-US" sz="2000" dirty="0">
                <a:solidFill>
                  <a:srgbClr val="03141C"/>
                </a:solidFill>
                <a:latin typeface="Calibri" panose="020F0502020204030204" pitchFamily="34" charset="0"/>
                <a:ea typeface="Arial-Regular" pitchFamily="34" charset="-122"/>
                <a:cs typeface="Calibri" panose="020F0502020204030204" pitchFamily="34" charset="0"/>
              </a:rPr>
              <a:t>• Offers high internal data rates.</a:t>
            </a:r>
            <a:endParaRPr lang="en-US" sz="2000" dirty="0">
              <a:latin typeface="Calibri" panose="020F0502020204030204" pitchFamily="34" charset="0"/>
              <a:cs typeface="Calibri" panose="020F0502020204030204" pitchFamily="34" charset="0"/>
            </a:endParaRPr>
          </a:p>
        </p:txBody>
      </p:sp>
      <p:sp>
        <p:nvSpPr>
          <p:cNvPr id="15" name="Text 11"/>
          <p:cNvSpPr/>
          <p:nvPr/>
        </p:nvSpPr>
        <p:spPr>
          <a:xfrm>
            <a:off x="894864" y="4907343"/>
            <a:ext cx="12458654" cy="1056380"/>
          </a:xfrm>
          <a:prstGeom prst="rect">
            <a:avLst/>
          </a:prstGeom>
          <a:noFill/>
          <a:ln/>
        </p:spPr>
        <p:txBody>
          <a:bodyPr wrap="none" lIns="0" tIns="0" rIns="0" bIns="0" rtlCol="0" anchor="ctr"/>
          <a:lstStyle/>
          <a:p>
            <a:pPr marL="0" indent="0" algn="l">
              <a:lnSpc>
                <a:spcPts val="2780"/>
              </a:lnSpc>
              <a:buNone/>
            </a:pPr>
            <a:r>
              <a:rPr lang="en-US" sz="2000" dirty="0">
                <a:solidFill>
                  <a:srgbClr val="03141C"/>
                </a:solidFill>
                <a:latin typeface="Calibri" panose="020F0502020204030204" pitchFamily="34" charset="0"/>
                <a:ea typeface="Arial-Regular" pitchFamily="34" charset="-122"/>
                <a:cs typeface="Calibri" panose="020F0502020204030204" pitchFamily="34" charset="0"/>
              </a:rPr>
              <a:t>• Fully user-owned and maintained.</a:t>
            </a:r>
            <a:endParaRPr lang="en-US" sz="2000" dirty="0">
              <a:latin typeface="Calibri" panose="020F0502020204030204" pitchFamily="34" charset="0"/>
              <a:cs typeface="Calibri" panose="020F0502020204030204" pitchFamily="34" charset="0"/>
            </a:endParaRPr>
          </a:p>
        </p:txBody>
      </p:sp>
      <p:sp>
        <p:nvSpPr>
          <p:cNvPr id="16" name="Text 12"/>
          <p:cNvSpPr/>
          <p:nvPr/>
        </p:nvSpPr>
        <p:spPr>
          <a:xfrm>
            <a:off x="4741675" y="1925329"/>
            <a:ext cx="12481560" cy="356616"/>
          </a:xfrm>
          <a:prstGeom prst="rect">
            <a:avLst/>
          </a:prstGeom>
          <a:noFill/>
          <a:ln/>
        </p:spPr>
        <p:txBody>
          <a:bodyPr wrap="none" lIns="0" tIns="0" rIns="0" bIns="0" rtlCol="0" anchor="ctr"/>
          <a:lstStyle/>
          <a:p>
            <a:pPr marL="0" indent="0" algn="l">
              <a:lnSpc>
                <a:spcPts val="2780"/>
              </a:lnSpc>
              <a:buNone/>
            </a:pPr>
            <a:r>
              <a:rPr lang="en-US" sz="2000" dirty="0">
                <a:solidFill>
                  <a:srgbClr val="03141C"/>
                </a:solidFill>
                <a:latin typeface="Calibri" panose="020F0502020204030204" pitchFamily="34" charset="0"/>
                <a:ea typeface="Arial-Regular" pitchFamily="34" charset="-122"/>
                <a:cs typeface="Calibri" panose="020F0502020204030204" pitchFamily="34" charset="0"/>
              </a:rPr>
              <a:t>• Interconnects devices within a limited geographic area (e.g., building/campus).</a:t>
            </a:r>
            <a:endParaRPr lang="en-US" sz="2000" dirty="0">
              <a:latin typeface="Calibri" panose="020F0502020204030204" pitchFamily="34" charset="0"/>
              <a:cs typeface="Calibri" panose="020F0502020204030204" pitchFamily="34" charset="0"/>
            </a:endParaRPr>
          </a:p>
        </p:txBody>
      </p:sp>
      <p:sp>
        <p:nvSpPr>
          <p:cNvPr id="17" name="Text 13"/>
          <p:cNvSpPr/>
          <p:nvPr/>
        </p:nvSpPr>
        <p:spPr>
          <a:xfrm>
            <a:off x="4877685" y="7114572"/>
            <a:ext cx="12447569" cy="363561"/>
          </a:xfrm>
          <a:prstGeom prst="rect">
            <a:avLst/>
          </a:prstGeom>
          <a:noFill/>
          <a:ln/>
        </p:spPr>
        <p:txBody>
          <a:bodyPr wrap="none" lIns="0" tIns="0" rIns="0" bIns="0" rtlCol="0" anchor="ctr"/>
          <a:lstStyle/>
          <a:p>
            <a:pPr marL="0" indent="0" algn="l">
              <a:lnSpc>
                <a:spcPts val="2780"/>
              </a:lnSpc>
              <a:buNone/>
            </a:pPr>
            <a:r>
              <a:rPr lang="en-US" sz="2000" dirty="0">
                <a:solidFill>
                  <a:srgbClr val="03141C"/>
                </a:solidFill>
                <a:latin typeface="Calibri" panose="020F0502020204030204" pitchFamily="34" charset="0"/>
                <a:ea typeface="Arial-Regular" pitchFamily="34" charset="-122"/>
                <a:cs typeface="Calibri" panose="020F0502020204030204" pitchFamily="34" charset="0"/>
              </a:rPr>
              <a:t>•     Widely adopted in business and communication systems.</a:t>
            </a:r>
            <a:endParaRPr lang="en-US" sz="2000" dirty="0">
              <a:latin typeface="Calibri" panose="020F0502020204030204" pitchFamily="34" charset="0"/>
              <a:cs typeface="Calibri" panose="020F0502020204030204" pitchFamily="34" charset="0"/>
            </a:endParaRPr>
          </a:p>
        </p:txBody>
      </p:sp>
      <p:sp>
        <p:nvSpPr>
          <p:cNvPr id="18" name="Text 14"/>
          <p:cNvSpPr/>
          <p:nvPr/>
        </p:nvSpPr>
        <p:spPr>
          <a:xfrm>
            <a:off x="1979024" y="6062079"/>
            <a:ext cx="12481560" cy="420624"/>
          </a:xfrm>
          <a:prstGeom prst="rect">
            <a:avLst/>
          </a:prstGeom>
          <a:noFill/>
          <a:ln/>
        </p:spPr>
        <p:txBody>
          <a:bodyPr wrap="none" lIns="0" tIns="0" rIns="0" bIns="0" rtlCol="0" anchor="ctr"/>
          <a:lstStyle/>
          <a:p>
            <a:pPr marL="0" indent="0" algn="l">
              <a:lnSpc>
                <a:spcPts val="3250"/>
              </a:lnSpc>
              <a:buNone/>
            </a:pPr>
            <a:r>
              <a:rPr lang="en-US" sz="2400" b="1" dirty="0">
                <a:solidFill>
                  <a:srgbClr val="03141C"/>
                </a:solidFill>
                <a:latin typeface="思源黑体-思源黑体-Bold" pitchFamily="34" charset="0"/>
                <a:ea typeface="思源黑体-思源黑体-Bold" pitchFamily="34" charset="-122"/>
                <a:cs typeface="思源黑体-思源黑体-Bold" pitchFamily="34" charset="-120"/>
              </a:rPr>
              <a:t>                                           </a:t>
            </a:r>
            <a:r>
              <a:rPr lang="en-US" sz="2400" b="1" dirty="0">
                <a:solidFill>
                  <a:srgbClr val="03141C"/>
                </a:solidFill>
                <a:latin typeface="Calibri" panose="020F0502020204030204" pitchFamily="34" charset="0"/>
                <a:ea typeface="思源黑体-思源黑体-Bold" pitchFamily="34" charset="-122"/>
                <a:cs typeface="Calibri" panose="020F0502020204030204" pitchFamily="34" charset="0"/>
              </a:rPr>
              <a:t>Wireless Networks </a:t>
            </a:r>
            <a:endParaRPr lang="en-US" sz="2400" b="1" dirty="0">
              <a:latin typeface="Calibri" panose="020F0502020204030204" pitchFamily="34" charset="0"/>
              <a:cs typeface="Calibri" panose="020F0502020204030204" pitchFamily="34" charset="0"/>
            </a:endParaRPr>
          </a:p>
        </p:txBody>
      </p:sp>
      <p:sp>
        <p:nvSpPr>
          <p:cNvPr id="19" name="Text 15"/>
          <p:cNvSpPr/>
          <p:nvPr/>
        </p:nvSpPr>
        <p:spPr>
          <a:xfrm>
            <a:off x="828363" y="3993919"/>
            <a:ext cx="12481560" cy="356616"/>
          </a:xfrm>
          <a:prstGeom prst="rect">
            <a:avLst/>
          </a:prstGeom>
          <a:noFill/>
          <a:ln/>
        </p:spPr>
        <p:txBody>
          <a:bodyPr wrap="none" lIns="0" tIns="0" rIns="0" bIns="0" rtlCol="0" anchor="ctr"/>
          <a:lstStyle/>
          <a:p>
            <a:pPr marL="0" indent="0" algn="l">
              <a:lnSpc>
                <a:spcPts val="2780"/>
              </a:lnSpc>
              <a:buNone/>
            </a:pPr>
            <a:r>
              <a:rPr lang="en-US" sz="2000" dirty="0">
                <a:solidFill>
                  <a:srgbClr val="03141C"/>
                </a:solidFill>
                <a:latin typeface="Calibri" panose="020F0502020204030204" pitchFamily="34" charset="0"/>
                <a:ea typeface="Arial-Regular" pitchFamily="34" charset="-122"/>
                <a:cs typeface="Calibri" panose="020F0502020204030204" pitchFamily="34" charset="0"/>
              </a:rPr>
              <a:t>                                                                                                                      • ATM LANs and Fibre Channel.</a:t>
            </a:r>
            <a:endParaRPr lang="en-US" sz="2000" dirty="0">
              <a:latin typeface="Calibri" panose="020F0502020204030204" pitchFamily="34" charset="0"/>
              <a:cs typeface="Calibri" panose="020F0502020204030204" pitchFamily="34" charset="0"/>
            </a:endParaRPr>
          </a:p>
        </p:txBody>
      </p:sp>
      <p:sp>
        <p:nvSpPr>
          <p:cNvPr id="20" name="Text 16"/>
          <p:cNvSpPr/>
          <p:nvPr/>
        </p:nvSpPr>
        <p:spPr>
          <a:xfrm>
            <a:off x="924929" y="4578199"/>
            <a:ext cx="12481560" cy="473418"/>
          </a:xfrm>
          <a:prstGeom prst="rect">
            <a:avLst/>
          </a:prstGeom>
          <a:noFill/>
          <a:ln/>
        </p:spPr>
        <p:txBody>
          <a:bodyPr wrap="none" lIns="0" tIns="0" rIns="0" bIns="0" rtlCol="0" anchor="ctr"/>
          <a:lstStyle/>
          <a:p>
            <a:pPr marL="0" indent="0" algn="l">
              <a:lnSpc>
                <a:spcPts val="3250"/>
              </a:lnSpc>
              <a:buNone/>
            </a:pPr>
            <a:r>
              <a:rPr lang="en-US" sz="2400" b="1" dirty="0">
                <a:solidFill>
                  <a:srgbClr val="03141C"/>
                </a:solidFill>
                <a:latin typeface="Calibri" panose="020F0502020204030204" pitchFamily="34" charset="0"/>
                <a:ea typeface="思源黑体-思源黑体-Bold" pitchFamily="34" charset="-122"/>
                <a:cs typeface="Calibri" panose="020F0502020204030204" pitchFamily="34" charset="0"/>
              </a:rPr>
              <a:t>Differences from WANs</a:t>
            </a:r>
            <a:endParaRPr lang="en-US" sz="2400" b="1" dirty="0">
              <a:latin typeface="Calibri" panose="020F0502020204030204" pitchFamily="34" charset="0"/>
              <a:cs typeface="Calibri" panose="020F0502020204030204" pitchFamily="34" charset="0"/>
            </a:endParaRPr>
          </a:p>
        </p:txBody>
      </p:sp>
      <p:sp>
        <p:nvSpPr>
          <p:cNvPr id="21" name="Slide Number Placeholder 20">
            <a:extLst>
              <a:ext uri="{FF2B5EF4-FFF2-40B4-BE49-F238E27FC236}">
                <a16:creationId xmlns:a16="http://schemas.microsoft.com/office/drawing/2014/main" xmlns="" id="{14FC9209-260D-4A65-8873-18AC98E63635}"/>
              </a:ext>
            </a:extLst>
          </p:cNvPr>
          <p:cNvSpPr>
            <a:spLocks noGrp="1"/>
          </p:cNvSpPr>
          <p:nvPr>
            <p:ph type="sldNum" sz="quarter" idx="12"/>
          </p:nvPr>
        </p:nvSpPr>
        <p:spPr/>
        <p:txBody>
          <a:bodyPr/>
          <a:lstStyle/>
          <a:p>
            <a:fld id="{EBE830D9-24CA-4274-959B-A0405615DCE4}" type="slidenum">
              <a:rPr lang="en-IN" smtClean="0"/>
              <a:pPr/>
              <a:t>13</a:t>
            </a:fld>
            <a:endParaRPr lang="en-IN" dirty="0"/>
          </a:p>
        </p:txBody>
      </p:sp>
      <p:pic>
        <p:nvPicPr>
          <p:cNvPr id="23" name="Picture 22">
            <a:extLst>
              <a:ext uri="{FF2B5EF4-FFF2-40B4-BE49-F238E27FC236}">
                <a16:creationId xmlns:a16="http://schemas.microsoft.com/office/drawing/2014/main" xmlns="" id="{1ADDCC61-D8FB-4D80-B8B4-3C8B2D49047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887201" y="7386321"/>
            <a:ext cx="2661920" cy="67945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38744"/>
          </a:xfrm>
          <a:prstGeom prst="rect">
            <a:avLst/>
          </a:prstGeom>
        </p:spPr>
      </p:pic>
      <p:pic>
        <p:nvPicPr>
          <p:cNvPr id="3" name="Image 1" descr="preencoded.png"/>
          <p:cNvPicPr>
            <a:picLocks noChangeAspect="1"/>
          </p:cNvPicPr>
          <p:nvPr/>
        </p:nvPicPr>
        <p:blipFill>
          <a:blip r:embed="rId4"/>
          <a:stretch>
            <a:fillRect/>
          </a:stretch>
        </p:blipFill>
        <p:spPr>
          <a:xfrm>
            <a:off x="0" y="0"/>
            <a:ext cx="4974336" cy="8238744"/>
          </a:xfrm>
          <a:prstGeom prst="rect">
            <a:avLst/>
          </a:prstGeom>
        </p:spPr>
      </p:pic>
      <p:pic>
        <p:nvPicPr>
          <p:cNvPr id="4" name="Image 2" descr="preencoded.png"/>
          <p:cNvPicPr>
            <a:picLocks noChangeAspect="1"/>
          </p:cNvPicPr>
          <p:nvPr/>
        </p:nvPicPr>
        <p:blipFill>
          <a:blip r:embed="rId5"/>
          <a:stretch>
            <a:fillRect/>
          </a:stretch>
        </p:blipFill>
        <p:spPr>
          <a:xfrm>
            <a:off x="5815584" y="5074920"/>
            <a:ext cx="3840480" cy="1344168"/>
          </a:xfrm>
          <a:prstGeom prst="rect">
            <a:avLst/>
          </a:prstGeom>
        </p:spPr>
      </p:pic>
      <p:pic>
        <p:nvPicPr>
          <p:cNvPr id="5" name="Image 3" descr="preencoded.png"/>
          <p:cNvPicPr>
            <a:picLocks noChangeAspect="1"/>
          </p:cNvPicPr>
          <p:nvPr/>
        </p:nvPicPr>
        <p:blipFill>
          <a:blip r:embed="rId5"/>
          <a:stretch>
            <a:fillRect/>
          </a:stretch>
        </p:blipFill>
        <p:spPr>
          <a:xfrm>
            <a:off x="5815584" y="3474720"/>
            <a:ext cx="3840480" cy="1344168"/>
          </a:xfrm>
          <a:prstGeom prst="rect">
            <a:avLst/>
          </a:prstGeom>
        </p:spPr>
      </p:pic>
      <p:pic>
        <p:nvPicPr>
          <p:cNvPr id="6" name="Image 4" descr="preencoded.png"/>
          <p:cNvPicPr>
            <a:picLocks noChangeAspect="1"/>
          </p:cNvPicPr>
          <p:nvPr/>
        </p:nvPicPr>
        <p:blipFill>
          <a:blip r:embed="rId5"/>
          <a:stretch>
            <a:fillRect/>
          </a:stretch>
        </p:blipFill>
        <p:spPr>
          <a:xfrm>
            <a:off x="9930384" y="5074920"/>
            <a:ext cx="3840480" cy="1344168"/>
          </a:xfrm>
          <a:prstGeom prst="rect">
            <a:avLst/>
          </a:prstGeom>
        </p:spPr>
      </p:pic>
      <p:pic>
        <p:nvPicPr>
          <p:cNvPr id="7" name="Image 5" descr="preencoded.png"/>
          <p:cNvPicPr>
            <a:picLocks noChangeAspect="1"/>
          </p:cNvPicPr>
          <p:nvPr/>
        </p:nvPicPr>
        <p:blipFill>
          <a:blip r:embed="rId5"/>
          <a:stretch>
            <a:fillRect/>
          </a:stretch>
        </p:blipFill>
        <p:spPr>
          <a:xfrm>
            <a:off x="9930384" y="3474720"/>
            <a:ext cx="3840480" cy="1344168"/>
          </a:xfrm>
          <a:prstGeom prst="rect">
            <a:avLst/>
          </a:prstGeom>
        </p:spPr>
      </p:pic>
      <p:sp>
        <p:nvSpPr>
          <p:cNvPr id="8" name="Text 0"/>
          <p:cNvSpPr/>
          <p:nvPr/>
        </p:nvSpPr>
        <p:spPr>
          <a:xfrm>
            <a:off x="6071616" y="3621024"/>
            <a:ext cx="3355848" cy="1069848"/>
          </a:xfrm>
          <a:prstGeom prst="rect">
            <a:avLst/>
          </a:prstGeom>
          <a:noFill/>
          <a:ln/>
        </p:spPr>
        <p:txBody>
          <a:bodyPr wrap="square" lIns="0" tIns="0" rIns="0" bIns="0" rtlCol="0" anchor="ctr"/>
          <a:lstStyle/>
          <a:p>
            <a:pPr marL="0" indent="0" algn="ctr">
              <a:lnSpc>
                <a:spcPts val="2780"/>
              </a:lnSpc>
              <a:buNone/>
            </a:pPr>
            <a:r>
              <a:rPr lang="en-US" sz="1850" dirty="0">
                <a:solidFill>
                  <a:srgbClr val="03141C"/>
                </a:solidFill>
                <a:latin typeface="Arial-Regular" pitchFamily="34" charset="0"/>
                <a:ea typeface="Arial-Regular" pitchFamily="34" charset="-122"/>
                <a:cs typeface="Arial-Regular" pitchFamily="34" charset="-120"/>
              </a:rPr>
              <a:t>Originated from ARPANET (1969), funded by the U.S. DoD.</a:t>
            </a:r>
            <a:endParaRPr lang="en-US" sz="1850" dirty="0"/>
          </a:p>
        </p:txBody>
      </p:sp>
      <p:sp>
        <p:nvSpPr>
          <p:cNvPr id="9" name="Text 1"/>
          <p:cNvSpPr/>
          <p:nvPr/>
        </p:nvSpPr>
        <p:spPr>
          <a:xfrm>
            <a:off x="10186416" y="3621024"/>
            <a:ext cx="3355848" cy="713232"/>
          </a:xfrm>
          <a:prstGeom prst="rect">
            <a:avLst/>
          </a:prstGeom>
          <a:noFill/>
          <a:ln/>
        </p:spPr>
        <p:txBody>
          <a:bodyPr wrap="square" lIns="0" tIns="0" rIns="0" bIns="0" rtlCol="0" anchor="ctr"/>
          <a:lstStyle/>
          <a:p>
            <a:pPr marL="0" indent="0" algn="ctr">
              <a:lnSpc>
                <a:spcPts val="2780"/>
              </a:lnSpc>
              <a:buNone/>
            </a:pPr>
            <a:r>
              <a:rPr lang="en-US" sz="1850" dirty="0">
                <a:solidFill>
                  <a:srgbClr val="03141C"/>
                </a:solidFill>
                <a:latin typeface="Arial-Regular" pitchFamily="34" charset="0"/>
                <a:ea typeface="Arial-Regular" pitchFamily="34" charset="-122"/>
                <a:cs typeface="Arial-Regular" pitchFamily="34" charset="-120"/>
              </a:rPr>
              <a:t>First operational packet-switching network.</a:t>
            </a:r>
            <a:endParaRPr lang="en-US" sz="1850" dirty="0"/>
          </a:p>
        </p:txBody>
      </p:sp>
      <p:sp>
        <p:nvSpPr>
          <p:cNvPr id="10" name="Text 2"/>
          <p:cNvSpPr/>
          <p:nvPr/>
        </p:nvSpPr>
        <p:spPr>
          <a:xfrm>
            <a:off x="5806440" y="1554480"/>
            <a:ext cx="8010144" cy="1655064"/>
          </a:xfrm>
          <a:prstGeom prst="rect">
            <a:avLst/>
          </a:prstGeom>
          <a:noFill/>
          <a:ln/>
        </p:spPr>
        <p:txBody>
          <a:bodyPr wrap="square" lIns="0" tIns="0" rIns="0" bIns="0" rtlCol="0" anchor="ctr"/>
          <a:lstStyle/>
          <a:p>
            <a:pPr marL="0" indent="0" algn="l">
              <a:lnSpc>
                <a:spcPts val="6500"/>
              </a:lnSpc>
              <a:buNone/>
            </a:pPr>
            <a:r>
              <a:rPr lang="en-US" sz="4640" dirty="0">
                <a:solidFill>
                  <a:srgbClr val="011C2A"/>
                </a:solidFill>
                <a:latin typeface="思源黑体-思源黑体-Bold" pitchFamily="34" charset="0"/>
                <a:ea typeface="思源黑体-思源黑体-Bold" pitchFamily="34" charset="-122"/>
                <a:cs typeface="思源黑体-思源黑体-Bold" pitchFamily="34" charset="-120"/>
              </a:rPr>
              <a:t>The Evolution of the Internet</a:t>
            </a:r>
            <a:endParaRPr lang="en-US" sz="4640" dirty="0"/>
          </a:p>
        </p:txBody>
      </p:sp>
      <p:sp>
        <p:nvSpPr>
          <p:cNvPr id="11" name="Text 3"/>
          <p:cNvSpPr/>
          <p:nvPr/>
        </p:nvSpPr>
        <p:spPr>
          <a:xfrm>
            <a:off x="6071616" y="5212080"/>
            <a:ext cx="3355848" cy="1069848"/>
          </a:xfrm>
          <a:prstGeom prst="rect">
            <a:avLst/>
          </a:prstGeom>
          <a:noFill/>
          <a:ln/>
        </p:spPr>
        <p:txBody>
          <a:bodyPr wrap="square" lIns="0" tIns="0" rIns="0" bIns="0" rtlCol="0" anchor="ctr"/>
          <a:lstStyle/>
          <a:p>
            <a:pPr marL="0" indent="0" algn="ctr">
              <a:lnSpc>
                <a:spcPts val="2780"/>
              </a:lnSpc>
              <a:buNone/>
            </a:pPr>
            <a:r>
              <a:rPr lang="en-US" sz="1850" dirty="0">
                <a:solidFill>
                  <a:srgbClr val="03141C"/>
                </a:solidFill>
                <a:latin typeface="Arial-Regular" pitchFamily="34" charset="0"/>
                <a:ea typeface="Arial-Regular" pitchFamily="34" charset="-122"/>
                <a:cs typeface="Arial-Regular" pitchFamily="34" charset="-120"/>
              </a:rPr>
              <a:t>Developed into the global Internet, now spanning billions of users and millions of hosts.</a:t>
            </a:r>
            <a:endParaRPr lang="en-US" sz="1850" dirty="0"/>
          </a:p>
        </p:txBody>
      </p:sp>
      <p:sp>
        <p:nvSpPr>
          <p:cNvPr id="12" name="Text 4"/>
          <p:cNvSpPr/>
          <p:nvPr/>
        </p:nvSpPr>
        <p:spPr>
          <a:xfrm>
            <a:off x="10186416" y="5212080"/>
            <a:ext cx="3355848" cy="1069848"/>
          </a:xfrm>
          <a:prstGeom prst="rect">
            <a:avLst/>
          </a:prstGeom>
          <a:noFill/>
          <a:ln/>
        </p:spPr>
        <p:txBody>
          <a:bodyPr wrap="square" lIns="0" tIns="0" rIns="0" bIns="0" rtlCol="0" anchor="ctr"/>
          <a:lstStyle/>
          <a:p>
            <a:pPr marL="0" indent="0" algn="ctr">
              <a:lnSpc>
                <a:spcPts val="2780"/>
              </a:lnSpc>
              <a:buNone/>
            </a:pPr>
            <a:r>
              <a:rPr lang="en-US" sz="1850" dirty="0">
                <a:solidFill>
                  <a:srgbClr val="03141C"/>
                </a:solidFill>
                <a:latin typeface="Arial-Regular" pitchFamily="34" charset="0"/>
                <a:ea typeface="Arial-Regular" pitchFamily="34" charset="-122"/>
                <a:cs typeface="Arial-Regular" pitchFamily="34" charset="-120"/>
              </a:rPr>
              <a:t>Key contributors: Vint Cerf &amp; Bob Kahn – developed TCP/IP protocols.</a:t>
            </a:r>
            <a:endParaRPr lang="en-US" sz="1850" dirty="0"/>
          </a:p>
        </p:txBody>
      </p:sp>
      <p:sp>
        <p:nvSpPr>
          <p:cNvPr id="13" name="Slide Number Placeholder 12">
            <a:extLst>
              <a:ext uri="{FF2B5EF4-FFF2-40B4-BE49-F238E27FC236}">
                <a16:creationId xmlns:a16="http://schemas.microsoft.com/office/drawing/2014/main" xmlns="" id="{A0A65516-7D70-4F7A-A4C6-D7B4F330853E}"/>
              </a:ext>
            </a:extLst>
          </p:cNvPr>
          <p:cNvSpPr>
            <a:spLocks noGrp="1"/>
          </p:cNvSpPr>
          <p:nvPr>
            <p:ph type="sldNum" sz="quarter" idx="12"/>
          </p:nvPr>
        </p:nvSpPr>
        <p:spPr/>
        <p:txBody>
          <a:bodyPr/>
          <a:lstStyle/>
          <a:p>
            <a:fld id="{EBE830D9-24CA-4274-959B-A0405615DCE4}" type="slidenum">
              <a:rPr lang="en-IN" smtClean="0"/>
              <a:pPr/>
              <a:t>14</a:t>
            </a:fld>
            <a:endParaRPr lang="en-IN" dirty="0"/>
          </a:p>
        </p:txBody>
      </p:sp>
      <p:pic>
        <p:nvPicPr>
          <p:cNvPr id="15" name="Picture 14">
            <a:extLst>
              <a:ext uri="{FF2B5EF4-FFF2-40B4-BE49-F238E27FC236}">
                <a16:creationId xmlns:a16="http://schemas.microsoft.com/office/drawing/2014/main" xmlns="" id="{97DC06F3-A687-493E-8402-FF841EAF3F39}"/>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1887201" y="7386321"/>
            <a:ext cx="2661920" cy="67945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38744"/>
          </a:xfrm>
          <a:prstGeom prst="rect">
            <a:avLst/>
          </a:prstGeom>
        </p:spPr>
      </p:pic>
      <p:pic>
        <p:nvPicPr>
          <p:cNvPr id="3" name="Image 1" descr="preencoded.png"/>
          <p:cNvPicPr>
            <a:picLocks noChangeAspect="1"/>
          </p:cNvPicPr>
          <p:nvPr/>
        </p:nvPicPr>
        <p:blipFill>
          <a:blip r:embed="rId4"/>
          <a:stretch>
            <a:fillRect/>
          </a:stretch>
        </p:blipFill>
        <p:spPr>
          <a:xfrm>
            <a:off x="495479" y="2091436"/>
            <a:ext cx="6736646" cy="5251196"/>
          </a:xfrm>
          <a:prstGeom prst="rect">
            <a:avLst/>
          </a:prstGeom>
        </p:spPr>
      </p:pic>
      <p:sp>
        <p:nvSpPr>
          <p:cNvPr id="4" name="Text 0"/>
          <p:cNvSpPr/>
          <p:nvPr/>
        </p:nvSpPr>
        <p:spPr>
          <a:xfrm>
            <a:off x="832104" y="886968"/>
            <a:ext cx="12984480" cy="832104"/>
          </a:xfrm>
          <a:prstGeom prst="rect">
            <a:avLst/>
          </a:prstGeom>
          <a:noFill/>
          <a:ln/>
        </p:spPr>
        <p:txBody>
          <a:bodyPr wrap="none" lIns="0" tIns="0" rIns="0" bIns="0" rtlCol="0" anchor="ctr"/>
          <a:lstStyle/>
          <a:p>
            <a:pPr marL="0" indent="0" algn="l">
              <a:lnSpc>
                <a:spcPts val="6500"/>
              </a:lnSpc>
              <a:buNone/>
            </a:pPr>
            <a:r>
              <a:rPr lang="en-US" sz="4640" dirty="0">
                <a:solidFill>
                  <a:srgbClr val="011C2A"/>
                </a:solidFill>
                <a:latin typeface="思源黑体-思源黑体-Bold" pitchFamily="34" charset="0"/>
                <a:ea typeface="思源黑体-思源黑体-Bold" pitchFamily="34" charset="-122"/>
                <a:cs typeface="思源黑体-思源黑体-Bold" pitchFamily="34" charset="-120"/>
              </a:rPr>
              <a:t>Internet Architecture</a:t>
            </a:r>
            <a:endParaRPr lang="en-US" sz="4640" dirty="0"/>
          </a:p>
        </p:txBody>
      </p:sp>
      <p:sp>
        <p:nvSpPr>
          <p:cNvPr id="5" name="Text 1"/>
          <p:cNvSpPr/>
          <p:nvPr/>
        </p:nvSpPr>
        <p:spPr>
          <a:xfrm>
            <a:off x="8046720" y="2368296"/>
            <a:ext cx="5504688" cy="713232"/>
          </a:xfrm>
          <a:prstGeom prst="rect">
            <a:avLst/>
          </a:prstGeom>
          <a:noFill/>
          <a:ln/>
        </p:spPr>
        <p:txBody>
          <a:bodyPr wrap="square" lIns="0" tIns="0" rIns="0" bIns="0" rtlCol="0" anchor="ctr"/>
          <a:lstStyle/>
          <a:p>
            <a:pPr marL="0" indent="0" algn="l">
              <a:lnSpc>
                <a:spcPts val="2780"/>
              </a:lnSpc>
              <a:buNone/>
            </a:pPr>
            <a:r>
              <a:rPr lang="en-US" sz="1850" dirty="0">
                <a:solidFill>
                  <a:srgbClr val="03141C"/>
                </a:solidFill>
                <a:latin typeface="Arial-Regular" pitchFamily="34" charset="0"/>
                <a:ea typeface="Arial-Regular" pitchFamily="34" charset="-122"/>
                <a:cs typeface="Arial-Regular" pitchFamily="34" charset="-120"/>
              </a:rPr>
              <a:t>Hosts: (PCs, servers, mobile devices) connected via LANs/WANs.</a:t>
            </a:r>
            <a:endParaRPr lang="en-US" sz="1850" dirty="0"/>
          </a:p>
        </p:txBody>
      </p:sp>
      <p:sp>
        <p:nvSpPr>
          <p:cNvPr id="6" name="Text 2"/>
          <p:cNvSpPr/>
          <p:nvPr/>
        </p:nvSpPr>
        <p:spPr>
          <a:xfrm>
            <a:off x="8046720" y="6263640"/>
            <a:ext cx="5504688" cy="713232"/>
          </a:xfrm>
          <a:prstGeom prst="rect">
            <a:avLst/>
          </a:prstGeom>
          <a:noFill/>
          <a:ln/>
        </p:spPr>
        <p:txBody>
          <a:bodyPr wrap="square" lIns="0" tIns="0" rIns="0" bIns="0" rtlCol="0" anchor="ctr"/>
          <a:lstStyle/>
          <a:p>
            <a:pPr marL="0" indent="0" algn="l">
              <a:lnSpc>
                <a:spcPts val="2780"/>
              </a:lnSpc>
              <a:buNone/>
            </a:pPr>
            <a:r>
              <a:rPr lang="en-US" sz="1850" dirty="0">
                <a:solidFill>
                  <a:srgbClr val="03141C"/>
                </a:solidFill>
                <a:latin typeface="Arial-Regular" pitchFamily="34" charset="0"/>
                <a:ea typeface="Arial-Regular" pitchFamily="34" charset="-122"/>
                <a:cs typeface="Arial-Regular" pitchFamily="34" charset="-120"/>
              </a:rPr>
              <a:t>Customer Premises Equipment (CPE): Connects users to ISP POPs.</a:t>
            </a:r>
            <a:endParaRPr lang="en-US" sz="1850" dirty="0"/>
          </a:p>
        </p:txBody>
      </p:sp>
      <p:sp>
        <p:nvSpPr>
          <p:cNvPr id="7" name="Text 3"/>
          <p:cNvSpPr/>
          <p:nvPr/>
        </p:nvSpPr>
        <p:spPr>
          <a:xfrm>
            <a:off x="8046720" y="5285232"/>
            <a:ext cx="5504688" cy="713232"/>
          </a:xfrm>
          <a:prstGeom prst="rect">
            <a:avLst/>
          </a:prstGeom>
          <a:noFill/>
          <a:ln/>
        </p:spPr>
        <p:txBody>
          <a:bodyPr wrap="square" lIns="0" tIns="0" rIns="0" bIns="0" rtlCol="0" anchor="ctr"/>
          <a:lstStyle/>
          <a:p>
            <a:pPr marL="0" indent="0" algn="l">
              <a:lnSpc>
                <a:spcPts val="2780"/>
              </a:lnSpc>
              <a:buNone/>
            </a:pPr>
            <a:r>
              <a:rPr lang="en-US" sz="1850" dirty="0">
                <a:solidFill>
                  <a:srgbClr val="03141C"/>
                </a:solidFill>
                <a:latin typeface="Arial-Regular" pitchFamily="34" charset="0"/>
                <a:ea typeface="Arial-Regular" pitchFamily="34" charset="-122"/>
                <a:cs typeface="Arial-Regular" pitchFamily="34" charset="-120"/>
              </a:rPr>
              <a:t>Internet formed by hierarchical overlapping networks.</a:t>
            </a:r>
            <a:endParaRPr lang="en-US" sz="1850" dirty="0"/>
          </a:p>
        </p:txBody>
      </p:sp>
      <p:sp>
        <p:nvSpPr>
          <p:cNvPr id="8" name="Text 4"/>
          <p:cNvSpPr/>
          <p:nvPr/>
        </p:nvSpPr>
        <p:spPr>
          <a:xfrm>
            <a:off x="8046720" y="4315968"/>
            <a:ext cx="5504688" cy="713232"/>
          </a:xfrm>
          <a:prstGeom prst="rect">
            <a:avLst/>
          </a:prstGeom>
          <a:noFill/>
          <a:ln/>
        </p:spPr>
        <p:txBody>
          <a:bodyPr wrap="square" lIns="0" tIns="0" rIns="0" bIns="0" rtlCol="0" anchor="ctr"/>
          <a:lstStyle/>
          <a:p>
            <a:pPr marL="0" indent="0" algn="l">
              <a:lnSpc>
                <a:spcPts val="2780"/>
              </a:lnSpc>
              <a:buNone/>
            </a:pPr>
            <a:r>
              <a:rPr lang="en-US" sz="1850" dirty="0">
                <a:solidFill>
                  <a:srgbClr val="03141C"/>
                </a:solidFill>
                <a:latin typeface="Arial-Regular" pitchFamily="34" charset="0"/>
                <a:ea typeface="Arial-Regular" pitchFamily="34" charset="-122"/>
                <a:cs typeface="Arial-Regular" pitchFamily="34" charset="-120"/>
              </a:rPr>
              <a:t>IP Datagrams: Routed from source to destination across networks.</a:t>
            </a:r>
            <a:endParaRPr lang="en-US" sz="1850" dirty="0"/>
          </a:p>
        </p:txBody>
      </p:sp>
      <p:sp>
        <p:nvSpPr>
          <p:cNvPr id="9" name="Text 5"/>
          <p:cNvSpPr/>
          <p:nvPr/>
        </p:nvSpPr>
        <p:spPr>
          <a:xfrm>
            <a:off x="8046720" y="3337560"/>
            <a:ext cx="5504688" cy="713232"/>
          </a:xfrm>
          <a:prstGeom prst="rect">
            <a:avLst/>
          </a:prstGeom>
          <a:noFill/>
          <a:ln/>
        </p:spPr>
        <p:txBody>
          <a:bodyPr wrap="square" lIns="0" tIns="0" rIns="0" bIns="0" rtlCol="0" anchor="ctr"/>
          <a:lstStyle/>
          <a:p>
            <a:pPr marL="0" indent="0" algn="l">
              <a:lnSpc>
                <a:spcPts val="2780"/>
              </a:lnSpc>
              <a:buNone/>
            </a:pPr>
            <a:r>
              <a:rPr lang="en-US" sz="1850" dirty="0">
                <a:solidFill>
                  <a:srgbClr val="03141C"/>
                </a:solidFill>
                <a:latin typeface="Arial-Regular" pitchFamily="34" charset="0"/>
                <a:ea typeface="Arial-Regular" pitchFamily="34" charset="-122"/>
                <a:cs typeface="Arial-Regular" pitchFamily="34" charset="-120"/>
              </a:rPr>
              <a:t>Routers: Connect multiple networks, directing packets based on IP addresses.</a:t>
            </a:r>
            <a:endParaRPr lang="en-US" sz="1850" dirty="0"/>
          </a:p>
        </p:txBody>
      </p:sp>
      <p:sp>
        <p:nvSpPr>
          <p:cNvPr id="10" name="Slide Number Placeholder 9">
            <a:extLst>
              <a:ext uri="{FF2B5EF4-FFF2-40B4-BE49-F238E27FC236}">
                <a16:creationId xmlns:a16="http://schemas.microsoft.com/office/drawing/2014/main" xmlns="" id="{F44BC5C8-246A-4495-9433-19F7391581AE}"/>
              </a:ext>
            </a:extLst>
          </p:cNvPr>
          <p:cNvSpPr>
            <a:spLocks noGrp="1"/>
          </p:cNvSpPr>
          <p:nvPr>
            <p:ph type="sldNum" sz="quarter" idx="12"/>
          </p:nvPr>
        </p:nvSpPr>
        <p:spPr/>
        <p:txBody>
          <a:bodyPr/>
          <a:lstStyle/>
          <a:p>
            <a:fld id="{EBE830D9-24CA-4274-959B-A0405615DCE4}" type="slidenum">
              <a:rPr lang="en-IN" smtClean="0"/>
              <a:pPr/>
              <a:t>15</a:t>
            </a:fld>
            <a:endParaRPr lang="en-IN" dirty="0"/>
          </a:p>
        </p:txBody>
      </p:sp>
      <p:pic>
        <p:nvPicPr>
          <p:cNvPr id="12" name="Picture 11">
            <a:extLst>
              <a:ext uri="{FF2B5EF4-FFF2-40B4-BE49-F238E27FC236}">
                <a16:creationId xmlns:a16="http://schemas.microsoft.com/office/drawing/2014/main" xmlns="" id="{670EC365-C517-4A2F-A469-E62E028649B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887201" y="7386321"/>
            <a:ext cx="2661920" cy="67945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38744"/>
          </a:xfrm>
          <a:prstGeom prst="rect">
            <a:avLst/>
          </a:prstGeom>
        </p:spPr>
      </p:pic>
      <p:pic>
        <p:nvPicPr>
          <p:cNvPr id="3" name="Image 1" descr="preencoded.png"/>
          <p:cNvPicPr>
            <a:picLocks noChangeAspect="1"/>
          </p:cNvPicPr>
          <p:nvPr/>
        </p:nvPicPr>
        <p:blipFill>
          <a:blip r:embed="rId4"/>
          <a:stretch>
            <a:fillRect/>
          </a:stretch>
        </p:blipFill>
        <p:spPr>
          <a:xfrm>
            <a:off x="1132841" y="1078993"/>
            <a:ext cx="10182859" cy="6986778"/>
          </a:xfrm>
          <a:prstGeom prst="rect">
            <a:avLst/>
          </a:prstGeom>
        </p:spPr>
      </p:pic>
      <p:sp>
        <p:nvSpPr>
          <p:cNvPr id="4" name="Text 0"/>
          <p:cNvSpPr/>
          <p:nvPr/>
        </p:nvSpPr>
        <p:spPr>
          <a:xfrm>
            <a:off x="233681" y="163829"/>
            <a:ext cx="12984480" cy="832104"/>
          </a:xfrm>
          <a:prstGeom prst="rect">
            <a:avLst/>
          </a:prstGeom>
          <a:noFill/>
          <a:ln/>
        </p:spPr>
        <p:txBody>
          <a:bodyPr wrap="none" lIns="0" tIns="0" rIns="0" bIns="0" rtlCol="0" anchor="ctr"/>
          <a:lstStyle/>
          <a:p>
            <a:pPr marL="0" indent="0" algn="l">
              <a:lnSpc>
                <a:spcPts val="6500"/>
              </a:lnSpc>
              <a:buNone/>
            </a:pPr>
            <a:r>
              <a:rPr lang="en-US" sz="4640" dirty="0">
                <a:solidFill>
                  <a:srgbClr val="011C2A"/>
                </a:solidFill>
                <a:latin typeface="思源黑体-思源黑体-Bold" pitchFamily="34" charset="0"/>
                <a:ea typeface="思源黑体-思源黑体-Bold" pitchFamily="34" charset="-122"/>
                <a:cs typeface="思源黑体-思源黑体-Bold" pitchFamily="34" charset="-120"/>
              </a:rPr>
              <a:t>Access, Peering &amp; Example Configuration</a:t>
            </a:r>
            <a:endParaRPr lang="en-US" sz="4640" dirty="0"/>
          </a:p>
        </p:txBody>
      </p:sp>
      <p:sp>
        <p:nvSpPr>
          <p:cNvPr id="5" name="Slide Number Placeholder 4">
            <a:extLst>
              <a:ext uri="{FF2B5EF4-FFF2-40B4-BE49-F238E27FC236}">
                <a16:creationId xmlns:a16="http://schemas.microsoft.com/office/drawing/2014/main" xmlns="" id="{488A371D-E177-4AAE-AE51-2A9631C3933A}"/>
              </a:ext>
            </a:extLst>
          </p:cNvPr>
          <p:cNvSpPr>
            <a:spLocks noGrp="1"/>
          </p:cNvSpPr>
          <p:nvPr>
            <p:ph type="sldNum" sz="quarter" idx="12"/>
          </p:nvPr>
        </p:nvSpPr>
        <p:spPr/>
        <p:txBody>
          <a:bodyPr/>
          <a:lstStyle/>
          <a:p>
            <a:fld id="{EBE830D9-24CA-4274-959B-A0405615DCE4}" type="slidenum">
              <a:rPr lang="en-IN" smtClean="0"/>
              <a:pPr/>
              <a:t>16</a:t>
            </a:fld>
            <a:endParaRPr lang="en-IN" dirty="0"/>
          </a:p>
        </p:txBody>
      </p:sp>
      <p:pic>
        <p:nvPicPr>
          <p:cNvPr id="6" name="Picture 5">
            <a:extLst>
              <a:ext uri="{FF2B5EF4-FFF2-40B4-BE49-F238E27FC236}">
                <a16:creationId xmlns:a16="http://schemas.microsoft.com/office/drawing/2014/main" xmlns="" id="{7D9C676D-0C5A-4A80-B5A2-78C70982494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887201" y="7386321"/>
            <a:ext cx="2661920" cy="67945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10826496"/>
          </a:xfrm>
          <a:prstGeom prst="rect">
            <a:avLst/>
          </a:prstGeom>
        </p:spPr>
      </p:pic>
      <p:pic>
        <p:nvPicPr>
          <p:cNvPr id="3" name="Image 1" descr="preencoded.png"/>
          <p:cNvPicPr>
            <a:picLocks noChangeAspect="1"/>
          </p:cNvPicPr>
          <p:nvPr/>
        </p:nvPicPr>
        <p:blipFill>
          <a:blip r:embed="rId4"/>
          <a:stretch>
            <a:fillRect/>
          </a:stretch>
        </p:blipFill>
        <p:spPr>
          <a:xfrm>
            <a:off x="-235712" y="0"/>
            <a:ext cx="14630400" cy="9964428"/>
          </a:xfrm>
          <a:prstGeom prst="rect">
            <a:avLst/>
          </a:prstGeom>
        </p:spPr>
      </p:pic>
      <p:sp>
        <p:nvSpPr>
          <p:cNvPr id="4" name="Text 0"/>
          <p:cNvSpPr/>
          <p:nvPr/>
        </p:nvSpPr>
        <p:spPr>
          <a:xfrm>
            <a:off x="400304" y="2247646"/>
            <a:ext cx="10293096" cy="356616"/>
          </a:xfrm>
          <a:prstGeom prst="rect">
            <a:avLst/>
          </a:prstGeom>
          <a:noFill/>
          <a:ln/>
        </p:spPr>
        <p:txBody>
          <a:bodyPr wrap="none" lIns="0" tIns="0" rIns="0" bIns="0" rtlCol="0" anchor="ctr"/>
          <a:lstStyle/>
          <a:p>
            <a:pPr marL="0" indent="0" algn="l">
              <a:lnSpc>
                <a:spcPts val="2780"/>
              </a:lnSpc>
              <a:buNone/>
            </a:pPr>
            <a:r>
              <a:rPr lang="en-US" sz="2000" dirty="0">
                <a:solidFill>
                  <a:srgbClr val="03141C"/>
                </a:solidFill>
                <a:latin typeface="Calibri" panose="020F0502020204030204" pitchFamily="34" charset="0"/>
                <a:ea typeface="Arial-Regular" pitchFamily="34" charset="-122"/>
                <a:cs typeface="Calibri" panose="020F0502020204030204" pitchFamily="34" charset="0"/>
              </a:rPr>
              <a:t>    • Dial-up (56Kbps), DSL, Cable Modem, Fiber.</a:t>
            </a:r>
            <a:endParaRPr lang="en-US" sz="2000" dirty="0">
              <a:latin typeface="Calibri" panose="020F0502020204030204" pitchFamily="34" charset="0"/>
              <a:cs typeface="Calibri" panose="020F0502020204030204" pitchFamily="34" charset="0"/>
            </a:endParaRPr>
          </a:p>
        </p:txBody>
      </p:sp>
      <p:sp>
        <p:nvSpPr>
          <p:cNvPr id="5" name="Text 1"/>
          <p:cNvSpPr/>
          <p:nvPr/>
        </p:nvSpPr>
        <p:spPr>
          <a:xfrm>
            <a:off x="7179788" y="2493804"/>
            <a:ext cx="12481560" cy="420624"/>
          </a:xfrm>
          <a:prstGeom prst="rect">
            <a:avLst/>
          </a:prstGeom>
          <a:noFill/>
          <a:ln/>
        </p:spPr>
        <p:txBody>
          <a:bodyPr wrap="none" lIns="0" tIns="0" rIns="0" bIns="0" rtlCol="0" anchor="ctr"/>
          <a:lstStyle/>
          <a:p>
            <a:pPr marL="0" indent="0" algn="l">
              <a:lnSpc>
                <a:spcPts val="3250"/>
              </a:lnSpc>
              <a:buNone/>
            </a:pPr>
            <a:r>
              <a:rPr lang="en-US" sz="2400" b="1" dirty="0">
                <a:solidFill>
                  <a:srgbClr val="03141C"/>
                </a:solidFill>
                <a:latin typeface="Calibri" panose="020F0502020204030204" pitchFamily="34" charset="0"/>
                <a:ea typeface="思源黑体-思源黑体-Bold" pitchFamily="34" charset="-122"/>
                <a:cs typeface="Calibri" panose="020F0502020204030204" pitchFamily="34" charset="0"/>
              </a:rPr>
              <a:t>CPE and Local Loop</a:t>
            </a:r>
            <a:endParaRPr lang="en-US" sz="2400" b="1" dirty="0">
              <a:latin typeface="Calibri" panose="020F0502020204030204" pitchFamily="34" charset="0"/>
              <a:cs typeface="Calibri" panose="020F0502020204030204" pitchFamily="34" charset="0"/>
            </a:endParaRPr>
          </a:p>
        </p:txBody>
      </p:sp>
      <p:sp>
        <p:nvSpPr>
          <p:cNvPr id="6" name="Text 2"/>
          <p:cNvSpPr/>
          <p:nvPr/>
        </p:nvSpPr>
        <p:spPr>
          <a:xfrm>
            <a:off x="616204" y="1861312"/>
            <a:ext cx="12481560" cy="356616"/>
          </a:xfrm>
          <a:prstGeom prst="rect">
            <a:avLst/>
          </a:prstGeom>
          <a:noFill/>
          <a:ln/>
        </p:spPr>
        <p:txBody>
          <a:bodyPr wrap="none" lIns="0" tIns="0" rIns="0" bIns="0" rtlCol="0" anchor="ctr"/>
          <a:lstStyle/>
          <a:p>
            <a:pPr marL="0" indent="0" algn="l">
              <a:lnSpc>
                <a:spcPts val="2780"/>
              </a:lnSpc>
              <a:buNone/>
            </a:pPr>
            <a:r>
              <a:rPr lang="en-US" sz="2000" dirty="0">
                <a:solidFill>
                  <a:srgbClr val="03141C"/>
                </a:solidFill>
                <a:latin typeface="Calibri" panose="020F0502020204030204" pitchFamily="34" charset="0"/>
                <a:ea typeface="Arial-Regular" pitchFamily="34" charset="-122"/>
                <a:cs typeface="Calibri" panose="020F0502020204030204" pitchFamily="34" charset="0"/>
              </a:rPr>
              <a:t>• Common user connections:</a:t>
            </a:r>
            <a:endParaRPr lang="en-US" sz="2000" dirty="0">
              <a:latin typeface="Calibri" panose="020F0502020204030204" pitchFamily="34" charset="0"/>
              <a:cs typeface="Calibri" panose="020F0502020204030204" pitchFamily="34" charset="0"/>
            </a:endParaRPr>
          </a:p>
        </p:txBody>
      </p:sp>
      <p:sp>
        <p:nvSpPr>
          <p:cNvPr id="7" name="Text 3"/>
          <p:cNvSpPr/>
          <p:nvPr/>
        </p:nvSpPr>
        <p:spPr>
          <a:xfrm>
            <a:off x="6876664" y="7003328"/>
            <a:ext cx="12481560" cy="356616"/>
          </a:xfrm>
          <a:prstGeom prst="rect">
            <a:avLst/>
          </a:prstGeom>
          <a:noFill/>
          <a:ln/>
        </p:spPr>
        <p:txBody>
          <a:bodyPr wrap="none" lIns="0" tIns="0" rIns="0" bIns="0" rtlCol="0" anchor="ctr"/>
          <a:lstStyle/>
          <a:p>
            <a:pPr marL="0" indent="0" algn="l">
              <a:lnSpc>
                <a:spcPts val="2780"/>
              </a:lnSpc>
              <a:buNone/>
            </a:pPr>
            <a:r>
              <a:rPr lang="en-US" sz="2000" dirty="0">
                <a:solidFill>
                  <a:srgbClr val="03141C"/>
                </a:solidFill>
                <a:latin typeface="Calibri" panose="020F0502020204030204" pitchFamily="34" charset="0"/>
                <a:ea typeface="Arial-Regular" pitchFamily="34" charset="-122"/>
                <a:cs typeface="Calibri" panose="020F0502020204030204" pitchFamily="34" charset="0"/>
              </a:rPr>
              <a:t>• ISP connects to Internet via high-speed SONET links.</a:t>
            </a:r>
            <a:endParaRPr lang="en-US" sz="2000" dirty="0">
              <a:latin typeface="Calibri" panose="020F0502020204030204" pitchFamily="34" charset="0"/>
              <a:cs typeface="Calibri" panose="020F0502020204030204" pitchFamily="34" charset="0"/>
            </a:endParaRPr>
          </a:p>
        </p:txBody>
      </p:sp>
      <p:sp>
        <p:nvSpPr>
          <p:cNvPr id="8" name="Text 4"/>
          <p:cNvSpPr/>
          <p:nvPr/>
        </p:nvSpPr>
        <p:spPr>
          <a:xfrm>
            <a:off x="668889" y="4846183"/>
            <a:ext cx="12481560" cy="356616"/>
          </a:xfrm>
          <a:prstGeom prst="rect">
            <a:avLst/>
          </a:prstGeom>
          <a:noFill/>
          <a:ln/>
        </p:spPr>
        <p:txBody>
          <a:bodyPr wrap="none" lIns="0" tIns="0" rIns="0" bIns="0" rtlCol="0" anchor="ctr"/>
          <a:lstStyle/>
          <a:p>
            <a:pPr marL="0" indent="0" algn="l">
              <a:lnSpc>
                <a:spcPts val="2780"/>
              </a:lnSpc>
              <a:buNone/>
            </a:pPr>
            <a:r>
              <a:rPr lang="en-US" sz="2000" dirty="0">
                <a:solidFill>
                  <a:srgbClr val="03141C"/>
                </a:solidFill>
                <a:latin typeface="Calibri" panose="020F0502020204030204" pitchFamily="34" charset="0"/>
                <a:ea typeface="Arial-Regular" pitchFamily="34" charset="-122"/>
                <a:cs typeface="Calibri" panose="020F0502020204030204" pitchFamily="34" charset="0"/>
              </a:rPr>
              <a:t>• NAPs: Major interconnection hubs for ISPs (e.g., MAE West).</a:t>
            </a:r>
            <a:endParaRPr lang="en-US" sz="2000" dirty="0">
              <a:latin typeface="Calibri" panose="020F0502020204030204" pitchFamily="34" charset="0"/>
              <a:cs typeface="Calibri" panose="020F0502020204030204" pitchFamily="34" charset="0"/>
            </a:endParaRPr>
          </a:p>
        </p:txBody>
      </p:sp>
      <p:sp>
        <p:nvSpPr>
          <p:cNvPr id="9" name="Text 5"/>
          <p:cNvSpPr/>
          <p:nvPr/>
        </p:nvSpPr>
        <p:spPr>
          <a:xfrm>
            <a:off x="6978264" y="6003547"/>
            <a:ext cx="12481560" cy="420624"/>
          </a:xfrm>
          <a:prstGeom prst="rect">
            <a:avLst/>
          </a:prstGeom>
          <a:noFill/>
          <a:ln/>
        </p:spPr>
        <p:txBody>
          <a:bodyPr wrap="none" lIns="0" tIns="0" rIns="0" bIns="0" rtlCol="0" anchor="ctr"/>
          <a:lstStyle/>
          <a:p>
            <a:pPr marL="0" indent="0" algn="l">
              <a:lnSpc>
                <a:spcPts val="3250"/>
              </a:lnSpc>
              <a:buNone/>
            </a:pPr>
            <a:r>
              <a:rPr lang="en-US" sz="2400" b="1" dirty="0">
                <a:solidFill>
                  <a:srgbClr val="03141C"/>
                </a:solidFill>
                <a:latin typeface="Calibri" panose="020F0502020204030204" pitchFamily="34" charset="0"/>
                <a:ea typeface="思源黑体-思源黑体-Bold" pitchFamily="34" charset="-122"/>
                <a:cs typeface="Calibri" panose="020F0502020204030204" pitchFamily="34" charset="0"/>
              </a:rPr>
              <a:t>Example Configuration</a:t>
            </a:r>
            <a:endParaRPr lang="en-US" sz="2400" b="1" dirty="0">
              <a:latin typeface="Calibri" panose="020F0502020204030204" pitchFamily="34" charset="0"/>
              <a:cs typeface="Calibri" panose="020F0502020204030204" pitchFamily="34" charset="0"/>
            </a:endParaRPr>
          </a:p>
        </p:txBody>
      </p:sp>
      <p:sp>
        <p:nvSpPr>
          <p:cNvPr id="10" name="Text 6"/>
          <p:cNvSpPr/>
          <p:nvPr/>
        </p:nvSpPr>
        <p:spPr>
          <a:xfrm>
            <a:off x="729849" y="3975104"/>
            <a:ext cx="12481560" cy="420624"/>
          </a:xfrm>
          <a:prstGeom prst="rect">
            <a:avLst/>
          </a:prstGeom>
          <a:noFill/>
          <a:ln/>
        </p:spPr>
        <p:txBody>
          <a:bodyPr wrap="none" lIns="0" tIns="0" rIns="0" bIns="0" rtlCol="0" anchor="ctr"/>
          <a:lstStyle/>
          <a:p>
            <a:pPr marL="0" indent="0" algn="l">
              <a:lnSpc>
                <a:spcPts val="3250"/>
              </a:lnSpc>
              <a:buNone/>
            </a:pPr>
            <a:r>
              <a:rPr lang="en-US" sz="2400" b="1" dirty="0">
                <a:solidFill>
                  <a:srgbClr val="03141C"/>
                </a:solidFill>
                <a:latin typeface="Calibri" panose="020F0502020204030204" pitchFamily="34" charset="0"/>
                <a:ea typeface="思源黑体-思源黑体-Bold" pitchFamily="34" charset="-122"/>
                <a:cs typeface="Calibri" panose="020F0502020204030204" pitchFamily="34" charset="0"/>
              </a:rPr>
              <a:t>Peering &amp; Network Backbone</a:t>
            </a:r>
            <a:endParaRPr lang="en-US" sz="2400" b="1" dirty="0">
              <a:latin typeface="Calibri" panose="020F0502020204030204" pitchFamily="34" charset="0"/>
              <a:cs typeface="Calibri" panose="020F0502020204030204" pitchFamily="34" charset="0"/>
            </a:endParaRPr>
          </a:p>
        </p:txBody>
      </p:sp>
      <p:sp>
        <p:nvSpPr>
          <p:cNvPr id="11" name="Text 7"/>
          <p:cNvSpPr/>
          <p:nvPr/>
        </p:nvSpPr>
        <p:spPr>
          <a:xfrm>
            <a:off x="7035516" y="3374224"/>
            <a:ext cx="12481560" cy="356616"/>
          </a:xfrm>
          <a:prstGeom prst="rect">
            <a:avLst/>
          </a:prstGeom>
          <a:noFill/>
          <a:ln/>
        </p:spPr>
        <p:txBody>
          <a:bodyPr wrap="none" lIns="0" tIns="0" rIns="0" bIns="0" rtlCol="0" anchor="ctr"/>
          <a:lstStyle/>
          <a:p>
            <a:pPr marL="0" indent="0" algn="l">
              <a:lnSpc>
                <a:spcPts val="2780"/>
              </a:lnSpc>
              <a:buNone/>
            </a:pPr>
            <a:r>
              <a:rPr lang="en-US" sz="2000" dirty="0">
                <a:solidFill>
                  <a:srgbClr val="03141C"/>
                </a:solidFill>
                <a:latin typeface="Calibri" panose="020F0502020204030204" pitchFamily="34" charset="0"/>
                <a:ea typeface="Arial-Regular" pitchFamily="34" charset="-122"/>
                <a:cs typeface="Calibri" panose="020F0502020204030204" pitchFamily="34" charset="0"/>
              </a:rPr>
              <a:t>• ISPs provide: IP address, name resolution, network access.</a:t>
            </a:r>
            <a:endParaRPr lang="en-US" sz="2000" dirty="0">
              <a:latin typeface="Calibri" panose="020F0502020204030204" pitchFamily="34" charset="0"/>
              <a:cs typeface="Calibri" panose="020F0502020204030204" pitchFamily="34" charset="0"/>
            </a:endParaRPr>
          </a:p>
        </p:txBody>
      </p:sp>
      <p:sp>
        <p:nvSpPr>
          <p:cNvPr id="12" name="Text 8"/>
          <p:cNvSpPr/>
          <p:nvPr/>
        </p:nvSpPr>
        <p:spPr>
          <a:xfrm>
            <a:off x="662285" y="4397808"/>
            <a:ext cx="12481560" cy="356616"/>
          </a:xfrm>
          <a:prstGeom prst="rect">
            <a:avLst/>
          </a:prstGeom>
          <a:noFill/>
          <a:ln/>
        </p:spPr>
        <p:txBody>
          <a:bodyPr wrap="none" lIns="0" tIns="0" rIns="0" bIns="0" rtlCol="0" anchor="ctr"/>
          <a:lstStyle/>
          <a:p>
            <a:pPr marL="0" indent="0" algn="l">
              <a:lnSpc>
                <a:spcPts val="2780"/>
              </a:lnSpc>
              <a:buNone/>
            </a:pPr>
            <a:r>
              <a:rPr lang="en-US" sz="2000" dirty="0">
                <a:solidFill>
                  <a:srgbClr val="03141C"/>
                </a:solidFill>
                <a:latin typeface="Calibri" panose="020F0502020204030204" pitchFamily="34" charset="0"/>
                <a:ea typeface="Arial-Regular" pitchFamily="34" charset="-122"/>
                <a:cs typeface="Calibri" panose="020F0502020204030204" pitchFamily="34" charset="0"/>
              </a:rPr>
              <a:t>• ISPs connect via POPs, NAPs, and NSPs.</a:t>
            </a:r>
            <a:endParaRPr lang="en-US" sz="2000" dirty="0">
              <a:latin typeface="Calibri" panose="020F0502020204030204" pitchFamily="34" charset="0"/>
              <a:cs typeface="Calibri" panose="020F0502020204030204" pitchFamily="34" charset="0"/>
            </a:endParaRPr>
          </a:p>
        </p:txBody>
      </p:sp>
      <p:sp>
        <p:nvSpPr>
          <p:cNvPr id="13" name="Text 9"/>
          <p:cNvSpPr/>
          <p:nvPr/>
        </p:nvSpPr>
        <p:spPr>
          <a:xfrm>
            <a:off x="760476" y="1317244"/>
            <a:ext cx="12481560" cy="420624"/>
          </a:xfrm>
          <a:prstGeom prst="rect">
            <a:avLst/>
          </a:prstGeom>
          <a:noFill/>
          <a:ln/>
        </p:spPr>
        <p:txBody>
          <a:bodyPr wrap="none" lIns="0" tIns="0" rIns="0" bIns="0" rtlCol="0" anchor="ctr"/>
          <a:lstStyle/>
          <a:p>
            <a:pPr marL="0" indent="0" algn="l">
              <a:lnSpc>
                <a:spcPts val="3250"/>
              </a:lnSpc>
              <a:buNone/>
            </a:pPr>
            <a:r>
              <a:rPr lang="en-US" sz="2400" b="1" dirty="0">
                <a:solidFill>
                  <a:srgbClr val="03141C"/>
                </a:solidFill>
                <a:latin typeface="Calibri" panose="020F0502020204030204" pitchFamily="34" charset="0"/>
                <a:ea typeface="思源黑体-思源黑体-Bold" pitchFamily="34" charset="-122"/>
                <a:cs typeface="Calibri" panose="020F0502020204030204" pitchFamily="34" charset="0"/>
              </a:rPr>
              <a:t>Access Technologies &amp; Connections</a:t>
            </a:r>
            <a:endParaRPr lang="en-US" sz="2400" b="1" dirty="0">
              <a:latin typeface="Calibri" panose="020F0502020204030204" pitchFamily="34" charset="0"/>
              <a:cs typeface="Calibri" panose="020F0502020204030204" pitchFamily="34" charset="0"/>
            </a:endParaRPr>
          </a:p>
        </p:txBody>
      </p:sp>
      <p:sp>
        <p:nvSpPr>
          <p:cNvPr id="14" name="Text 10"/>
          <p:cNvSpPr/>
          <p:nvPr/>
        </p:nvSpPr>
        <p:spPr>
          <a:xfrm>
            <a:off x="662285" y="5256828"/>
            <a:ext cx="12481560" cy="356616"/>
          </a:xfrm>
          <a:prstGeom prst="rect">
            <a:avLst/>
          </a:prstGeom>
          <a:noFill/>
          <a:ln/>
        </p:spPr>
        <p:txBody>
          <a:bodyPr wrap="none" lIns="0" tIns="0" rIns="0" bIns="0" rtlCol="0" anchor="ctr"/>
          <a:lstStyle/>
          <a:p>
            <a:pPr marL="0" indent="0" algn="l">
              <a:lnSpc>
                <a:spcPts val="2780"/>
              </a:lnSpc>
              <a:buNone/>
            </a:pPr>
            <a:r>
              <a:rPr lang="en-US" sz="2000" dirty="0">
                <a:solidFill>
                  <a:srgbClr val="03141C"/>
                </a:solidFill>
                <a:latin typeface="Calibri" panose="020F0502020204030204" pitchFamily="34" charset="0"/>
                <a:ea typeface="Arial-Regular" pitchFamily="34" charset="-122"/>
                <a:cs typeface="Calibri" panose="020F0502020204030204" pitchFamily="34" charset="0"/>
              </a:rPr>
              <a:t>• NSPs: Provide backbone services and peering agreements.</a:t>
            </a:r>
            <a:endParaRPr lang="en-US" sz="2000" dirty="0">
              <a:latin typeface="Calibri" panose="020F0502020204030204" pitchFamily="34" charset="0"/>
              <a:cs typeface="Calibri" panose="020F0502020204030204" pitchFamily="34" charset="0"/>
            </a:endParaRPr>
          </a:p>
        </p:txBody>
      </p:sp>
      <p:sp>
        <p:nvSpPr>
          <p:cNvPr id="15" name="Text 11"/>
          <p:cNvSpPr/>
          <p:nvPr/>
        </p:nvSpPr>
        <p:spPr>
          <a:xfrm>
            <a:off x="6876664" y="6554953"/>
            <a:ext cx="12481560" cy="356616"/>
          </a:xfrm>
          <a:prstGeom prst="rect">
            <a:avLst/>
          </a:prstGeom>
          <a:noFill/>
          <a:ln/>
        </p:spPr>
        <p:txBody>
          <a:bodyPr wrap="none" lIns="0" tIns="0" rIns="0" bIns="0" rtlCol="0" anchor="ctr"/>
          <a:lstStyle/>
          <a:p>
            <a:pPr marL="0" indent="0" algn="l">
              <a:lnSpc>
                <a:spcPts val="2780"/>
              </a:lnSpc>
              <a:buNone/>
            </a:pPr>
            <a:r>
              <a:rPr lang="en-US" sz="2000" dirty="0">
                <a:solidFill>
                  <a:srgbClr val="03141C"/>
                </a:solidFill>
                <a:latin typeface="Calibri" panose="020F0502020204030204" pitchFamily="34" charset="0"/>
                <a:ea typeface="Arial-Regular" pitchFamily="34" charset="-122"/>
                <a:cs typeface="Calibri" panose="020F0502020204030204" pitchFamily="34" charset="0"/>
              </a:rPr>
              <a:t>• Residential user connects via DSL/Cable to ISP.</a:t>
            </a:r>
            <a:endParaRPr lang="en-US" sz="2000" dirty="0">
              <a:latin typeface="Calibri" panose="020F0502020204030204" pitchFamily="34" charset="0"/>
              <a:cs typeface="Calibri" panose="020F0502020204030204" pitchFamily="34" charset="0"/>
            </a:endParaRPr>
          </a:p>
        </p:txBody>
      </p:sp>
      <p:sp>
        <p:nvSpPr>
          <p:cNvPr id="16" name="Text 12"/>
          <p:cNvSpPr/>
          <p:nvPr/>
        </p:nvSpPr>
        <p:spPr>
          <a:xfrm>
            <a:off x="6876664" y="7791963"/>
            <a:ext cx="12481560" cy="356616"/>
          </a:xfrm>
          <a:prstGeom prst="rect">
            <a:avLst/>
          </a:prstGeom>
          <a:noFill/>
          <a:ln/>
        </p:spPr>
        <p:txBody>
          <a:bodyPr wrap="none" lIns="0" tIns="0" rIns="0" bIns="0" rtlCol="0" anchor="ctr"/>
          <a:lstStyle/>
          <a:p>
            <a:pPr marL="0" indent="0" algn="l">
              <a:lnSpc>
                <a:spcPts val="2780"/>
              </a:lnSpc>
              <a:buNone/>
            </a:pPr>
            <a:r>
              <a:rPr lang="en-US" sz="2000" dirty="0">
                <a:solidFill>
                  <a:srgbClr val="03141C"/>
                </a:solidFill>
                <a:latin typeface="Calibri" panose="020F0502020204030204" pitchFamily="34" charset="0"/>
                <a:ea typeface="Arial-Regular" pitchFamily="34" charset="-122"/>
                <a:cs typeface="Calibri" panose="020F0502020204030204" pitchFamily="34" charset="0"/>
              </a:rPr>
              <a:t>• Private networks can connect through ATM/WAN routers.</a:t>
            </a:r>
            <a:endParaRPr lang="en-US" sz="2000" dirty="0">
              <a:latin typeface="Calibri" panose="020F0502020204030204" pitchFamily="34" charset="0"/>
              <a:cs typeface="Calibri" panose="020F0502020204030204" pitchFamily="34" charset="0"/>
            </a:endParaRPr>
          </a:p>
        </p:txBody>
      </p:sp>
      <p:sp>
        <p:nvSpPr>
          <p:cNvPr id="17" name="Text 13"/>
          <p:cNvSpPr/>
          <p:nvPr/>
        </p:nvSpPr>
        <p:spPr>
          <a:xfrm>
            <a:off x="6876664" y="7374824"/>
            <a:ext cx="12481560" cy="356616"/>
          </a:xfrm>
          <a:prstGeom prst="rect">
            <a:avLst/>
          </a:prstGeom>
          <a:noFill/>
          <a:ln/>
        </p:spPr>
        <p:txBody>
          <a:bodyPr wrap="none" lIns="0" tIns="0" rIns="0" bIns="0" rtlCol="0" anchor="ctr"/>
          <a:lstStyle/>
          <a:p>
            <a:pPr marL="0" indent="0" algn="l">
              <a:lnSpc>
                <a:spcPts val="2780"/>
              </a:lnSpc>
              <a:buNone/>
            </a:pPr>
            <a:r>
              <a:rPr lang="en-US" sz="2000" dirty="0">
                <a:solidFill>
                  <a:srgbClr val="03141C"/>
                </a:solidFill>
                <a:latin typeface="Calibri" panose="020F0502020204030204" pitchFamily="34" charset="0"/>
                <a:ea typeface="Arial-Regular" pitchFamily="34" charset="-122"/>
                <a:cs typeface="Calibri" panose="020F0502020204030204" pitchFamily="34" charset="0"/>
              </a:rPr>
              <a:t>• Business LAN uses Ethernet, connects to Internet via firewall.</a:t>
            </a:r>
            <a:endParaRPr lang="en-US" sz="2000" dirty="0">
              <a:latin typeface="Calibri" panose="020F0502020204030204" pitchFamily="34" charset="0"/>
              <a:cs typeface="Calibri" panose="020F0502020204030204" pitchFamily="34" charset="0"/>
            </a:endParaRPr>
          </a:p>
        </p:txBody>
      </p:sp>
      <p:sp>
        <p:nvSpPr>
          <p:cNvPr id="18" name="Text 14"/>
          <p:cNvSpPr/>
          <p:nvPr/>
        </p:nvSpPr>
        <p:spPr>
          <a:xfrm>
            <a:off x="7008084" y="3025990"/>
            <a:ext cx="12481560" cy="356616"/>
          </a:xfrm>
          <a:prstGeom prst="rect">
            <a:avLst/>
          </a:prstGeom>
          <a:noFill/>
          <a:ln/>
        </p:spPr>
        <p:txBody>
          <a:bodyPr wrap="none" lIns="0" tIns="0" rIns="0" bIns="0" rtlCol="0" anchor="ctr"/>
          <a:lstStyle/>
          <a:p>
            <a:pPr marL="0" indent="0" algn="l">
              <a:lnSpc>
                <a:spcPts val="2780"/>
              </a:lnSpc>
              <a:buNone/>
            </a:pPr>
            <a:r>
              <a:rPr lang="en-US" sz="2000" dirty="0">
                <a:solidFill>
                  <a:srgbClr val="03141C"/>
                </a:solidFill>
                <a:latin typeface="Calibri" panose="020F0502020204030204" pitchFamily="34" charset="0"/>
                <a:ea typeface="Arial-Regular" pitchFamily="34" charset="-122"/>
                <a:cs typeface="Calibri" panose="020F0502020204030204" pitchFamily="34" charset="0"/>
              </a:rPr>
              <a:t>• CPE connects to the Local Loop (the “last mile” to ISP).</a:t>
            </a:r>
            <a:endParaRPr lang="en-US" sz="2000" dirty="0">
              <a:latin typeface="Calibri" panose="020F0502020204030204" pitchFamily="34" charset="0"/>
              <a:cs typeface="Calibri" panose="020F0502020204030204" pitchFamily="34" charset="0"/>
            </a:endParaRPr>
          </a:p>
        </p:txBody>
      </p:sp>
      <p:sp>
        <p:nvSpPr>
          <p:cNvPr id="19" name="Text 15"/>
          <p:cNvSpPr/>
          <p:nvPr/>
        </p:nvSpPr>
        <p:spPr>
          <a:xfrm>
            <a:off x="316992" y="51435"/>
            <a:ext cx="12984480" cy="832104"/>
          </a:xfrm>
          <a:prstGeom prst="rect">
            <a:avLst/>
          </a:prstGeom>
          <a:noFill/>
          <a:ln/>
        </p:spPr>
        <p:txBody>
          <a:bodyPr wrap="none" lIns="0" tIns="0" rIns="0" bIns="0" rtlCol="0" anchor="ctr"/>
          <a:lstStyle/>
          <a:p>
            <a:pPr marL="0" indent="0" algn="l">
              <a:lnSpc>
                <a:spcPts val="6500"/>
              </a:lnSpc>
              <a:buNone/>
            </a:pPr>
            <a:r>
              <a:rPr lang="en-US" sz="4400" dirty="0">
                <a:solidFill>
                  <a:srgbClr val="011C2A"/>
                </a:solidFill>
                <a:latin typeface="Cambria" panose="02040503050406030204" pitchFamily="18" charset="0"/>
                <a:ea typeface="Cambria" panose="02040503050406030204" pitchFamily="18" charset="0"/>
                <a:cs typeface="思源黑体-思源黑体-Bold" pitchFamily="34" charset="-120"/>
              </a:rPr>
              <a:t>Access, Peering &amp; Example Configuration</a:t>
            </a:r>
            <a:endParaRPr lang="en-US" sz="4400" dirty="0">
              <a:latin typeface="Cambria" panose="02040503050406030204" pitchFamily="18" charset="0"/>
              <a:ea typeface="Cambria" panose="02040503050406030204" pitchFamily="18" charset="0"/>
            </a:endParaRPr>
          </a:p>
        </p:txBody>
      </p:sp>
      <p:sp>
        <p:nvSpPr>
          <p:cNvPr id="20" name="Slide Number Placeholder 19">
            <a:extLst>
              <a:ext uri="{FF2B5EF4-FFF2-40B4-BE49-F238E27FC236}">
                <a16:creationId xmlns:a16="http://schemas.microsoft.com/office/drawing/2014/main" xmlns="" id="{2C8C9A75-D6D0-42F0-9E6D-B91858F485B6}"/>
              </a:ext>
            </a:extLst>
          </p:cNvPr>
          <p:cNvSpPr>
            <a:spLocks noGrp="1"/>
          </p:cNvSpPr>
          <p:nvPr>
            <p:ph type="sldNum" sz="quarter" idx="12"/>
          </p:nvPr>
        </p:nvSpPr>
        <p:spPr/>
        <p:txBody>
          <a:bodyPr/>
          <a:lstStyle/>
          <a:p>
            <a:fld id="{EBE830D9-24CA-4274-959B-A0405615DCE4}" type="slidenum">
              <a:rPr lang="en-IN" smtClean="0"/>
              <a:pPr/>
              <a:t>17</a:t>
            </a:fld>
            <a:endParaRPr lang="en-IN" dirty="0"/>
          </a:p>
        </p:txBody>
      </p:sp>
      <p:pic>
        <p:nvPicPr>
          <p:cNvPr id="22" name="Picture 21">
            <a:extLst>
              <a:ext uri="{FF2B5EF4-FFF2-40B4-BE49-F238E27FC236}">
                <a16:creationId xmlns:a16="http://schemas.microsoft.com/office/drawing/2014/main" xmlns="" id="{5F1C180B-7954-4800-B6BA-101E2AB1478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887201" y="7386321"/>
            <a:ext cx="2661920" cy="67945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38744"/>
          </a:xfrm>
          <a:prstGeom prst="rect">
            <a:avLst/>
          </a:prstGeom>
        </p:spPr>
      </p:pic>
      <p:pic>
        <p:nvPicPr>
          <p:cNvPr id="3" name="Image 1" descr="preencoded.png"/>
          <p:cNvPicPr>
            <a:picLocks noChangeAspect="1"/>
          </p:cNvPicPr>
          <p:nvPr/>
        </p:nvPicPr>
        <p:blipFill>
          <a:blip r:embed="rId4"/>
          <a:stretch>
            <a:fillRect/>
          </a:stretch>
        </p:blipFill>
        <p:spPr>
          <a:xfrm>
            <a:off x="0" y="0"/>
            <a:ext cx="14630400" cy="8238744"/>
          </a:xfrm>
          <a:prstGeom prst="rect">
            <a:avLst/>
          </a:prstGeom>
        </p:spPr>
      </p:pic>
      <p:sp>
        <p:nvSpPr>
          <p:cNvPr id="4" name="Text 0"/>
          <p:cNvSpPr/>
          <p:nvPr/>
        </p:nvSpPr>
        <p:spPr>
          <a:xfrm>
            <a:off x="832104" y="3419856"/>
            <a:ext cx="12984480" cy="1143000"/>
          </a:xfrm>
          <a:prstGeom prst="rect">
            <a:avLst/>
          </a:prstGeom>
          <a:noFill/>
          <a:ln/>
        </p:spPr>
        <p:txBody>
          <a:bodyPr wrap="none" lIns="0" tIns="0" rIns="0" bIns="0" rtlCol="0" anchor="ctr"/>
          <a:lstStyle/>
          <a:p>
            <a:pPr marL="0" indent="0" algn="ctr">
              <a:lnSpc>
                <a:spcPts val="8970"/>
              </a:lnSpc>
              <a:buNone/>
            </a:pPr>
            <a:r>
              <a:rPr lang="en-US" sz="6410" dirty="0">
                <a:solidFill>
                  <a:srgbClr val="011C2A"/>
                </a:solidFill>
                <a:latin typeface="思源黑体-思源黑体-Bold" pitchFamily="34" charset="0"/>
                <a:ea typeface="思源黑体-思源黑体-Bold" pitchFamily="34" charset="-122"/>
                <a:cs typeface="思源黑体-思源黑体-Bold" pitchFamily="34" charset="-120"/>
              </a:rPr>
              <a:t>Thank You</a:t>
            </a:r>
            <a:endParaRPr lang="en-US" sz="6410" dirty="0"/>
          </a:p>
        </p:txBody>
      </p:sp>
      <p:sp>
        <p:nvSpPr>
          <p:cNvPr id="5" name="Slide Number Placeholder 4">
            <a:extLst>
              <a:ext uri="{FF2B5EF4-FFF2-40B4-BE49-F238E27FC236}">
                <a16:creationId xmlns:a16="http://schemas.microsoft.com/office/drawing/2014/main" xmlns="" id="{D3A560D2-4B93-4726-B3FD-76D2CDB815E9}"/>
              </a:ext>
            </a:extLst>
          </p:cNvPr>
          <p:cNvSpPr>
            <a:spLocks noGrp="1"/>
          </p:cNvSpPr>
          <p:nvPr>
            <p:ph type="sldNum" sz="quarter" idx="12"/>
          </p:nvPr>
        </p:nvSpPr>
        <p:spPr/>
        <p:txBody>
          <a:bodyPr/>
          <a:lstStyle/>
          <a:p>
            <a:fld id="{EBE830D9-24CA-4274-959B-A0405615DCE4}" type="slidenum">
              <a:rPr lang="en-IN" smtClean="0"/>
              <a:pPr/>
              <a:t>18</a:t>
            </a:fld>
            <a:endParaRPr lang="en-IN" dirty="0"/>
          </a:p>
        </p:txBody>
      </p:sp>
      <p:pic>
        <p:nvPicPr>
          <p:cNvPr id="7" name="Picture 6">
            <a:extLst>
              <a:ext uri="{FF2B5EF4-FFF2-40B4-BE49-F238E27FC236}">
                <a16:creationId xmlns:a16="http://schemas.microsoft.com/office/drawing/2014/main" xmlns="" id="{E6358ED3-DF67-4239-80AB-54CA88073EA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887201" y="7386321"/>
            <a:ext cx="2661920" cy="679450"/>
          </a:xfrm>
          <a:prstGeom prst="rect">
            <a:avLst/>
          </a:prstGeom>
        </p:spPr>
      </p:pic>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Integral">
      <a:majorFont>
        <a:latin typeface="Tw Cen MT Condensed"/>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xmlns="" name="Integral" id="{3577F8C9-A904-41D8-97D2-FD898F53F20E}" vid="{682D6EBE-8D36-4FF2-9DB3-F3D8D7B6715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Integral</Template>
  <TotalTime>526</TotalTime>
  <Words>1294</Words>
  <Application>Microsoft Office PowerPoint</Application>
  <PresentationFormat>Custom</PresentationFormat>
  <Paragraphs>194</Paragraphs>
  <Slides>18</Slides>
  <Notes>18</Notes>
  <HiddenSlides>0</HiddenSlides>
  <MMClips>0</MMClips>
  <ScaleCrop>false</ScaleCrop>
  <HeadingPairs>
    <vt:vector size="4" baseType="variant">
      <vt:variant>
        <vt:lpstr>Theme</vt:lpstr>
      </vt:variant>
      <vt:variant>
        <vt:i4>1</vt:i4>
      </vt:variant>
      <vt:variant>
        <vt:lpstr>Slide Titles</vt:lpstr>
      </vt:variant>
      <vt:variant>
        <vt:i4>18</vt:i4>
      </vt:variant>
    </vt:vector>
  </HeadingPairs>
  <TitlesOfParts>
    <vt:vector size="19" baseType="lpstr">
      <vt:lpstr>Integral</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MLR</cp:lastModifiedBy>
  <cp:revision>10</cp:revision>
  <dcterms:created xsi:type="dcterms:W3CDTF">2025-07-08T04:15:05Z</dcterms:created>
  <dcterms:modified xsi:type="dcterms:W3CDTF">2025-08-28T04:43:46Z</dcterms:modified>
</cp:coreProperties>
</file>